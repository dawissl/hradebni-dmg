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16"/>
  </p:notesMasterIdLst>
  <p:sldIdLst>
    <p:sldId id="256" r:id="rId5"/>
    <p:sldId id="257" r:id="rId6"/>
    <p:sldId id="263" r:id="rId7"/>
    <p:sldId id="258" r:id="rId8"/>
    <p:sldId id="262" r:id="rId9"/>
    <p:sldId id="259" r:id="rId10"/>
    <p:sldId id="260" r:id="rId11"/>
    <p:sldId id="261" r:id="rId12"/>
    <p:sldId id="264" r:id="rId13"/>
    <p:sldId id="265" r:id="rId14"/>
    <p:sldId id="266" r:id="rId15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8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E392A0-B08B-4280-BD90-8D12549F3A64}" v="726" dt="2025-12-12T05:56:40.64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řední styl 2 – zvýraznění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větlý styl 2 – zvýraznění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6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clId="Web-{BDE392A0-B08B-4280-BD90-8D12549F3A64}"/>
    <pc:docChg chg="modSld">
      <pc:chgData name="" userId="" providerId="" clId="Web-{BDE392A0-B08B-4280-BD90-8D12549F3A64}" dt="2025-12-11T13:50:25.986" v="0" actId="20577"/>
      <pc:docMkLst>
        <pc:docMk/>
      </pc:docMkLst>
      <pc:sldChg chg="modSp">
        <pc:chgData name="" userId="" providerId="" clId="Web-{BDE392A0-B08B-4280-BD90-8D12549F3A64}" dt="2025-12-11T13:50:25.986" v="0" actId="20577"/>
        <pc:sldMkLst>
          <pc:docMk/>
          <pc:sldMk cId="3799523001" sldId="256"/>
        </pc:sldMkLst>
        <pc:spChg chg="mod">
          <ac:chgData name="" userId="" providerId="" clId="Web-{BDE392A0-B08B-4280-BD90-8D12549F3A64}" dt="2025-12-11T13:50:25.986" v="0" actId="20577"/>
          <ac:spMkLst>
            <pc:docMk/>
            <pc:sldMk cId="3799523001" sldId="256"/>
            <ac:spMk id="2" creationId="{00000000-0000-0000-0000-000000000000}"/>
          </ac:spMkLst>
        </pc:spChg>
      </pc:sldChg>
    </pc:docChg>
  </pc:docChgLst>
  <pc:docChgLst>
    <pc:chgData name="Sládeček David" userId="S::sladecek@hradebni.cz::474d93f0-3a32-49cc-b837-47806091b590" providerId="AD" clId="Web-{BDE392A0-B08B-4280-BD90-8D12549F3A64}"/>
    <pc:docChg chg="addSld delSld modSld">
      <pc:chgData name="Sládeček David" userId="S::sladecek@hradebni.cz::474d93f0-3a32-49cc-b837-47806091b590" providerId="AD" clId="Web-{BDE392A0-B08B-4280-BD90-8D12549F3A64}" dt="2025-12-12T05:56:44.974" v="695"/>
      <pc:docMkLst>
        <pc:docMk/>
      </pc:docMkLst>
      <pc:sldChg chg="modSp">
        <pc:chgData name="Sládeček David" userId="S::sladecek@hradebni.cz::474d93f0-3a32-49cc-b837-47806091b590" providerId="AD" clId="Web-{BDE392A0-B08B-4280-BD90-8D12549F3A64}" dt="2025-12-11T13:52:44.334" v="13" actId="20577"/>
        <pc:sldMkLst>
          <pc:docMk/>
          <pc:sldMk cId="3799523001" sldId="256"/>
        </pc:sldMkLst>
        <pc:spChg chg="mod">
          <ac:chgData name="Sládeček David" userId="S::sladecek@hradebni.cz::474d93f0-3a32-49cc-b837-47806091b590" providerId="AD" clId="Web-{BDE392A0-B08B-4280-BD90-8D12549F3A64}" dt="2025-12-11T13:52:44.334" v="13" actId="20577"/>
          <ac:spMkLst>
            <pc:docMk/>
            <pc:sldMk cId="3799523001" sldId="256"/>
            <ac:spMk id="2" creationId="{00000000-0000-0000-0000-000000000000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20"/>
        <pc:sldMkLst>
          <pc:docMk/>
          <pc:sldMk cId="2123910099" sldId="257"/>
        </pc:sldMkLst>
      </pc:sldChg>
      <pc:sldChg chg="modSp new">
        <pc:chgData name="Sládeček David" userId="S::sladecek@hradebni.cz::474d93f0-3a32-49cc-b837-47806091b590" providerId="AD" clId="Web-{BDE392A0-B08B-4280-BD90-8D12549F3A64}" dt="2025-12-12T05:53:40.436" v="581" actId="20577"/>
        <pc:sldMkLst>
          <pc:docMk/>
          <pc:sldMk cId="3119446364" sldId="257"/>
        </pc:sldMkLst>
        <pc:spChg chg="mod">
          <ac:chgData name="Sládeček David" userId="S::sladecek@hradebni.cz::474d93f0-3a32-49cc-b837-47806091b590" providerId="AD" clId="Web-{BDE392A0-B08B-4280-BD90-8D12549F3A64}" dt="2025-12-11T13:52:51.975" v="26" actId="20577"/>
          <ac:spMkLst>
            <pc:docMk/>
            <pc:sldMk cId="3119446364" sldId="257"/>
            <ac:spMk id="2" creationId="{084B963C-0EBC-36D6-6053-3E8F84203189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3:40.436" v="581" actId="20577"/>
          <ac:spMkLst>
            <pc:docMk/>
            <pc:sldMk cId="3119446364" sldId="257"/>
            <ac:spMk id="3" creationId="{0BA8575D-C33A-A04A-4041-3492410AED67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1T14:09:17.727" v="400" actId="20577"/>
        <pc:sldMkLst>
          <pc:docMk/>
          <pc:sldMk cId="3210237714" sldId="258"/>
        </pc:sldMkLst>
        <pc:spChg chg="mod">
          <ac:chgData name="Sládeček David" userId="S::sladecek@hradebni.cz::474d93f0-3a32-49cc-b837-47806091b590" providerId="AD" clId="Web-{BDE392A0-B08B-4280-BD90-8D12549F3A64}" dt="2025-12-11T13:53:04.100" v="39" actId="20577"/>
          <ac:spMkLst>
            <pc:docMk/>
            <pc:sldMk cId="3210237714" sldId="258"/>
            <ac:spMk id="2" creationId="{21087B47-4CCB-C8F5-CF8F-A8A80D47F26F}"/>
          </ac:spMkLst>
        </pc:spChg>
        <pc:spChg chg="mod">
          <ac:chgData name="Sládeček David" userId="S::sladecek@hradebni.cz::474d93f0-3a32-49cc-b837-47806091b590" providerId="AD" clId="Web-{BDE392A0-B08B-4280-BD90-8D12549F3A64}" dt="2025-12-11T14:09:17.727" v="400" actId="20577"/>
          <ac:spMkLst>
            <pc:docMk/>
            <pc:sldMk cId="3210237714" sldId="258"/>
            <ac:spMk id="3" creationId="{7ACB3E43-170F-099D-966A-01AD73084D4F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9"/>
        <pc:sldMkLst>
          <pc:docMk/>
          <pc:sldMk cId="3496295207" sldId="258"/>
        </pc:sldMkLst>
      </pc:sldChg>
      <pc:sldChg chg="del">
        <pc:chgData name="Sládeček David" userId="S::sladecek@hradebni.cz::474d93f0-3a32-49cc-b837-47806091b590" providerId="AD" clId="Web-{BDE392A0-B08B-4280-BD90-8D12549F3A64}" dt="2025-12-11T13:52:46.475" v="18"/>
        <pc:sldMkLst>
          <pc:docMk/>
          <pc:sldMk cId="3317666236" sldId="259"/>
        </pc:sldMkLst>
      </pc:sldChg>
      <pc:sldChg chg="modSp new">
        <pc:chgData name="Sládeček David" userId="S::sladecek@hradebni.cz::474d93f0-3a32-49cc-b837-47806091b590" providerId="AD" clId="Web-{BDE392A0-B08B-4280-BD90-8D12549F3A64}" dt="2025-12-12T05:54:41.111" v="642" actId="20577"/>
        <pc:sldMkLst>
          <pc:docMk/>
          <pc:sldMk cId="3990629335" sldId="259"/>
        </pc:sldMkLst>
        <pc:spChg chg="mod">
          <ac:chgData name="Sládeček David" userId="S::sladecek@hradebni.cz::474d93f0-3a32-49cc-b837-47806091b590" providerId="AD" clId="Web-{BDE392A0-B08B-4280-BD90-8D12549F3A64}" dt="2025-12-11T13:53:16.632" v="48" actId="20577"/>
          <ac:spMkLst>
            <pc:docMk/>
            <pc:sldMk cId="3990629335" sldId="259"/>
            <ac:spMk id="2" creationId="{FC1CDC16-429B-F6EC-1ADC-1D12AD15E124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4:41.111" v="642" actId="20577"/>
          <ac:spMkLst>
            <pc:docMk/>
            <pc:sldMk cId="3990629335" sldId="259"/>
            <ac:spMk id="3" creationId="{512A4636-A01D-5A47-E1E5-CE4C549DA9EF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1T14:10:18.994" v="406" actId="20577"/>
        <pc:sldMkLst>
          <pc:docMk/>
          <pc:sldMk cId="610844691" sldId="260"/>
        </pc:sldMkLst>
        <pc:spChg chg="mod">
          <ac:chgData name="Sládeček David" userId="S::sladecek@hradebni.cz::474d93f0-3a32-49cc-b837-47806091b590" providerId="AD" clId="Web-{BDE392A0-B08B-4280-BD90-8D12549F3A64}" dt="2025-12-11T13:53:21.413" v="51" actId="20577"/>
          <ac:spMkLst>
            <pc:docMk/>
            <pc:sldMk cId="610844691" sldId="260"/>
            <ac:spMk id="2" creationId="{3614AF51-3864-D3E9-8613-B4025958D5C0}"/>
          </ac:spMkLst>
        </pc:spChg>
        <pc:spChg chg="mod">
          <ac:chgData name="Sládeček David" userId="S::sladecek@hradebni.cz::474d93f0-3a32-49cc-b837-47806091b590" providerId="AD" clId="Web-{BDE392A0-B08B-4280-BD90-8D12549F3A64}" dt="2025-12-11T14:10:18.994" v="406" actId="20577"/>
          <ac:spMkLst>
            <pc:docMk/>
            <pc:sldMk cId="610844691" sldId="260"/>
            <ac:spMk id="3" creationId="{100098D5-802C-681D-0926-6A1453397804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7"/>
        <pc:sldMkLst>
          <pc:docMk/>
          <pc:sldMk cId="3057740183" sldId="260"/>
        </pc:sldMkLst>
      </pc:sldChg>
      <pc:sldChg chg="addSp delSp modSp new mod setBg">
        <pc:chgData name="Sládeček David" userId="S::sladecek@hradebni.cz::474d93f0-3a32-49cc-b837-47806091b590" providerId="AD" clId="Web-{BDE392A0-B08B-4280-BD90-8D12549F3A64}" dt="2025-12-11T14:07:09.457" v="295"/>
        <pc:sldMkLst>
          <pc:docMk/>
          <pc:sldMk cId="1258937815" sldId="261"/>
        </pc:sldMkLst>
        <pc:spChg chg="mo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2" creationId="{AFFB07AF-8CD1-B264-64FD-77B8FA44D73D}"/>
          </ac:spMkLst>
        </pc:spChg>
        <pc:spChg chg="del">
          <ac:chgData name="Sládeček David" userId="S::sladecek@hradebni.cz::474d93f0-3a32-49cc-b837-47806091b590" providerId="AD" clId="Web-{BDE392A0-B08B-4280-BD90-8D12549F3A64}" dt="2025-12-11T14:05:29.736" v="256"/>
          <ac:spMkLst>
            <pc:docMk/>
            <pc:sldMk cId="1258937815" sldId="261"/>
            <ac:spMk id="3" creationId="{13F40855-88AF-016F-7B64-4442AFF78966}"/>
          </ac:spMkLst>
        </pc:spChg>
        <pc:spChg chg="add del mod">
          <ac:chgData name="Sládeček David" userId="S::sladecek@hradebni.cz::474d93f0-3a32-49cc-b837-47806091b590" providerId="AD" clId="Web-{BDE392A0-B08B-4280-BD90-8D12549F3A64}" dt="2025-12-11T14:05:48.283" v="258"/>
          <ac:spMkLst>
            <pc:docMk/>
            <pc:sldMk cId="1258937815" sldId="261"/>
            <ac:spMk id="6" creationId="{47585340-CE36-8286-F303-293498F60F0A}"/>
          </ac:spMkLst>
        </pc:spChg>
        <pc:spChg chg="add mod or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9" creationId="{72E940CF-6E50-372C-D0A8-0AE4447D47BF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15" creationId="{52ABB703-2B0E-4C3B-B4A2-F3973548E561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19" creationId="{E95DA498-D9A2-4DA9-B9DA-B3776E08CF7E}"/>
          </ac:spMkLst>
        </pc:spChg>
        <pc:spChg chg="add">
          <ac:chgData name="Sládeček David" userId="S::sladecek@hradebni.cz::474d93f0-3a32-49cc-b837-47806091b590" providerId="AD" clId="Web-{BDE392A0-B08B-4280-BD90-8D12549F3A64}" dt="2025-12-11T14:07:09.457" v="295"/>
          <ac:spMkLst>
            <pc:docMk/>
            <pc:sldMk cId="1258937815" sldId="261"/>
            <ac:spMk id="21" creationId="{82A73093-4B9D-420D-B17E-52293703A1D4}"/>
          </ac:spMkLst>
        </pc:spChg>
        <pc:picChg chg="add del mod ord">
          <ac:chgData name="Sládeček David" userId="S::sladecek@hradebni.cz::474d93f0-3a32-49cc-b837-47806091b590" providerId="AD" clId="Web-{BDE392A0-B08B-4280-BD90-8D12549F3A64}" dt="2025-12-11T14:05:41.080" v="257"/>
          <ac:picMkLst>
            <pc:docMk/>
            <pc:sldMk cId="1258937815" sldId="261"/>
            <ac:picMk id="4" creationId="{500BA682-F81C-DEA0-BA8F-8872CC512FBC}"/>
          </ac:picMkLst>
        </pc:picChg>
        <pc:picChg chg="add del mod ord">
          <ac:chgData name="Sládeček David" userId="S::sladecek@hradebni.cz::474d93f0-3a32-49cc-b837-47806091b590" providerId="AD" clId="Web-{BDE392A0-B08B-4280-BD90-8D12549F3A64}" dt="2025-12-11T14:06:56.238" v="291"/>
          <ac:picMkLst>
            <pc:docMk/>
            <pc:sldMk cId="1258937815" sldId="261"/>
            <ac:picMk id="7" creationId="{41C73AE6-E2CE-88A2-B72C-25C78A05EA47}"/>
          </ac:picMkLst>
        </pc:picChg>
        <pc:picChg chg="add mod">
          <ac:chgData name="Sládeček David" userId="S::sladecek@hradebni.cz::474d93f0-3a32-49cc-b837-47806091b590" providerId="AD" clId="Web-{BDE392A0-B08B-4280-BD90-8D12549F3A64}" dt="2025-12-11T14:07:09.457" v="295"/>
          <ac:picMkLst>
            <pc:docMk/>
            <pc:sldMk cId="1258937815" sldId="261"/>
            <ac:picMk id="10" creationId="{46AE9A20-4AAA-B7E9-BE3A-946D0136C6B2}"/>
          </ac:picMkLst>
        </pc:picChg>
        <pc:cxnChg chg="add">
          <ac:chgData name="Sládeček David" userId="S::sladecek@hradebni.cz::474d93f0-3a32-49cc-b837-47806091b590" providerId="AD" clId="Web-{BDE392A0-B08B-4280-BD90-8D12549F3A64}" dt="2025-12-11T14:07:09.457" v="295"/>
          <ac:cxnSpMkLst>
            <pc:docMk/>
            <pc:sldMk cId="1258937815" sldId="261"/>
            <ac:cxnSpMk id="17" creationId="{9C21570E-E159-49A6-9891-FA397B7A92D3}"/>
          </ac:cxnSpMkLst>
        </pc:cxnChg>
      </pc:sldChg>
      <pc:sldChg chg="del">
        <pc:chgData name="Sládeček David" userId="S::sladecek@hradebni.cz::474d93f0-3a32-49cc-b837-47806091b590" providerId="AD" clId="Web-{BDE392A0-B08B-4280-BD90-8D12549F3A64}" dt="2025-12-11T13:52:46.475" v="16"/>
        <pc:sldMkLst>
          <pc:docMk/>
          <pc:sldMk cId="3076287226" sldId="261"/>
        </pc:sldMkLst>
      </pc:sldChg>
      <pc:sldChg chg="del">
        <pc:chgData name="Sládeček David" userId="S::sladecek@hradebni.cz::474d93f0-3a32-49cc-b837-47806091b590" providerId="AD" clId="Web-{BDE392A0-B08B-4280-BD90-8D12549F3A64}" dt="2025-12-11T13:52:46.475" v="15"/>
        <pc:sldMkLst>
          <pc:docMk/>
          <pc:sldMk cId="1243925975" sldId="262"/>
        </pc:sldMkLst>
      </pc:sldChg>
      <pc:sldChg chg="modSp new">
        <pc:chgData name="Sládeček David" userId="S::sladecek@hradebni.cz::474d93f0-3a32-49cc-b837-47806091b590" providerId="AD" clId="Web-{BDE392A0-B08B-4280-BD90-8D12549F3A64}" dt="2025-12-11T14:09:08.117" v="398" actId="20577"/>
        <pc:sldMkLst>
          <pc:docMk/>
          <pc:sldMk cId="3267279674" sldId="262"/>
        </pc:sldMkLst>
        <pc:spChg chg="mod">
          <ac:chgData name="Sládeček David" userId="S::sladecek@hradebni.cz::474d93f0-3a32-49cc-b837-47806091b590" providerId="AD" clId="Web-{BDE392A0-B08B-4280-BD90-8D12549F3A64}" dt="2025-12-11T13:55:55.557" v="59" actId="20577"/>
          <ac:spMkLst>
            <pc:docMk/>
            <pc:sldMk cId="3267279674" sldId="262"/>
            <ac:spMk id="2" creationId="{07BEC046-E031-8BD1-C56D-5F973C4A2F1C}"/>
          </ac:spMkLst>
        </pc:spChg>
        <pc:spChg chg="mod">
          <ac:chgData name="Sládeček David" userId="S::sladecek@hradebni.cz::474d93f0-3a32-49cc-b837-47806091b590" providerId="AD" clId="Web-{BDE392A0-B08B-4280-BD90-8D12549F3A64}" dt="2025-12-11T14:09:08.117" v="398" actId="20577"/>
          <ac:spMkLst>
            <pc:docMk/>
            <pc:sldMk cId="3267279674" sldId="262"/>
            <ac:spMk id="3" creationId="{A048B415-7FA4-E7FB-9C0F-00D89BBEADEE}"/>
          </ac:spMkLst>
        </pc:spChg>
      </pc:sldChg>
      <pc:sldChg chg="modSp new">
        <pc:chgData name="Sládeček David" userId="S::sladecek@hradebni.cz::474d93f0-3a32-49cc-b837-47806091b590" providerId="AD" clId="Web-{BDE392A0-B08B-4280-BD90-8D12549F3A64}" dt="2025-12-12T05:47:48.040" v="414" actId="20577"/>
        <pc:sldMkLst>
          <pc:docMk/>
          <pc:sldMk cId="90157109" sldId="263"/>
        </pc:sldMkLst>
        <pc:spChg chg="mod">
          <ac:chgData name="Sládeček David" userId="S::sladecek@hradebni.cz::474d93f0-3a32-49cc-b837-47806091b590" providerId="AD" clId="Web-{BDE392A0-B08B-4280-BD90-8D12549F3A64}" dt="2025-12-11T13:56:32.730" v="64" actId="20577"/>
          <ac:spMkLst>
            <pc:docMk/>
            <pc:sldMk cId="90157109" sldId="263"/>
            <ac:spMk id="2" creationId="{E68CCA91-78A5-3D24-D7E6-C29424D85911}"/>
          </ac:spMkLst>
        </pc:spChg>
        <pc:spChg chg="mod">
          <ac:chgData name="Sládeček David" userId="S::sladecek@hradebni.cz::474d93f0-3a32-49cc-b837-47806091b590" providerId="AD" clId="Web-{BDE392A0-B08B-4280-BD90-8D12549F3A64}" dt="2025-12-12T05:47:48.040" v="414" actId="20577"/>
          <ac:spMkLst>
            <pc:docMk/>
            <pc:sldMk cId="90157109" sldId="263"/>
            <ac:spMk id="3" creationId="{69319473-A04A-5F8E-370C-303092DD2518}"/>
          </ac:spMkLst>
        </pc:spChg>
      </pc:sldChg>
      <pc:sldChg chg="del">
        <pc:chgData name="Sládeček David" userId="S::sladecek@hradebni.cz::474d93f0-3a32-49cc-b837-47806091b590" providerId="AD" clId="Web-{BDE392A0-B08B-4280-BD90-8D12549F3A64}" dt="2025-12-11T13:52:46.475" v="14"/>
        <pc:sldMkLst>
          <pc:docMk/>
          <pc:sldMk cId="3903226095" sldId="263"/>
        </pc:sldMkLst>
      </pc:sldChg>
      <pc:sldChg chg="addSp delSp modSp new mod setBg">
        <pc:chgData name="Sládeček David" userId="S::sladecek@hradebni.cz::474d93f0-3a32-49cc-b837-47806091b590" providerId="AD" clId="Web-{BDE392A0-B08B-4280-BD90-8D12549F3A64}" dt="2025-12-12T05:48:18.760" v="420" actId="1076"/>
        <pc:sldMkLst>
          <pc:docMk/>
          <pc:sldMk cId="3506200258" sldId="264"/>
        </pc:sldMkLst>
        <pc:spChg chg="mod">
          <ac:chgData name="Sládeček David" userId="S::sladecek@hradebni.cz::474d93f0-3a32-49cc-b837-47806091b590" providerId="AD" clId="Web-{BDE392A0-B08B-4280-BD90-8D12549F3A64}" dt="2025-12-12T05:48:02.416" v="415" actId="14100"/>
          <ac:spMkLst>
            <pc:docMk/>
            <pc:sldMk cId="3506200258" sldId="264"/>
            <ac:spMk id="2" creationId="{2F61648D-C603-2989-46DB-707700290811}"/>
          </ac:spMkLst>
        </pc:spChg>
        <pc:spChg chg="del">
          <ac:chgData name="Sládeček David" userId="S::sladecek@hradebni.cz::474d93f0-3a32-49cc-b837-47806091b590" providerId="AD" clId="Web-{BDE392A0-B08B-4280-BD90-8D12549F3A64}" dt="2025-12-11T14:06:15.081" v="282"/>
          <ac:spMkLst>
            <pc:docMk/>
            <pc:sldMk cId="3506200258" sldId="264"/>
            <ac:spMk id="3" creationId="{09A13C77-7A63-E0C7-596F-F20EC382AA34}"/>
          </ac:spMkLst>
        </pc:spChg>
        <pc:spChg chg="add del mod">
          <ac:chgData name="Sládeček David" userId="S::sladecek@hradebni.cz::474d93f0-3a32-49cc-b837-47806091b590" providerId="AD" clId="Web-{BDE392A0-B08B-4280-BD90-8D12549F3A64}" dt="2025-12-11T14:06:25.113" v="284"/>
          <ac:spMkLst>
            <pc:docMk/>
            <pc:sldMk cId="3506200258" sldId="264"/>
            <ac:spMk id="6" creationId="{259A12AB-C64B-FD21-DE32-1D8DC84907F5}"/>
          </ac:spMkLst>
        </pc:spChg>
        <pc:spChg chg="add mod">
          <ac:chgData name="Sládeček David" userId="S::sladecek@hradebni.cz::474d93f0-3a32-49cc-b837-47806091b590" providerId="AD" clId="Web-{BDE392A0-B08B-4280-BD90-8D12549F3A64}" dt="2025-12-12T05:48:18.760" v="420" actId="1076"/>
          <ac:spMkLst>
            <pc:docMk/>
            <pc:sldMk cId="3506200258" sldId="264"/>
            <ac:spMk id="9" creationId="{10F69FEF-8784-BA5F-E6A7-C162886BC18D}"/>
          </ac:spMkLst>
        </pc:spChg>
        <pc:picChg chg="add del mod ord">
          <ac:chgData name="Sládeček David" userId="S::sladecek@hradebni.cz::474d93f0-3a32-49cc-b837-47806091b590" providerId="AD" clId="Web-{BDE392A0-B08B-4280-BD90-8D12549F3A64}" dt="2025-12-11T14:06:23.566" v="283"/>
          <ac:picMkLst>
            <pc:docMk/>
            <pc:sldMk cId="3506200258" sldId="264"/>
            <ac:picMk id="4" creationId="{EA5A709C-D9D9-3A76-74C9-D62F9FB9AA65}"/>
          </ac:picMkLst>
        </pc:picChg>
        <pc:picChg chg="add del mod ord">
          <ac:chgData name="Sládeček David" userId="S::sladecek@hradebni.cz::474d93f0-3a32-49cc-b837-47806091b590" providerId="AD" clId="Web-{BDE392A0-B08B-4280-BD90-8D12549F3A64}" dt="2025-12-11T14:06:27.284" v="286"/>
          <ac:picMkLst>
            <pc:docMk/>
            <pc:sldMk cId="3506200258" sldId="264"/>
            <ac:picMk id="7" creationId="{7D5281CD-8C82-BF9D-DA2E-7158108A3506}"/>
          </ac:picMkLst>
        </pc:picChg>
        <pc:picChg chg="add mod">
          <ac:chgData name="Sládeček David" userId="S::sladecek@hradebni.cz::474d93f0-3a32-49cc-b837-47806091b590" providerId="AD" clId="Web-{BDE392A0-B08B-4280-BD90-8D12549F3A64}" dt="2025-12-12T05:48:15.245" v="419" actId="1076"/>
          <ac:picMkLst>
            <pc:docMk/>
            <pc:sldMk cId="3506200258" sldId="264"/>
            <ac:picMk id="10" creationId="{57A8757D-2547-F992-2577-78352325CA93}"/>
          </ac:picMkLst>
        </pc:picChg>
      </pc:sldChg>
      <pc:sldChg chg="modSp new">
        <pc:chgData name="Sládeček David" userId="S::sladecek@hradebni.cz::474d93f0-3a32-49cc-b837-47806091b590" providerId="AD" clId="Web-{BDE392A0-B08B-4280-BD90-8D12549F3A64}" dt="2025-12-12T05:52:19.475" v="548" actId="20577"/>
        <pc:sldMkLst>
          <pc:docMk/>
          <pc:sldMk cId="1097924249" sldId="265"/>
        </pc:sldMkLst>
        <pc:spChg chg="mod">
          <ac:chgData name="Sládeček David" userId="S::sladecek@hradebni.cz::474d93f0-3a32-49cc-b837-47806091b590" providerId="AD" clId="Web-{BDE392A0-B08B-4280-BD90-8D12549F3A64}" dt="2025-12-12T05:49:15.918" v="428" actId="20577"/>
          <ac:spMkLst>
            <pc:docMk/>
            <pc:sldMk cId="1097924249" sldId="265"/>
            <ac:spMk id="2" creationId="{28C12A4C-21A4-E2F9-9DD4-9E919C56DD7F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2:19.475" v="548" actId="20577"/>
          <ac:spMkLst>
            <pc:docMk/>
            <pc:sldMk cId="1097924249" sldId="265"/>
            <ac:spMk id="3" creationId="{B9FC8E4F-3CEF-8BDA-B8F9-76109DDB29A3}"/>
          </ac:spMkLst>
        </pc:spChg>
      </pc:sldChg>
      <pc:sldChg chg="addSp modSp new mod setBg">
        <pc:chgData name="Sládeček David" userId="S::sladecek@hradebni.cz::474d93f0-3a32-49cc-b837-47806091b590" providerId="AD" clId="Web-{BDE392A0-B08B-4280-BD90-8D12549F3A64}" dt="2025-12-12T05:56:44.974" v="695"/>
        <pc:sldMkLst>
          <pc:docMk/>
          <pc:sldMk cId="2774131882" sldId="266"/>
        </pc:sldMkLst>
        <pc:spChg chg="mo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2" creationId="{8F3EB533-244F-932C-0FF5-377739F35FA4}"/>
          </ac:spMkLst>
        </pc:spChg>
        <pc:spChg chg="mo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3" creationId="{34D6804E-DB80-0032-3670-4306DD211DDC}"/>
          </ac:spMkLst>
        </pc:spChg>
        <pc:spChg chg="ad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9" creationId="{311973C2-EB8B-452A-A698-4A252FD3AE28}"/>
          </ac:spMkLst>
        </pc:spChg>
        <pc:spChg chg="add">
          <ac:chgData name="Sládeček David" userId="S::sladecek@hradebni.cz::474d93f0-3a32-49cc-b837-47806091b590" providerId="AD" clId="Web-{BDE392A0-B08B-4280-BD90-8D12549F3A64}" dt="2025-12-12T05:56:44.974" v="695"/>
          <ac:spMkLst>
            <pc:docMk/>
            <pc:sldMk cId="2774131882" sldId="266"/>
            <ac:spMk id="11" creationId="{10162E77-11AD-44A7-84EC-40C59EEFBD2E}"/>
          </ac:spMkLst>
        </pc:spChg>
        <pc:picChg chg="add">
          <ac:chgData name="Sládeček David" userId="S::sladecek@hradebni.cz::474d93f0-3a32-49cc-b837-47806091b590" providerId="AD" clId="Web-{BDE392A0-B08B-4280-BD90-8D12549F3A64}" dt="2025-12-12T05:56:44.974" v="695"/>
          <ac:picMkLst>
            <pc:docMk/>
            <pc:sldMk cId="2774131882" sldId="266"/>
            <ac:picMk id="5" creationId="{B2A72A56-E200-037F-D3EB-583035871DB9}"/>
          </ac:picMkLst>
        </pc:picChg>
        <pc:cxnChg chg="add">
          <ac:chgData name="Sládeček David" userId="S::sladecek@hradebni.cz::474d93f0-3a32-49cc-b837-47806091b590" providerId="AD" clId="Web-{BDE392A0-B08B-4280-BD90-8D12549F3A64}" dt="2025-12-12T05:56:44.974" v="695"/>
          <ac:cxnSpMkLst>
            <pc:docMk/>
            <pc:sldMk cId="2774131882" sldId="266"/>
            <ac:cxnSpMk id="13" creationId="{5AB158E9-1B40-4CD6-95F0-95CA11DF7B7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1C0AFD-19C8-4F60-A212-D1160A075A71}" type="datetimeFigureOut">
              <a:rPr lang="cs-CZ" smtClean="0"/>
              <a:t>11.12.2025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0485B9-29E6-4048-95BB-71D43105C69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2755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latin typeface="Calibri"/>
                <a:ea typeface="Calibri"/>
                <a:cs typeface="Calibri"/>
              </a:rPr>
              <a:t>Svět</a:t>
            </a:r>
            <a:r>
              <a:rPr lang="en-US" dirty="0">
                <a:latin typeface="Calibri"/>
                <a:ea typeface="Calibri"/>
                <a:cs typeface="Calibri"/>
              </a:rPr>
              <a:t> bez </a:t>
            </a:r>
            <a:r>
              <a:rPr lang="en-US" dirty="0" err="1">
                <a:latin typeface="Calibri"/>
                <a:ea typeface="Calibri"/>
                <a:cs typeface="Calibri"/>
              </a:rPr>
              <a:t>inernetu</a:t>
            </a:r>
            <a:r>
              <a:rPr lang="en-US" dirty="0">
                <a:latin typeface="Calibri"/>
                <a:ea typeface="Calibri"/>
                <a:cs typeface="Calibri"/>
              </a:rPr>
              <a:t>. </a:t>
            </a:r>
            <a:r>
              <a:rPr lang="en-US" dirty="0" err="1">
                <a:latin typeface="Calibri"/>
                <a:ea typeface="Calibri"/>
                <a:cs typeface="Calibri"/>
              </a:rPr>
              <a:t>Jaký</a:t>
            </a:r>
            <a:r>
              <a:rPr lang="en-US" dirty="0">
                <a:latin typeface="Calibri"/>
                <a:ea typeface="Calibri"/>
                <a:cs typeface="Calibri"/>
              </a:rPr>
              <a:t> by </a:t>
            </a:r>
            <a:r>
              <a:rPr lang="en-US" dirty="0" err="1">
                <a:latin typeface="Calibri"/>
                <a:ea typeface="Calibri"/>
                <a:cs typeface="Calibri"/>
              </a:rPr>
              <a:t>byl</a:t>
            </a:r>
            <a:r>
              <a:rPr lang="en-US" dirty="0">
                <a:latin typeface="Calibri"/>
                <a:ea typeface="Calibri"/>
                <a:cs typeface="Calibri"/>
              </a:rPr>
              <a:t>?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0485B9-29E6-4048-95BB-71D43105C69A}" type="slidenum">
              <a:rPr lang="cs-CZ" smtClean="0"/>
              <a:t>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440601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DF68E2-58F2-4D09-BE8B-E3BD0653305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82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FC5F6-F338-4AE4-BB23-26385BCFC423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13E31D-E2AB-40D1-8B51-AFA5AFEF393A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519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BB0C4-6273-4C6E-B9BD-2EDC30F1CD52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8382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B4D41-86C1-4908-B66A-0B50CEB3BF2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72198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426E2C-56C1-4E0D-A793-0088A7FDD37E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8206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C39B41-D8B5-4052-B551-9B5525EAA8B6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13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94136C-8742-45B2-AF27-D93DF72833A9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4505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32ABBEA6-7C60-4B02-AE87-00D78D8422AF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76641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CAD897-D46E-4AD2-BD9B-49DD3E640873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51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2D6473-DF6D-4702-B328-E0DD40540A4E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98364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6F7E3A-B166-407D-9866-32884E7D5B37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9203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98624D31-43A5-475A-80CF-332C9F6DCF35}" type="datetimeFigureOut">
              <a:rPr lang="en-US" dirty="0"/>
              <a:t>12/11/2025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05387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Algoritmizace, úvod do programování</a:t>
            </a:r>
          </a:p>
        </p:txBody>
      </p:sp>
      <p:sp>
        <p:nvSpPr>
          <p:cNvPr id="3" name="Podnadpis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cs-CZ"/>
              <a:t>Digitální a mediální gramotnost</a:t>
            </a:r>
          </a:p>
        </p:txBody>
      </p:sp>
    </p:spTree>
    <p:extLst>
      <p:ext uri="{BB962C8B-B14F-4D97-AF65-F5344CB8AC3E}">
        <p14:creationId xmlns:p14="http://schemas.microsoft.com/office/powerpoint/2010/main" val="37995230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84B963C-0EBC-36D6-6053-3E8F84203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Algoritmus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A8575D-C33A-A04A-4041-3492410AED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postup skládající se z jednotlivých jednoznačně určených kroků tzv. příkazů, které vedou k získání řešení problému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Algoritmy nás obklopují stejně jako třeba matematika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Sociální sítě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Navigace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Recept na vaření</a:t>
            </a:r>
            <a:endParaRPr lang="cs-CZ">
              <a:ea typeface="Calibri"/>
              <a:cs typeface="Calibri"/>
            </a:endParaRPr>
          </a:p>
          <a:p>
            <a:r>
              <a:rPr lang="cs-CZ" dirty="0">
                <a:ea typeface="+mn-lt"/>
                <a:cs typeface="+mn-lt"/>
              </a:rPr>
              <a:t>Nejstarší algoritmus – Euklidův pro určení společní dělitele čísel</a:t>
            </a:r>
          </a:p>
          <a:p>
            <a:r>
              <a:rPr lang="cs-CZ" b="1" dirty="0">
                <a:ea typeface="Calibri" panose="020F0502020204030204"/>
                <a:cs typeface="Calibri" panose="020F0502020204030204"/>
              </a:rPr>
              <a:t>Každý algoritmus musí splňovat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Konečnost, rezultativnost, determinovanost, hromadnost</a:t>
            </a:r>
          </a:p>
        </p:txBody>
      </p:sp>
    </p:spTree>
    <p:extLst>
      <p:ext uri="{BB962C8B-B14F-4D97-AF65-F5344CB8AC3E}">
        <p14:creationId xmlns:p14="http://schemas.microsoft.com/office/powerpoint/2010/main" val="31194463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E68CCA91-78A5-3D24-D7E6-C29424D85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Programovací jazyk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9319473-A04A-5F8E-370C-303092DD25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umělý jazyk, který se používá pro definování sekvence programových příkazů, které lze zpracovat na počítači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Využívá se k implementaci (zhotovení) příslušného algoritmu 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Popis takového algoritmu je ryze konkrétní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Dělíme podle několika kategorií </a:t>
            </a:r>
            <a:endParaRPr lang="cs-CZ" dirty="0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Míra abstrakce 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Způsob překladu a spuštění</a:t>
            </a:r>
            <a:endParaRPr lang="cs-CZ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01571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1087B47-4CCB-C8F5-CF8F-A8A80D47F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Proměnná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ACB3E43-170F-099D-966A-01AD73084D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= pojmenované místo v paměti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Vytváří se na základě deklarace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Během deklarace určíme její jméno (</a:t>
            </a:r>
            <a:r>
              <a:rPr lang="cs-CZ" dirty="0" err="1">
                <a:ea typeface="+mn-lt"/>
                <a:cs typeface="+mn-lt"/>
              </a:rPr>
              <a:t>identifiáktor</a:t>
            </a:r>
            <a:r>
              <a:rPr lang="cs-CZ" dirty="0">
                <a:ea typeface="+mn-lt"/>
                <a:cs typeface="+mn-lt"/>
              </a:rPr>
              <a:t>) a její typ</a:t>
            </a:r>
            <a:endParaRPr lang="cs-CZ"/>
          </a:p>
          <a:p>
            <a:r>
              <a:rPr lang="cs-CZ" dirty="0">
                <a:ea typeface="+mn-lt"/>
                <a:cs typeface="+mn-lt"/>
              </a:rPr>
              <a:t>Volitelně můžeme již v průběhu deklarace určit její hodnotu</a:t>
            </a:r>
            <a:endParaRPr lang="cs-CZ"/>
          </a:p>
          <a:p>
            <a:pPr marL="0" indent="0">
              <a:buNone/>
            </a:pP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Např.: </a:t>
            </a:r>
            <a:r>
              <a:rPr lang="cs-CZ" dirty="0" err="1">
                <a:ea typeface="+mn-lt"/>
                <a:cs typeface="+mn-lt"/>
              </a:rPr>
              <a:t>int</a:t>
            </a:r>
            <a:r>
              <a:rPr lang="cs-CZ" dirty="0">
                <a:ea typeface="+mn-lt"/>
                <a:cs typeface="+mn-lt"/>
              </a:rPr>
              <a:t> suma = 0; double </a:t>
            </a:r>
            <a:r>
              <a:rPr lang="cs-CZ" dirty="0" err="1">
                <a:ea typeface="+mn-lt"/>
                <a:cs typeface="+mn-lt"/>
              </a:rPr>
              <a:t>height</a:t>
            </a:r>
            <a:r>
              <a:rPr lang="cs-CZ" dirty="0">
                <a:ea typeface="+mn-lt"/>
                <a:cs typeface="+mn-lt"/>
              </a:rPr>
              <a:t> = 11.3; </a:t>
            </a:r>
            <a:r>
              <a:rPr lang="cs-CZ" dirty="0" err="1">
                <a:ea typeface="+mn-lt"/>
                <a:cs typeface="+mn-lt"/>
              </a:rPr>
              <a:t>char</a:t>
            </a:r>
            <a:r>
              <a:rPr lang="cs-CZ" dirty="0">
                <a:ea typeface="+mn-lt"/>
                <a:cs typeface="+mn-lt"/>
              </a:rPr>
              <a:t> input;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3210237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07BEC046-E031-8BD1-C56D-5F973C4A2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Datové typy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048B415-7FA4-E7FB-9C0F-00D89BBEAD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Datový typ určuje, jakou hodnotu lze očekávat uvnitř proměnné</a:t>
            </a:r>
          </a:p>
          <a:p>
            <a:r>
              <a:rPr lang="cs-CZ" dirty="0">
                <a:ea typeface="Calibri"/>
                <a:cs typeface="Calibri"/>
              </a:rPr>
              <a:t>Číselné</a:t>
            </a:r>
            <a:endParaRPr lang="cs-CZ"/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Celočíselné - </a:t>
            </a:r>
            <a:r>
              <a:rPr lang="cs-CZ" err="1">
                <a:ea typeface="Calibri"/>
                <a:cs typeface="Calibri"/>
              </a:rPr>
              <a:t>int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short</a:t>
            </a:r>
            <a:r>
              <a:rPr lang="cs-CZ" dirty="0">
                <a:ea typeface="Calibri" panose="020F0502020204030204"/>
                <a:cs typeface="Calibri" panose="020F0502020204030204"/>
              </a:rPr>
              <a:t>, long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Desetinné - </a:t>
            </a:r>
            <a:r>
              <a:rPr lang="cs-CZ" err="1">
                <a:ea typeface="Calibri" panose="020F0502020204030204"/>
                <a:cs typeface="Calibri" panose="020F0502020204030204"/>
              </a:rPr>
              <a:t>float</a:t>
            </a:r>
            <a:r>
              <a:rPr lang="cs-CZ" dirty="0">
                <a:ea typeface="Calibri" panose="020F0502020204030204"/>
                <a:cs typeface="Calibri" panose="020F0502020204030204"/>
              </a:rPr>
              <a:t>, double</a:t>
            </a: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Textové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Znakové - </a:t>
            </a:r>
            <a:r>
              <a:rPr lang="cs-CZ" err="1">
                <a:ea typeface="Calibri" panose="020F0502020204030204"/>
                <a:cs typeface="Calibri" panose="020F0502020204030204"/>
              </a:rPr>
              <a:t>char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Řetězce - </a:t>
            </a:r>
            <a:r>
              <a:rPr lang="cs-CZ" err="1">
                <a:ea typeface="Calibri" panose="020F0502020204030204"/>
                <a:cs typeface="Calibri" panose="020F0502020204030204"/>
              </a:rPr>
              <a:t>string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Calibri" panose="020F0502020204030204"/>
                <a:cs typeface="Calibri" panose="020F0502020204030204"/>
              </a:rPr>
              <a:t>Ostatní 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 panose="020F0502020204030204"/>
                <a:cs typeface="Calibri" panose="020F0502020204030204"/>
              </a:rPr>
              <a:t>Bool</a:t>
            </a:r>
            <a:r>
              <a:rPr lang="cs-CZ" dirty="0">
                <a:ea typeface="Calibri" panose="020F0502020204030204"/>
                <a:cs typeface="Calibri" panose="020F0502020204030204"/>
              </a:rPr>
              <a:t> - pravdivostní hodnota 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true</a:t>
            </a:r>
            <a:r>
              <a:rPr lang="cs-CZ" dirty="0">
                <a:ea typeface="Calibri" panose="020F0502020204030204"/>
                <a:cs typeface="Calibri" panose="020F0502020204030204"/>
              </a:rPr>
              <a:t>/</a:t>
            </a:r>
            <a:r>
              <a:rPr lang="cs-CZ" dirty="0" err="1">
                <a:ea typeface="Calibri" panose="020F0502020204030204"/>
                <a:cs typeface="Calibri" panose="020F0502020204030204"/>
              </a:rPr>
              <a:t>false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 panose="020F0502020204030204"/>
                <a:cs typeface="Calibri" panose="020F0502020204030204"/>
              </a:rPr>
              <a:t>Var - všeobecná proměnná, není specifikovaný datový typ</a:t>
            </a:r>
          </a:p>
        </p:txBody>
      </p:sp>
    </p:spTree>
    <p:extLst>
      <p:ext uri="{BB962C8B-B14F-4D97-AF65-F5344CB8AC3E}">
        <p14:creationId xmlns:p14="http://schemas.microsoft.com/office/powerpoint/2010/main" val="3267279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FC1CDC16-429B-F6EC-1ADC-1D12AD15E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Základní konstrukce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512A4636-A01D-5A47-E1E5-CE4C549DA9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b="1" dirty="0">
                <a:ea typeface="Calibri"/>
                <a:cs typeface="Calibri"/>
              </a:rPr>
              <a:t>Sekvence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Jednotlivé příkazy a instrukce po sobě jdoucí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Přiřazení hodnoty, vyhodnocení výrazu, načtení vstupu, ...</a:t>
            </a:r>
          </a:p>
          <a:p>
            <a:r>
              <a:rPr lang="cs-CZ" b="1" dirty="0">
                <a:ea typeface="Calibri"/>
                <a:cs typeface="Calibri"/>
              </a:rPr>
              <a:t>Rozhodovací blok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 err="1">
                <a:ea typeface="Calibri"/>
                <a:cs typeface="Calibri"/>
              </a:rPr>
              <a:t>If-else</a:t>
            </a:r>
            <a:endParaRPr lang="cs-CZ" dirty="0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Switch-case</a:t>
            </a:r>
          </a:p>
          <a:p>
            <a:r>
              <a:rPr lang="cs-CZ" b="1" dirty="0">
                <a:ea typeface="Calibri"/>
                <a:cs typeface="Calibri"/>
              </a:rPr>
              <a:t>Cyklus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Pevný počet opakování - </a:t>
            </a:r>
            <a:r>
              <a:rPr lang="cs-CZ" err="1">
                <a:ea typeface="Calibri"/>
                <a:cs typeface="Calibri"/>
              </a:rPr>
              <a:t>for</a:t>
            </a:r>
            <a:r>
              <a:rPr lang="cs-CZ" dirty="0">
                <a:ea typeface="Calibri"/>
                <a:cs typeface="Calibri"/>
              </a:rPr>
              <a:t>, </a:t>
            </a:r>
            <a:r>
              <a:rPr lang="cs-CZ" err="1">
                <a:ea typeface="Calibri"/>
                <a:cs typeface="Calibri"/>
              </a:rPr>
              <a:t>foreach</a:t>
            </a:r>
            <a:endParaRPr lang="cs-CZ">
              <a:ea typeface="Calibri"/>
              <a:cs typeface="Calibri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Calibri"/>
                <a:cs typeface="Calibri"/>
              </a:rPr>
              <a:t>Neznámý počet opakování - </a:t>
            </a:r>
            <a:r>
              <a:rPr lang="cs-CZ" err="1">
                <a:ea typeface="Calibri"/>
                <a:cs typeface="Calibri"/>
              </a:rPr>
              <a:t>while</a:t>
            </a:r>
            <a:r>
              <a:rPr lang="cs-CZ" dirty="0">
                <a:ea typeface="Calibri"/>
                <a:cs typeface="Calibri"/>
              </a:rPr>
              <a:t>, do-</a:t>
            </a:r>
            <a:r>
              <a:rPr lang="cs-CZ" err="1">
                <a:ea typeface="Calibri"/>
                <a:cs typeface="Calibri"/>
              </a:rPr>
              <a:t>while</a:t>
            </a:r>
            <a:endParaRPr lang="cs-CZ">
              <a:ea typeface="Calibri"/>
              <a:cs typeface="Calibri"/>
            </a:endParaRP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990629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614AF51-3864-D3E9-8613-B4025958D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Vývojový diagram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100098D5-802C-681D-0926-6A14533978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>
                <a:ea typeface="+mn-lt"/>
                <a:cs typeface="+mn-lt"/>
              </a:rPr>
              <a:t>= Grafické znázornění algoritmu</a:t>
            </a:r>
            <a:endParaRPr lang="cs-CZ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Slouží k názornému představení konkrétního algoritmu a usnadňuje jeho pochopení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Čteme a vytváříme jej směrem odshora dolů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Šipky v diagramu představují směr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Pro kreslení se dodržují ucelená pravidla a normy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6108446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52ABB703-2B0E-4C3B-B4A2-F3973548E5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AFFB07AF-8CD1-B264-64FD-77B8FA44D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1685" y="634946"/>
            <a:ext cx="5127171" cy="1450757"/>
          </a:xfrm>
        </p:spPr>
        <p:txBody>
          <a:bodyPr>
            <a:normAutofit/>
          </a:bodyPr>
          <a:lstStyle/>
          <a:p>
            <a:r>
              <a:rPr lang="cs-CZ" sz="4100">
                <a:ea typeface="Calibri Light"/>
                <a:cs typeface="Calibri Light"/>
              </a:rPr>
              <a:t>Značky používané ve vývojových diagramech</a:t>
            </a:r>
            <a:endParaRPr lang="cs-CZ" sz="4100"/>
          </a:p>
        </p:txBody>
      </p:sp>
      <p:pic>
        <p:nvPicPr>
          <p:cNvPr id="10" name="Obrázek 9" descr="Obsah obrázku text, snímek obrazovky, Písmo, diagram&#10;&#10;Obsah generovaný pomocí AI může být nesprávný.">
            <a:extLst>
              <a:ext uri="{FF2B5EF4-FFF2-40B4-BE49-F238E27FC236}">
                <a16:creationId xmlns:a16="http://schemas.microsoft.com/office/drawing/2014/main" id="{46AE9A20-4AAA-B7E9-BE3A-946D0136C6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192" y="1292765"/>
            <a:ext cx="5451627" cy="3952429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C21570E-E159-49A6-9891-FA397B7A92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411684" y="2086188"/>
            <a:ext cx="4748808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72E940CF-6E50-372C-D0A8-0AE4447D47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1684" y="2198914"/>
            <a:ext cx="512717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Značky využívané v diagramech jsou standardizované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Algoritmus lze přečíst nehledě na znalost programovacího jazyka</a:t>
            </a:r>
            <a:endParaRPr lang="cs-CZ" dirty="0"/>
          </a:p>
          <a:p>
            <a:r>
              <a:rPr lang="cs-CZ" dirty="0">
                <a:ea typeface="+mn-lt"/>
                <a:cs typeface="+mn-lt"/>
              </a:rPr>
              <a:t>Popis je univerzální </a:t>
            </a:r>
            <a:endParaRPr lang="cs-CZ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95DA498-D9A2-4DA9-B9DA-B3776E08CF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2A73093-4B9D-420D-B17E-52293703A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258937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F61648D-C603-2989-46DB-707700290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5953433" cy="143846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Ukázka vývojového diagramu</a:t>
            </a:r>
            <a:endParaRPr lang="cs-CZ" dirty="0"/>
          </a:p>
        </p:txBody>
      </p:sp>
      <p:sp>
        <p:nvSpPr>
          <p:cNvPr id="9" name="Zástupný obsah 8">
            <a:extLst>
              <a:ext uri="{FF2B5EF4-FFF2-40B4-BE49-F238E27FC236}">
                <a16:creationId xmlns:a16="http://schemas.microsoft.com/office/drawing/2014/main" id="{10F69FEF-8784-BA5F-E6A7-C162886BC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2533992"/>
            <a:ext cx="4021504" cy="402336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Máme elektrický obvod složený z jednoho zdroje a jedné žárovky</a:t>
            </a:r>
            <a:endParaRPr lang="cs-CZ" dirty="0">
              <a:ea typeface="Calibri" panose="020F0502020204030204"/>
              <a:cs typeface="Calibri" panose="020F0502020204030204"/>
            </a:endParaRPr>
          </a:p>
          <a:p>
            <a:r>
              <a:rPr lang="cs-CZ" dirty="0">
                <a:ea typeface="+mn-lt"/>
                <a:cs typeface="+mn-lt"/>
              </a:rPr>
              <a:t>Chceme, aby se žárovka rozsvítila</a:t>
            </a:r>
            <a:endParaRPr lang="cs-CZ" dirty="0"/>
          </a:p>
        </p:txBody>
      </p:sp>
      <p:pic>
        <p:nvPicPr>
          <p:cNvPr id="10" name="Obrázek 9" descr="Obsah obrázku text, snímek obrazovky, diagram, řada/pruh&#10;&#10;Obsah generovaný pomocí AI může být nesprávný.">
            <a:extLst>
              <a:ext uri="{FF2B5EF4-FFF2-40B4-BE49-F238E27FC236}">
                <a16:creationId xmlns:a16="http://schemas.microsoft.com/office/drawing/2014/main" id="{57A8757D-2547-F992-2577-78352325CA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8812" y="283906"/>
            <a:ext cx="5961883" cy="5801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200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28C12A4C-21A4-E2F9-9DD4-9E919C56D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>
                <a:ea typeface="Calibri Light"/>
                <a:cs typeface="Calibri Light"/>
              </a:rPr>
              <a:t>Pseudokód</a:t>
            </a:r>
            <a:endParaRPr lang="cs-CZ" dirty="0"/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9FC8E4F-3CEF-8BDA-B8F9-76109DDB29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0" tIns="45720" rIns="0" bIns="45720" rtlCol="0" anchor="t">
            <a:normAutofit/>
          </a:bodyPr>
          <a:lstStyle/>
          <a:p>
            <a:r>
              <a:rPr lang="cs-CZ" dirty="0">
                <a:ea typeface="Calibri"/>
                <a:cs typeface="Calibri"/>
              </a:rPr>
              <a:t>Kombinuje slova pro běžnou komunikaci s kódovými instrukcemi</a:t>
            </a:r>
          </a:p>
          <a:p>
            <a:r>
              <a:rPr lang="cs-CZ" b="1" dirty="0">
                <a:ea typeface="Calibri"/>
                <a:cs typeface="Calibri"/>
              </a:rPr>
              <a:t>Cyklus</a:t>
            </a:r>
          </a:p>
          <a:p>
            <a:r>
              <a:rPr lang="cs-CZ" dirty="0">
                <a:ea typeface="Calibri"/>
                <a:cs typeface="Calibri"/>
              </a:rPr>
              <a:t>Pro hodnotu a od 1 do 10 opakuj</a:t>
            </a:r>
          </a:p>
          <a:p>
            <a:r>
              <a:rPr lang="cs-CZ" dirty="0">
                <a:ea typeface="Calibri"/>
                <a:cs typeface="Calibri"/>
              </a:rPr>
              <a:t>    Vypiš hodnotu a</a:t>
            </a:r>
          </a:p>
          <a:p>
            <a:r>
              <a:rPr lang="cs-CZ" b="1" dirty="0">
                <a:ea typeface="Calibri"/>
                <a:cs typeface="Calibri"/>
              </a:rPr>
              <a:t>Větvení</a:t>
            </a:r>
            <a:endParaRPr lang="cs-CZ" dirty="0">
              <a:ea typeface="Calibri"/>
              <a:cs typeface="Calibri"/>
            </a:endParaRPr>
          </a:p>
          <a:p>
            <a:r>
              <a:rPr lang="cs-CZ" dirty="0">
                <a:ea typeface="Calibri"/>
                <a:cs typeface="Calibri"/>
              </a:rPr>
              <a:t>Pokud a &gt; b</a:t>
            </a:r>
          </a:p>
          <a:p>
            <a:r>
              <a:rPr lang="cs-CZ" dirty="0">
                <a:ea typeface="Calibri"/>
                <a:cs typeface="Calibri"/>
              </a:rPr>
              <a:t>    Vypiš hodnotu a</a:t>
            </a:r>
          </a:p>
          <a:p>
            <a:r>
              <a:rPr lang="cs-CZ" dirty="0">
                <a:ea typeface="Calibri"/>
                <a:cs typeface="Calibri"/>
              </a:rPr>
              <a:t>Jinak</a:t>
            </a:r>
          </a:p>
          <a:p>
            <a:r>
              <a:rPr lang="cs-CZ" dirty="0">
                <a:ea typeface="Calibri"/>
                <a:cs typeface="Calibri"/>
              </a:rPr>
              <a:t>    Vypiš hodnotu b</a:t>
            </a:r>
          </a:p>
          <a:p>
            <a:endParaRPr lang="cs-CZ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979242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Nadpis 1">
            <a:extLst>
              <a:ext uri="{FF2B5EF4-FFF2-40B4-BE49-F238E27FC236}">
                <a16:creationId xmlns:a16="http://schemas.microsoft.com/office/drawing/2014/main" id="{8F3EB533-244F-932C-0FF5-377739F35F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cs-CZ" dirty="0">
                <a:ea typeface="Calibri Light"/>
                <a:cs typeface="Calibri Light"/>
              </a:rPr>
              <a:t>Procvičení algoritmizace</a:t>
            </a:r>
            <a:endParaRPr lang="cs-CZ" dirty="0"/>
          </a:p>
        </p:txBody>
      </p:sp>
      <p:pic>
        <p:nvPicPr>
          <p:cNvPr id="5" name="Picture 4" descr="Water droplet on a petal">
            <a:extLst>
              <a:ext uri="{FF2B5EF4-FFF2-40B4-BE49-F238E27FC236}">
                <a16:creationId xmlns:a16="http://schemas.microsoft.com/office/drawing/2014/main" id="{B2A72A56-E200-037F-D3EB-583035871D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192" r="48703" b="6"/>
          <a:stretch>
            <a:fillRect/>
          </a:stretch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34D6804E-DB80-0032-3670-4306DD211D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368142" cy="3670180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cs-CZ" dirty="0">
                <a:ea typeface="+mn-lt"/>
                <a:cs typeface="+mn-lt"/>
              </a:rPr>
              <a:t>Algoritmus, který bude zvyšovat číslo v proměnné X o hodnotu 3,14 dokud tato hodnota nepřesáhne hodnotu 10</a:t>
            </a:r>
          </a:p>
          <a:p>
            <a:endParaRPr lang="cs-CZ" dirty="0">
              <a:ea typeface="+mn-lt"/>
              <a:cs typeface="+mn-lt"/>
            </a:endParaRP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Vytvořte návrh zadání pomocí vývojového diagramu</a:t>
            </a:r>
          </a:p>
          <a:p>
            <a:pPr marL="383540" lvl="1">
              <a:buFont typeface="Courier New" panose="020F0502020204030204" pitchFamily="34" charset="0"/>
              <a:buChar char="o"/>
            </a:pPr>
            <a:r>
              <a:rPr lang="cs-CZ" dirty="0">
                <a:ea typeface="+mn-lt"/>
                <a:cs typeface="+mn-lt"/>
              </a:rPr>
              <a:t>Vytvořte implementaci zadání pomocí pseudokódu</a:t>
            </a:r>
          </a:p>
        </p:txBody>
      </p:sp>
    </p:spTree>
    <p:extLst>
      <p:ext uri="{BB962C8B-B14F-4D97-AF65-F5344CB8AC3E}">
        <p14:creationId xmlns:p14="http://schemas.microsoft.com/office/powerpoint/2010/main" val="277413188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2F7ECDF1E614946A5A39D5552BFC522" ma:contentTypeVersion="3" ma:contentTypeDescription="Vytvoří nový dokument" ma:contentTypeScope="" ma:versionID="0375011d691e61d91b9596942a8601dc">
  <xsd:schema xmlns:xsd="http://www.w3.org/2001/XMLSchema" xmlns:xs="http://www.w3.org/2001/XMLSchema" xmlns:p="http://schemas.microsoft.com/office/2006/metadata/properties" xmlns:ns2="09a37b55-a4d7-45bd-a73f-33c2b1d41898" targetNamespace="http://schemas.microsoft.com/office/2006/metadata/properties" ma:root="true" ma:fieldsID="f6c9548d5894a94eccd88f005da6fd8a" ns2:_="">
    <xsd:import namespace="09a37b55-a4d7-45bd-a73f-33c2b1d4189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9a37b55-a4d7-45bd-a73f-33c2b1d4189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 obsahu"/>
        <xsd:element ref="dc:title" minOccurs="0" maxOccurs="1" ma:index="4" ma:displayName="Nadpis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3022C7D1-EE9E-4242-B577-CD53C439A66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CF52871-FF00-4D4A-8396-DA8C6A507140}">
  <ds:schemaRefs>
    <ds:schemaRef ds:uri="http://purl.org/dc/dcmitype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09a37b55-a4d7-45bd-a73f-33c2b1d41898"/>
    <ds:schemaRef ds:uri="http://purl.org/dc/terms/"/>
    <ds:schemaRef ds:uri="http://purl.org/dc/elements/1.1/"/>
    <ds:schemaRef ds:uri="http://schemas.microsoft.com/office/infopath/2007/PartnerControl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268646C-641E-4CF4-B17F-E0D331047BF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9a37b55-a4d7-45bd-a73f-33c2b1d4189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235</Words>
  <Application>Microsoft Office PowerPoint</Application>
  <PresentationFormat>Širokoúhlá obrazovka</PresentationFormat>
  <Paragraphs>54</Paragraphs>
  <Slides>11</Slides>
  <Notes>1</Notes>
  <HiddenSlides>0</HiddenSlides>
  <MMClips>0</MMClips>
  <ScaleCrop>false</ScaleCrop>
  <HeadingPairs>
    <vt:vector size="4" baseType="variant">
      <vt:variant>
        <vt:lpstr>Motiv</vt:lpstr>
      </vt:variant>
      <vt:variant>
        <vt:i4>1</vt:i4>
      </vt:variant>
      <vt:variant>
        <vt:lpstr>Nadpisy snímků</vt:lpstr>
      </vt:variant>
      <vt:variant>
        <vt:i4>11</vt:i4>
      </vt:variant>
    </vt:vector>
  </HeadingPairs>
  <TitlesOfParts>
    <vt:vector size="12" baseType="lpstr">
      <vt:lpstr>Retrospect</vt:lpstr>
      <vt:lpstr>Algoritmizace, úvod do programování</vt:lpstr>
      <vt:lpstr>Algoritmus</vt:lpstr>
      <vt:lpstr>Programovací jazyk</vt:lpstr>
      <vt:lpstr>Proměnná</vt:lpstr>
      <vt:lpstr>Datové typy</vt:lpstr>
      <vt:lpstr>Základní konstrukce</vt:lpstr>
      <vt:lpstr>Vývojový diagram</vt:lpstr>
      <vt:lpstr>Značky používané ve vývojových diagramech</vt:lpstr>
      <vt:lpstr>Ukázka vývojového diagramu</vt:lpstr>
      <vt:lpstr>Pseudokód</vt:lpstr>
      <vt:lpstr>Procvičení algoritmizace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Hardware</dc:title>
  <dc:creator>Sládeček David</dc:creator>
  <cp:lastModifiedBy>Sládeček David</cp:lastModifiedBy>
  <cp:revision>645</cp:revision>
  <dcterms:created xsi:type="dcterms:W3CDTF">2025-10-12T16:48:06Z</dcterms:created>
  <dcterms:modified xsi:type="dcterms:W3CDTF">2025-12-12T05:56:48Z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0x01010052F7ECDF1E614946A5A39D5552BFC522</vt:lpwstr>
  </property>
</Properties>
</file>