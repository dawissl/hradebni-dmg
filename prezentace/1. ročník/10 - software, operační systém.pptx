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FFFBE5-E8A8-43A0-ABEF-81F5848E3597}" v="382" dt="2025-12-16T10:39:08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3723E4FB-8B83-47CC-8875-BF609734F302}"/>
    <pc:docChg chg="modSld">
      <pc:chgData name="Sládeček David" userId="S::sladecek@hradebni.cz::474d93f0-3a32-49cc-b837-47806091b590" providerId="AD" clId="Web-{3723E4FB-8B83-47CC-8875-BF609734F302}" dt="2025-12-12T05:57:36.335" v="9" actId="20577"/>
      <pc:docMkLst>
        <pc:docMk/>
      </pc:docMkLst>
      <pc:sldChg chg="modSp">
        <pc:chgData name="Sládeček David" userId="S::sladecek@hradebni.cz::474d93f0-3a32-49cc-b837-47806091b590" providerId="AD" clId="Web-{3723E4FB-8B83-47CC-8875-BF609734F302}" dt="2025-12-12T05:57:36.335" v="9" actId="20577"/>
        <pc:sldMkLst>
          <pc:docMk/>
          <pc:sldMk cId="3799523001" sldId="256"/>
        </pc:sldMkLst>
        <pc:spChg chg="mod">
          <ac:chgData name="Sládeček David" userId="S::sladecek@hradebni.cz::474d93f0-3a32-49cc-b837-47806091b590" providerId="AD" clId="Web-{3723E4FB-8B83-47CC-8875-BF609734F302}" dt="2025-12-12T05:57:36.335" v="9" actId="20577"/>
          <ac:spMkLst>
            <pc:docMk/>
            <pc:sldMk cId="3799523001" sldId="256"/>
            <ac:spMk id="2" creationId="{00000000-0000-0000-0000-000000000000}"/>
          </ac:spMkLst>
        </pc:spChg>
      </pc:sldChg>
    </pc:docChg>
  </pc:docChgLst>
  <pc:docChgLst>
    <pc:chgData name="Sládeček David" userId="S::sladecek@hradebni.cz::474d93f0-3a32-49cc-b837-47806091b590" providerId="AD" clId="Web-{03FFFBE5-E8A8-43A0-ABEF-81F5848E3597}"/>
    <pc:docChg chg="addSld modSld">
      <pc:chgData name="Sládeček David" userId="S::sladecek@hradebni.cz::474d93f0-3a32-49cc-b837-47806091b590" providerId="AD" clId="Web-{03FFFBE5-E8A8-43A0-ABEF-81F5848E3597}" dt="2025-12-16T10:39:07.609" v="362" actId="20577"/>
      <pc:docMkLst>
        <pc:docMk/>
      </pc:docMkLst>
      <pc:sldChg chg="modSp new">
        <pc:chgData name="Sládeček David" userId="S::sladecek@hradebni.cz::474d93f0-3a32-49cc-b837-47806091b590" providerId="AD" clId="Web-{03FFFBE5-E8A8-43A0-ABEF-81F5848E3597}" dt="2025-12-16T10:20:43.952" v="15" actId="20577"/>
        <pc:sldMkLst>
          <pc:docMk/>
          <pc:sldMk cId="4267540812" sldId="257"/>
        </pc:sldMkLst>
        <pc:spChg chg="mod">
          <ac:chgData name="Sládeček David" userId="S::sladecek@hradebni.cz::474d93f0-3a32-49cc-b837-47806091b590" providerId="AD" clId="Web-{03FFFBE5-E8A8-43A0-ABEF-81F5848E3597}" dt="2025-12-16T10:20:15.701" v="2" actId="20577"/>
          <ac:spMkLst>
            <pc:docMk/>
            <pc:sldMk cId="4267540812" sldId="257"/>
            <ac:spMk id="2" creationId="{629869F3-CCCA-DF19-C934-B0DB35E344A8}"/>
          </ac:spMkLst>
        </pc:spChg>
        <pc:spChg chg="mod">
          <ac:chgData name="Sládeček David" userId="S::sladecek@hradebni.cz::474d93f0-3a32-49cc-b837-47806091b590" providerId="AD" clId="Web-{03FFFBE5-E8A8-43A0-ABEF-81F5848E3597}" dt="2025-12-16T10:20:43.952" v="15" actId="20577"/>
          <ac:spMkLst>
            <pc:docMk/>
            <pc:sldMk cId="4267540812" sldId="257"/>
            <ac:spMk id="3" creationId="{99BCD2B7-6AFE-4D3F-78F9-66613C2D801D}"/>
          </ac:spMkLst>
        </pc:spChg>
      </pc:sldChg>
      <pc:sldChg chg="addSp modSp new mod setBg">
        <pc:chgData name="Sládeček David" userId="S::sladecek@hradebni.cz::474d93f0-3a32-49cc-b837-47806091b590" providerId="AD" clId="Web-{03FFFBE5-E8A8-43A0-ABEF-81F5848E3597}" dt="2025-12-16T10:29:49.058" v="321"/>
        <pc:sldMkLst>
          <pc:docMk/>
          <pc:sldMk cId="1473632039" sldId="258"/>
        </pc:sldMkLst>
        <pc:spChg chg="mod">
          <ac:chgData name="Sládeček David" userId="S::sladecek@hradebni.cz::474d93f0-3a32-49cc-b837-47806091b590" providerId="AD" clId="Web-{03FFFBE5-E8A8-43A0-ABEF-81F5848E3597}" dt="2025-12-16T10:29:49.058" v="321"/>
          <ac:spMkLst>
            <pc:docMk/>
            <pc:sldMk cId="1473632039" sldId="258"/>
            <ac:spMk id="2" creationId="{04D30C7B-BE63-82B4-99AC-8A42C66AAAB4}"/>
          </ac:spMkLst>
        </pc:spChg>
        <pc:spChg chg="mod">
          <ac:chgData name="Sládeček David" userId="S::sladecek@hradebni.cz::474d93f0-3a32-49cc-b837-47806091b590" providerId="AD" clId="Web-{03FFFBE5-E8A8-43A0-ABEF-81F5848E3597}" dt="2025-12-16T10:29:49.058" v="321"/>
          <ac:spMkLst>
            <pc:docMk/>
            <pc:sldMk cId="1473632039" sldId="258"/>
            <ac:spMk id="3" creationId="{685BE50F-1794-BE74-D069-029388B4BE42}"/>
          </ac:spMkLst>
        </pc:spChg>
        <pc:spChg chg="add">
          <ac:chgData name="Sládeček David" userId="S::sladecek@hradebni.cz::474d93f0-3a32-49cc-b837-47806091b590" providerId="AD" clId="Web-{03FFFBE5-E8A8-43A0-ABEF-81F5848E3597}" dt="2025-12-16T10:29:49.058" v="321"/>
          <ac:spMkLst>
            <pc:docMk/>
            <pc:sldMk cId="1473632039" sldId="258"/>
            <ac:spMk id="9" creationId="{311973C2-EB8B-452A-A698-4A252FD3AE28}"/>
          </ac:spMkLst>
        </pc:spChg>
        <pc:spChg chg="add">
          <ac:chgData name="Sládeček David" userId="S::sladecek@hradebni.cz::474d93f0-3a32-49cc-b837-47806091b590" providerId="AD" clId="Web-{03FFFBE5-E8A8-43A0-ABEF-81F5848E3597}" dt="2025-12-16T10:29:49.058" v="321"/>
          <ac:spMkLst>
            <pc:docMk/>
            <pc:sldMk cId="1473632039" sldId="258"/>
            <ac:spMk id="11" creationId="{10162E77-11AD-44A7-84EC-40C59EEFBD2E}"/>
          </ac:spMkLst>
        </pc:spChg>
        <pc:picChg chg="add">
          <ac:chgData name="Sládeček David" userId="S::sladecek@hradebni.cz::474d93f0-3a32-49cc-b837-47806091b590" providerId="AD" clId="Web-{03FFFBE5-E8A8-43A0-ABEF-81F5848E3597}" dt="2025-12-16T10:29:49.058" v="321"/>
          <ac:picMkLst>
            <pc:docMk/>
            <pc:sldMk cId="1473632039" sldId="258"/>
            <ac:picMk id="5" creationId="{654CD7E0-9E69-15C7-0234-39B1EDB68959}"/>
          </ac:picMkLst>
        </pc:picChg>
        <pc:cxnChg chg="add">
          <ac:chgData name="Sládeček David" userId="S::sladecek@hradebni.cz::474d93f0-3a32-49cc-b837-47806091b590" providerId="AD" clId="Web-{03FFFBE5-E8A8-43A0-ABEF-81F5848E3597}" dt="2025-12-16T10:29:49.058" v="321"/>
          <ac:cxnSpMkLst>
            <pc:docMk/>
            <pc:sldMk cId="1473632039" sldId="258"/>
            <ac:cxnSpMk id="13" creationId="{5AB158E9-1B40-4CD6-95F0-95CA11DF7B7A}"/>
          </ac:cxnSpMkLst>
        </pc:cxnChg>
      </pc:sldChg>
      <pc:sldChg chg="addSp modSp new mod modClrScheme chgLayout">
        <pc:chgData name="Sládeček David" userId="S::sladecek@hradebni.cz::474d93f0-3a32-49cc-b837-47806091b590" providerId="AD" clId="Web-{03FFFBE5-E8A8-43A0-ABEF-81F5848E3597}" dt="2025-12-16T10:25:35.954" v="104" actId="20577"/>
        <pc:sldMkLst>
          <pc:docMk/>
          <pc:sldMk cId="728584780" sldId="259"/>
        </pc:sldMkLst>
        <pc:spChg chg="mod ord">
          <ac:chgData name="Sládeček David" userId="S::sladecek@hradebni.cz::474d93f0-3a32-49cc-b837-47806091b590" providerId="AD" clId="Web-{03FFFBE5-E8A8-43A0-ABEF-81F5848E3597}" dt="2025-12-16T10:22:23.359" v="68"/>
          <ac:spMkLst>
            <pc:docMk/>
            <pc:sldMk cId="728584780" sldId="259"/>
            <ac:spMk id="2" creationId="{923D85B0-B154-89CE-FD09-30EEDED15DA2}"/>
          </ac:spMkLst>
        </pc:spChg>
        <pc:spChg chg="mod ord">
          <ac:chgData name="Sládeček David" userId="S::sladecek@hradebni.cz::474d93f0-3a32-49cc-b837-47806091b590" providerId="AD" clId="Web-{03FFFBE5-E8A8-43A0-ABEF-81F5848E3597}" dt="2025-12-16T10:23:57.030" v="91" actId="20577"/>
          <ac:spMkLst>
            <pc:docMk/>
            <pc:sldMk cId="728584780" sldId="259"/>
            <ac:spMk id="3" creationId="{79437D04-12DF-10D8-0527-3014464A2F81}"/>
          </ac:spMkLst>
        </pc:spChg>
        <pc:spChg chg="add mod ord">
          <ac:chgData name="Sládeček David" userId="S::sladecek@hradebni.cz::474d93f0-3a32-49cc-b837-47806091b590" providerId="AD" clId="Web-{03FFFBE5-E8A8-43A0-ABEF-81F5848E3597}" dt="2025-12-16T10:25:35.954" v="104" actId="20577"/>
          <ac:spMkLst>
            <pc:docMk/>
            <pc:sldMk cId="728584780" sldId="259"/>
            <ac:spMk id="4" creationId="{D04066B9-0574-50C9-451B-23AD7CB3A9E7}"/>
          </ac:spMkLst>
        </pc:spChg>
      </pc:sldChg>
      <pc:sldChg chg="addSp delSp modSp new mod modClrScheme chgLayout">
        <pc:chgData name="Sládeček David" userId="S::sladecek@hradebni.cz::474d93f0-3a32-49cc-b837-47806091b590" providerId="AD" clId="Web-{03FFFBE5-E8A8-43A0-ABEF-81F5848E3597}" dt="2025-12-16T10:29:56.339" v="322" actId="20577"/>
        <pc:sldMkLst>
          <pc:docMk/>
          <pc:sldMk cId="1000496981" sldId="260"/>
        </pc:sldMkLst>
        <pc:spChg chg="mod ord">
          <ac:chgData name="Sládeček David" userId="S::sladecek@hradebni.cz::474d93f0-3a32-49cc-b837-47806091b590" providerId="AD" clId="Web-{03FFFBE5-E8A8-43A0-ABEF-81F5848E3597}" dt="2025-12-16T10:26:03.829" v="123" actId="20577"/>
          <ac:spMkLst>
            <pc:docMk/>
            <pc:sldMk cId="1000496981" sldId="260"/>
            <ac:spMk id="2" creationId="{36C773F7-38CD-93F4-2E57-493B7BCF6E2E}"/>
          </ac:spMkLst>
        </pc:spChg>
        <pc:spChg chg="mod ord">
          <ac:chgData name="Sládeček David" userId="S::sladecek@hradebni.cz::474d93f0-3a32-49cc-b837-47806091b590" providerId="AD" clId="Web-{03FFFBE5-E8A8-43A0-ABEF-81F5848E3597}" dt="2025-12-16T10:27:41.573" v="225" actId="20577"/>
          <ac:spMkLst>
            <pc:docMk/>
            <pc:sldMk cId="1000496981" sldId="260"/>
            <ac:spMk id="3" creationId="{9CFF80DB-DF5A-D672-2376-1A73A6C80D98}"/>
          </ac:spMkLst>
        </pc:spChg>
        <pc:spChg chg="mod ord">
          <ac:chgData name="Sládeček David" userId="S::sladecek@hradebni.cz::474d93f0-3a32-49cc-b837-47806091b590" providerId="AD" clId="Web-{03FFFBE5-E8A8-43A0-ABEF-81F5848E3597}" dt="2025-12-16T10:29:56.339" v="322" actId="20577"/>
          <ac:spMkLst>
            <pc:docMk/>
            <pc:sldMk cId="1000496981" sldId="260"/>
            <ac:spMk id="4" creationId="{67A9771B-F349-8DB8-ECCC-5E31B6A552F2}"/>
          </ac:spMkLst>
        </pc:spChg>
        <pc:spChg chg="add del mod ord">
          <ac:chgData name="Sládeček David" userId="S::sladecek@hradebni.cz::474d93f0-3a32-49cc-b837-47806091b590" providerId="AD" clId="Web-{03FFFBE5-E8A8-43A0-ABEF-81F5848E3597}" dt="2025-12-16T10:25:59.985" v="120"/>
          <ac:spMkLst>
            <pc:docMk/>
            <pc:sldMk cId="1000496981" sldId="260"/>
            <ac:spMk id="5" creationId="{FFE54B7A-86D2-68CE-5389-176ECF0E2E90}"/>
          </ac:spMkLst>
        </pc:spChg>
        <pc:spChg chg="add del mod ord">
          <ac:chgData name="Sládeček David" userId="S::sladecek@hradebni.cz::474d93f0-3a32-49cc-b837-47806091b590" providerId="AD" clId="Web-{03FFFBE5-E8A8-43A0-ABEF-81F5848E3597}" dt="2025-12-16T10:25:59.985" v="120"/>
          <ac:spMkLst>
            <pc:docMk/>
            <pc:sldMk cId="1000496981" sldId="260"/>
            <ac:spMk id="6" creationId="{91738E7B-2A2B-189A-98D2-3ABE1C01DD40}"/>
          </ac:spMkLst>
        </pc:spChg>
      </pc:sldChg>
      <pc:sldChg chg="delSp modSp new mod modClrScheme chgLayout">
        <pc:chgData name="Sládeček David" userId="S::sladecek@hradebni.cz::474d93f0-3a32-49cc-b837-47806091b590" providerId="AD" clId="Web-{03FFFBE5-E8A8-43A0-ABEF-81F5848E3597}" dt="2025-12-16T10:38:59.015" v="360" actId="20577"/>
        <pc:sldMkLst>
          <pc:docMk/>
          <pc:sldMk cId="1830430625" sldId="261"/>
        </pc:sldMkLst>
        <pc:spChg chg="mod ord">
          <ac:chgData name="Sládeček David" userId="S::sladecek@hradebni.cz::474d93f0-3a32-49cc-b837-47806091b590" providerId="AD" clId="Web-{03FFFBE5-E8A8-43A0-ABEF-81F5848E3597}" dt="2025-12-16T10:35:36.233" v="328" actId="20577"/>
          <ac:spMkLst>
            <pc:docMk/>
            <pc:sldMk cId="1830430625" sldId="261"/>
            <ac:spMk id="2" creationId="{C91C4337-31D6-151D-EE09-C6C6B36E8B2F}"/>
          </ac:spMkLst>
        </pc:spChg>
        <pc:spChg chg="mod ord">
          <ac:chgData name="Sládeček David" userId="S::sladecek@hradebni.cz::474d93f0-3a32-49cc-b837-47806091b590" providerId="AD" clId="Web-{03FFFBE5-E8A8-43A0-ABEF-81F5848E3597}" dt="2025-12-16T10:38:59.015" v="360" actId="20577"/>
          <ac:spMkLst>
            <pc:docMk/>
            <pc:sldMk cId="1830430625" sldId="261"/>
            <ac:spMk id="3" creationId="{A20083D5-7D9C-B29C-700F-E5C566B71D25}"/>
          </ac:spMkLst>
        </pc:spChg>
        <pc:spChg chg="del">
          <ac:chgData name="Sládeček David" userId="S::sladecek@hradebni.cz::474d93f0-3a32-49cc-b837-47806091b590" providerId="AD" clId="Web-{03FFFBE5-E8A8-43A0-ABEF-81F5848E3597}" dt="2025-12-16T10:35:10.982" v="324"/>
          <ac:spMkLst>
            <pc:docMk/>
            <pc:sldMk cId="1830430625" sldId="261"/>
            <ac:spMk id="4" creationId="{C1D4A191-F157-5982-5AC6-EBDBADCDBA6E}"/>
          </ac:spMkLst>
        </pc:spChg>
      </pc:sldChg>
      <pc:sldChg chg="modSp new">
        <pc:chgData name="Sládeček David" userId="S::sladecek@hradebni.cz::474d93f0-3a32-49cc-b837-47806091b590" providerId="AD" clId="Web-{03FFFBE5-E8A8-43A0-ABEF-81F5848E3597}" dt="2025-12-16T10:38:56.265" v="358" actId="20577"/>
        <pc:sldMkLst>
          <pc:docMk/>
          <pc:sldMk cId="1374568397" sldId="262"/>
        </pc:sldMkLst>
        <pc:spChg chg="mod">
          <ac:chgData name="Sládeček David" userId="S::sladecek@hradebni.cz::474d93f0-3a32-49cc-b837-47806091b590" providerId="AD" clId="Web-{03FFFBE5-E8A8-43A0-ABEF-81F5848E3597}" dt="2025-12-16T10:35:47.998" v="333" actId="20577"/>
          <ac:spMkLst>
            <pc:docMk/>
            <pc:sldMk cId="1374568397" sldId="262"/>
            <ac:spMk id="2" creationId="{6FE9D2DA-B24C-0048-EF2D-ADCE7CB79878}"/>
          </ac:spMkLst>
        </pc:spChg>
        <pc:spChg chg="mod">
          <ac:chgData name="Sládeček David" userId="S::sladecek@hradebni.cz::474d93f0-3a32-49cc-b837-47806091b590" providerId="AD" clId="Web-{03FFFBE5-E8A8-43A0-ABEF-81F5848E3597}" dt="2025-12-16T10:38:56.265" v="358" actId="20577"/>
          <ac:spMkLst>
            <pc:docMk/>
            <pc:sldMk cId="1374568397" sldId="262"/>
            <ac:spMk id="3" creationId="{50E1DD1A-24D0-123C-29C2-47E897111720}"/>
          </ac:spMkLst>
        </pc:spChg>
      </pc:sldChg>
      <pc:sldChg chg="modSp new">
        <pc:chgData name="Sládeček David" userId="S::sladecek@hradebni.cz::474d93f0-3a32-49cc-b837-47806091b590" providerId="AD" clId="Web-{03FFFBE5-E8A8-43A0-ABEF-81F5848E3597}" dt="2025-12-16T10:39:07.609" v="362" actId="20577"/>
        <pc:sldMkLst>
          <pc:docMk/>
          <pc:sldMk cId="2899846098" sldId="263"/>
        </pc:sldMkLst>
        <pc:spChg chg="mod">
          <ac:chgData name="Sládeček David" userId="S::sladecek@hradebni.cz::474d93f0-3a32-49cc-b837-47806091b590" providerId="AD" clId="Web-{03FFFBE5-E8A8-43A0-ABEF-81F5848E3597}" dt="2025-12-16T10:38:16.687" v="341" actId="20577"/>
          <ac:spMkLst>
            <pc:docMk/>
            <pc:sldMk cId="2899846098" sldId="263"/>
            <ac:spMk id="2" creationId="{BCF90F2C-F361-5C9A-76A5-216F2582D406}"/>
          </ac:spMkLst>
        </pc:spChg>
        <pc:spChg chg="mod">
          <ac:chgData name="Sládeček David" userId="S::sladecek@hradebni.cz::474d93f0-3a32-49cc-b837-47806091b590" providerId="AD" clId="Web-{03FFFBE5-E8A8-43A0-ABEF-81F5848E3597}" dt="2025-12-16T10:39:07.609" v="362" actId="20577"/>
          <ac:spMkLst>
            <pc:docMk/>
            <pc:sldMk cId="2899846098" sldId="263"/>
            <ac:spMk id="3" creationId="{6F3FED28-7CB6-A3AB-D325-4201BDBE36EA}"/>
          </ac:spMkLst>
        </pc:spChg>
      </pc:sldChg>
    </pc:docChg>
  </pc:docChgLst>
  <pc:docChgLst>
    <pc:chgData clId="Web-{3723E4FB-8B83-47CC-8875-BF609734F302}"/>
    <pc:docChg chg="delSld">
      <pc:chgData name="" userId="" providerId="" clId="Web-{3723E4FB-8B83-47CC-8875-BF609734F302}" dt="2025-12-12T05:57:20.429" v="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C0AFD-19C8-4F60-A212-D1160A075A71}" type="datetimeFigureOut">
              <a:rPr lang="cs-CZ" smtClean="0"/>
              <a:t>16.12.2025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0485B9-29E6-4048-95BB-71D43105C69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275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Svět</a:t>
            </a:r>
            <a:r>
              <a:rPr lang="en-US" dirty="0">
                <a:latin typeface="Calibri"/>
                <a:ea typeface="Calibri"/>
                <a:cs typeface="Calibri"/>
              </a:rPr>
              <a:t> bez </a:t>
            </a:r>
            <a:r>
              <a:rPr lang="en-US" dirty="0" err="1">
                <a:latin typeface="Calibri"/>
                <a:ea typeface="Calibri"/>
                <a:cs typeface="Calibri"/>
              </a:rPr>
              <a:t>inernetu</a:t>
            </a:r>
            <a:r>
              <a:rPr lang="en-US" dirty="0">
                <a:latin typeface="Calibri"/>
                <a:ea typeface="Calibri"/>
                <a:cs typeface="Calibri"/>
              </a:rPr>
              <a:t>. </a:t>
            </a:r>
            <a:r>
              <a:rPr lang="en-US" dirty="0" err="1">
                <a:latin typeface="Calibri"/>
                <a:ea typeface="Calibri"/>
                <a:cs typeface="Calibri"/>
              </a:rPr>
              <a:t>Jaký</a:t>
            </a:r>
            <a:r>
              <a:rPr lang="en-US" dirty="0">
                <a:latin typeface="Calibri"/>
                <a:ea typeface="Calibri"/>
                <a:cs typeface="Calibri"/>
              </a:rPr>
              <a:t> by </a:t>
            </a:r>
            <a:r>
              <a:rPr lang="en-US" dirty="0" err="1">
                <a:latin typeface="Calibri"/>
                <a:ea typeface="Calibri"/>
                <a:cs typeface="Calibri"/>
              </a:rPr>
              <a:t>byl</a:t>
            </a:r>
            <a:r>
              <a:rPr lang="en-US" dirty="0"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4060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5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838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19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206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13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50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664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519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9836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203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0538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/>
              <a:t>Operační systém, software</a:t>
            </a:r>
            <a:endParaRPr lang="cs-CZ">
              <a:ea typeface="Calibri Light"/>
              <a:cs typeface="Calibri Light"/>
            </a:endParaRP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9869F3-CCCA-DF19-C934-B0DB35E34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+mj-lt"/>
                <a:cs typeface="+mj-lt"/>
              </a:rPr>
              <a:t>Proč potřebujeme operační systém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9BCD2B7-6AFE-4D3F-78F9-66613C2D8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>
                <a:ea typeface="+mn-lt"/>
                <a:cs typeface="+mn-lt"/>
              </a:rPr>
              <a:t>Počítač = hardware + software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>
                <a:ea typeface="+mn-lt"/>
                <a:cs typeface="+mn-lt"/>
              </a:rPr>
              <a:t>Hardware sám o sobě nefunguje</a:t>
            </a:r>
            <a:endParaRPr lang="cs-CZ"/>
          </a:p>
          <a:p>
            <a:r>
              <a:rPr lang="cs-CZ" dirty="0">
                <a:ea typeface="+mn-lt"/>
                <a:cs typeface="+mn-lt"/>
              </a:rPr>
              <a:t>Operační systém</a:t>
            </a:r>
          </a:p>
          <a:p>
            <a:pPr marL="383540" lvl="1"/>
            <a:r>
              <a:rPr lang="cs-CZ" dirty="0">
                <a:ea typeface="+mn-lt"/>
                <a:cs typeface="+mn-lt"/>
              </a:rPr>
              <a:t>spojuje hardware a software</a:t>
            </a:r>
          </a:p>
          <a:p>
            <a:pPr marL="383540" lvl="1"/>
            <a:r>
              <a:rPr lang="cs-CZ" dirty="0">
                <a:ea typeface="+mn-lt"/>
                <a:cs typeface="+mn-lt"/>
              </a:rPr>
              <a:t>umožňuje práci </a:t>
            </a:r>
            <a:r>
              <a:rPr lang="cs-CZ">
                <a:ea typeface="+mn-lt"/>
                <a:cs typeface="+mn-lt"/>
              </a:rPr>
              <a:t>uživatele</a:t>
            </a:r>
          </a:p>
          <a:p>
            <a:r>
              <a:rPr lang="cs-CZ" dirty="0">
                <a:ea typeface="+mn-lt"/>
                <a:cs typeface="+mn-lt"/>
              </a:rPr>
              <a:t>Bez operačního systému je počítač nepoužitelný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67540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04D30C7B-BE63-82B4-99AC-8A42C66AA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+mj-lt"/>
                <a:cs typeface="+mj-lt"/>
              </a:rPr>
              <a:t>Základní rozdělení softwaru</a:t>
            </a:r>
            <a:endParaRPr lang="cs-CZ" dirty="0"/>
          </a:p>
        </p:txBody>
      </p:sp>
      <p:pic>
        <p:nvPicPr>
          <p:cNvPr id="5" name="Picture 4" descr="Počítačový skript na obrazovce">
            <a:extLst>
              <a:ext uri="{FF2B5EF4-FFF2-40B4-BE49-F238E27FC236}">
                <a16:creationId xmlns:a16="http://schemas.microsoft.com/office/drawing/2014/main" id="{654CD7E0-9E69-15C7-0234-39B1EDB689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940" r="45906" b="-1"/>
          <a:stretch>
            <a:fillRect/>
          </a:stretch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85BE50F-1794-BE74-D069-029388B4BE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368142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b="1" dirty="0">
                <a:ea typeface="+mn-lt"/>
                <a:cs typeface="+mn-lt"/>
              </a:rPr>
              <a:t>Systémový software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Operační systém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Ovladače</a:t>
            </a:r>
            <a:endParaRPr lang="cs-CZ" dirty="0">
              <a:ea typeface="Calibri"/>
              <a:cs typeface="Calibri"/>
            </a:endParaRPr>
          </a:p>
          <a:p>
            <a:r>
              <a:rPr lang="cs-CZ" b="1" dirty="0">
                <a:ea typeface="+mn-lt"/>
                <a:cs typeface="+mn-lt"/>
              </a:rPr>
              <a:t>Aplikační software</a:t>
            </a:r>
            <a:endParaRPr lang="cs-CZ" dirty="0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Prohlížeče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Textové editory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Hry</a:t>
            </a:r>
          </a:p>
          <a:p>
            <a:pPr marL="200660" lvl="1" indent="0">
              <a:buNone/>
            </a:pPr>
            <a:endParaRPr lang="cs-CZ" dirty="0">
              <a:ea typeface="Calibri"/>
              <a:cs typeface="Calibri"/>
            </a:endParaRPr>
          </a:p>
          <a:p>
            <a:pPr marL="200660" lvl="1" indent="0">
              <a:buNone/>
            </a:pPr>
            <a:r>
              <a:rPr lang="cs-CZ" i="1" dirty="0">
                <a:ea typeface="Calibri"/>
                <a:cs typeface="Calibri"/>
              </a:rPr>
              <a:t>Uveďte příklad systémového a aplikačního software.</a:t>
            </a: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73632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23D85B0-B154-89CE-FD09-30EEDED15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Operační systém (OS)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9437D04-12DF-10D8-0527-3014464A2F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= základní systémový software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endParaRPr lang="cs-CZ" dirty="0"/>
          </a:p>
          <a:p>
            <a:r>
              <a:rPr lang="cs-CZ" sz="1900" dirty="0">
                <a:ea typeface="Calibri"/>
                <a:cs typeface="Calibri"/>
              </a:rPr>
              <a:t>OS se spouští po zapnutí počítače</a:t>
            </a:r>
            <a:endParaRPr lang="cs-CZ" sz="1900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cs-CZ" sz="1900" dirty="0">
                <a:ea typeface="Calibri"/>
                <a:cs typeface="Calibri"/>
              </a:rPr>
              <a:t>Běží po celou dobu práce</a:t>
            </a:r>
            <a:endParaRPr lang="cs-CZ" sz="1900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cs-CZ" sz="1900" dirty="0">
                <a:ea typeface="Calibri"/>
                <a:cs typeface="Calibri"/>
              </a:rPr>
              <a:t>Všechny programy komunikují přes OS</a:t>
            </a:r>
            <a:endParaRPr lang="cs-CZ" sz="1900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cs-CZ" sz="1900" dirty="0">
                <a:ea typeface="Calibri"/>
                <a:cs typeface="Calibri"/>
              </a:rPr>
              <a:t>OS rozhoduje o využití prostředků</a:t>
            </a:r>
            <a:endParaRPr lang="cs-CZ" sz="1900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0" indent="0">
              <a:buNone/>
            </a:pPr>
            <a:endParaRPr lang="cs-CZ" dirty="0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D04066B9-0574-50C9-451B-23AD7CB3A9E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Operační systém zajišťuje: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správu procesů 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správu paměti - přerozdělování RAM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správu souborů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správu zařízení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uživatelské rozhraní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28584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6C773F7-38CD-93F4-2E57-493B7BCF6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Typy operačních systémů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CFF80DB-DF5A-D672-2376-1A73A6C80D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Calibri"/>
                <a:cs typeface="Calibri"/>
              </a:rPr>
              <a:t>Grafické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Plná podpora pro ovládací prvky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Snazší pro používání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Okna aplikací</a:t>
            </a:r>
          </a:p>
          <a:p>
            <a:r>
              <a:rPr lang="cs-CZ" b="1" dirty="0">
                <a:ea typeface="Calibri"/>
                <a:cs typeface="Calibri"/>
              </a:rPr>
              <a:t>Terminálové (CLI)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Systém je ovládán pomocí příkazové řádky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Podpora pouze textového režimu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67A9771B-F349-8DB8-ECCC-5E31B6A552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Calibri"/>
                <a:cs typeface="Calibri"/>
              </a:rPr>
              <a:t>Desktopové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Windows, </a:t>
            </a:r>
            <a:r>
              <a:rPr lang="cs-CZ" dirty="0" err="1">
                <a:ea typeface="Calibri"/>
                <a:cs typeface="Calibri"/>
              </a:rPr>
              <a:t>Ubuntu</a:t>
            </a:r>
            <a:r>
              <a:rPr lang="cs-CZ" dirty="0">
                <a:ea typeface="Calibri"/>
                <a:cs typeface="Calibri"/>
              </a:rPr>
              <a:t>, MacOS</a:t>
            </a:r>
          </a:p>
          <a:p>
            <a:r>
              <a:rPr lang="cs-CZ" b="1" dirty="0">
                <a:ea typeface="Calibri"/>
                <a:cs typeface="Calibri"/>
              </a:rPr>
              <a:t>Serverové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Windows server, </a:t>
            </a:r>
            <a:r>
              <a:rPr lang="cs-CZ" err="1">
                <a:ea typeface="Calibri"/>
                <a:cs typeface="Calibri"/>
              </a:rPr>
              <a:t>CentOS</a:t>
            </a:r>
            <a:r>
              <a:rPr lang="cs-CZ" dirty="0">
                <a:ea typeface="Calibri"/>
                <a:cs typeface="Calibri"/>
              </a:rPr>
              <a:t>, </a:t>
            </a:r>
            <a:r>
              <a:rPr lang="cs-CZ" err="1">
                <a:ea typeface="Calibri"/>
                <a:cs typeface="Calibri"/>
              </a:rPr>
              <a:t>Ubuntu</a:t>
            </a:r>
            <a:r>
              <a:rPr lang="cs-CZ" dirty="0">
                <a:ea typeface="Calibri"/>
                <a:cs typeface="Calibri"/>
              </a:rPr>
              <a:t> Server</a:t>
            </a:r>
          </a:p>
          <a:p>
            <a:r>
              <a:rPr lang="cs-CZ" b="1" dirty="0">
                <a:ea typeface="Calibri"/>
                <a:cs typeface="Calibri"/>
              </a:rPr>
              <a:t>Mobilní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iOS, Android, Windows </a:t>
            </a:r>
            <a:r>
              <a:rPr lang="cs-CZ" dirty="0" err="1">
                <a:ea typeface="Calibri"/>
                <a:cs typeface="Calibri"/>
              </a:rPr>
              <a:t>phone</a:t>
            </a:r>
            <a:endParaRPr lang="cs-CZ" dirty="0">
              <a:ea typeface="Calibri"/>
              <a:cs typeface="Calibri"/>
            </a:endParaRPr>
          </a:p>
          <a:p>
            <a:r>
              <a:rPr lang="cs-CZ" b="1" dirty="0">
                <a:ea typeface="Calibri"/>
                <a:cs typeface="Calibri"/>
              </a:rPr>
              <a:t>Vestavěné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Routery, lednice, termostaty, ...</a:t>
            </a:r>
          </a:p>
        </p:txBody>
      </p:sp>
    </p:spTree>
    <p:extLst>
      <p:ext uri="{BB962C8B-B14F-4D97-AF65-F5344CB8AC3E}">
        <p14:creationId xmlns:p14="http://schemas.microsoft.com/office/powerpoint/2010/main" val="1000496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91C4337-31D6-151D-EE09-C6C6B36E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Windows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20083D5-7D9C-B29C-700F-E5C566B71D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+mn-lt"/>
                <a:cs typeface="+mn-lt"/>
              </a:rPr>
              <a:t>Firmware:</a:t>
            </a:r>
            <a:r>
              <a:rPr lang="cs-CZ" dirty="0">
                <a:ea typeface="+mn-lt"/>
                <a:cs typeface="+mn-lt"/>
              </a:rPr>
              <a:t> BIOS / UEFI</a:t>
            </a:r>
          </a:p>
          <a:p>
            <a:r>
              <a:rPr lang="cs-CZ" b="1" dirty="0">
                <a:ea typeface="+mn-lt"/>
                <a:cs typeface="+mn-lt"/>
              </a:rPr>
              <a:t>Jádro:</a:t>
            </a:r>
            <a:r>
              <a:rPr lang="cs-CZ" dirty="0">
                <a:ea typeface="+mn-lt"/>
                <a:cs typeface="+mn-lt"/>
              </a:rPr>
              <a:t> hybridní</a:t>
            </a:r>
          </a:p>
          <a:p>
            <a:r>
              <a:rPr lang="cs-CZ" b="1" dirty="0">
                <a:ea typeface="+mn-lt"/>
                <a:cs typeface="+mn-lt"/>
              </a:rPr>
              <a:t>Souborový systém:</a:t>
            </a:r>
            <a:r>
              <a:rPr lang="cs-CZ" dirty="0">
                <a:ea typeface="+mn-lt"/>
                <a:cs typeface="+mn-lt"/>
              </a:rPr>
              <a:t> NTFS, </a:t>
            </a:r>
            <a:r>
              <a:rPr lang="cs-CZ" dirty="0" err="1">
                <a:ea typeface="+mn-lt"/>
                <a:cs typeface="+mn-lt"/>
              </a:rPr>
              <a:t>exFAT</a:t>
            </a:r>
            <a:r>
              <a:rPr lang="cs-CZ" dirty="0">
                <a:ea typeface="+mn-lt"/>
                <a:cs typeface="+mn-lt"/>
              </a:rPr>
              <a:t>, FAT32</a:t>
            </a:r>
          </a:p>
          <a:p>
            <a:r>
              <a:rPr lang="cs-CZ" b="1" dirty="0">
                <a:ea typeface="+mn-lt"/>
                <a:cs typeface="+mn-lt"/>
              </a:rPr>
              <a:t>GUI:</a:t>
            </a:r>
            <a:r>
              <a:rPr lang="cs-CZ" dirty="0">
                <a:ea typeface="+mn-lt"/>
                <a:cs typeface="+mn-lt"/>
              </a:rPr>
              <a:t> klasické okna, ikony, Start menu</a:t>
            </a:r>
            <a:endParaRPr lang="cs-CZ" dirty="0"/>
          </a:p>
          <a:p>
            <a:r>
              <a:rPr lang="cs-CZ" b="1" dirty="0">
                <a:ea typeface="+mn-lt"/>
                <a:cs typeface="+mn-lt"/>
              </a:rPr>
              <a:t>Specifika:</a:t>
            </a:r>
            <a:endParaRPr lang="cs-CZ">
              <a:ea typeface="+mn-lt"/>
              <a:cs typeface="+mn-lt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nejrozšířenější na desktopu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kompatibilita s většinou aplikací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30430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FE9D2DA-B24C-0048-EF2D-ADCE7CB79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Linux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0E1DD1A-24D0-123C-29C2-47E8971117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+mn-lt"/>
                <a:cs typeface="+mn-lt"/>
              </a:rPr>
              <a:t>Firmware:</a:t>
            </a:r>
            <a:r>
              <a:rPr lang="cs-CZ" dirty="0">
                <a:ea typeface="+mn-lt"/>
                <a:cs typeface="+mn-lt"/>
              </a:rPr>
              <a:t> BIOS / UEFI (</a:t>
            </a:r>
            <a:r>
              <a:rPr lang="cs-CZ" dirty="0" err="1">
                <a:ea typeface="+mn-lt"/>
                <a:cs typeface="+mn-lt"/>
              </a:rPr>
              <a:t>bootloader</a:t>
            </a:r>
            <a:r>
              <a:rPr lang="cs-CZ" dirty="0">
                <a:ea typeface="+mn-lt"/>
                <a:cs typeface="+mn-lt"/>
              </a:rPr>
              <a:t> GRUB)</a:t>
            </a:r>
          </a:p>
          <a:p>
            <a:r>
              <a:rPr lang="cs-CZ" b="1" dirty="0">
                <a:ea typeface="+mn-lt"/>
                <a:cs typeface="+mn-lt"/>
              </a:rPr>
              <a:t>Jádro:</a:t>
            </a:r>
            <a:r>
              <a:rPr lang="cs-CZ" dirty="0">
                <a:ea typeface="+mn-lt"/>
                <a:cs typeface="+mn-lt"/>
              </a:rPr>
              <a:t> monolitické, modulární</a:t>
            </a:r>
            <a:endParaRPr lang="cs-CZ" dirty="0"/>
          </a:p>
          <a:p>
            <a:r>
              <a:rPr lang="cs-CZ" b="1" dirty="0">
                <a:ea typeface="+mn-lt"/>
                <a:cs typeface="+mn-lt"/>
              </a:rPr>
              <a:t>Souborový systém:</a:t>
            </a:r>
            <a:r>
              <a:rPr lang="cs-CZ" dirty="0">
                <a:ea typeface="+mn-lt"/>
                <a:cs typeface="+mn-lt"/>
              </a:rPr>
              <a:t> ext4, </a:t>
            </a:r>
            <a:r>
              <a:rPr lang="cs-CZ" dirty="0" err="1">
                <a:ea typeface="+mn-lt"/>
                <a:cs typeface="+mn-lt"/>
              </a:rPr>
              <a:t>Btrfs</a:t>
            </a:r>
            <a:r>
              <a:rPr lang="cs-CZ" dirty="0">
                <a:ea typeface="+mn-lt"/>
                <a:cs typeface="+mn-lt"/>
              </a:rPr>
              <a:t>, XFS, podpora FAT/NTFS</a:t>
            </a:r>
          </a:p>
          <a:p>
            <a:r>
              <a:rPr lang="cs-CZ" b="1" dirty="0">
                <a:ea typeface="+mn-lt"/>
                <a:cs typeface="+mn-lt"/>
              </a:rPr>
              <a:t>GUI:</a:t>
            </a:r>
            <a:r>
              <a:rPr lang="cs-CZ" dirty="0">
                <a:ea typeface="+mn-lt"/>
                <a:cs typeface="+mn-lt"/>
              </a:rPr>
              <a:t> GNOME, KDE, XFCE, terminál</a:t>
            </a:r>
          </a:p>
          <a:p>
            <a:r>
              <a:rPr lang="cs-CZ" b="1" dirty="0">
                <a:ea typeface="+mn-lt"/>
                <a:cs typeface="+mn-lt"/>
              </a:rPr>
              <a:t>Specifika:</a:t>
            </a:r>
            <a:endParaRPr lang="cs-CZ" dirty="0">
              <a:ea typeface="+mn-lt"/>
              <a:cs typeface="+mn-lt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open-source a zdarma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vysoká přizpůsobitelnost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využívá se na serverech, počítačích i vestavěných systémech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74568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CF90F2C-F361-5C9A-76A5-216F2582D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macOS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F3FED28-7CB6-A3AB-D325-4201BDBE3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+mn-lt"/>
                <a:cs typeface="+mn-lt"/>
              </a:rPr>
              <a:t>Firmware:</a:t>
            </a:r>
            <a:r>
              <a:rPr lang="cs-CZ" dirty="0">
                <a:ea typeface="+mn-lt"/>
                <a:cs typeface="+mn-lt"/>
              </a:rPr>
              <a:t> UEFI (Apple EFI)</a:t>
            </a:r>
            <a:endParaRPr lang="cs-CZ" dirty="0"/>
          </a:p>
          <a:p>
            <a:r>
              <a:rPr lang="cs-CZ" b="1" dirty="0">
                <a:ea typeface="+mn-lt"/>
                <a:cs typeface="+mn-lt"/>
              </a:rPr>
              <a:t>Jádro:</a:t>
            </a:r>
            <a:r>
              <a:rPr lang="cs-CZ" dirty="0">
                <a:ea typeface="+mn-lt"/>
                <a:cs typeface="+mn-lt"/>
              </a:rPr>
              <a:t> hybridní (XNU)</a:t>
            </a:r>
          </a:p>
          <a:p>
            <a:r>
              <a:rPr lang="cs-CZ" b="1" dirty="0">
                <a:ea typeface="+mn-lt"/>
                <a:cs typeface="+mn-lt"/>
              </a:rPr>
              <a:t>Souborový systém:</a:t>
            </a:r>
            <a:r>
              <a:rPr lang="cs-CZ" dirty="0">
                <a:ea typeface="+mn-lt"/>
                <a:cs typeface="+mn-lt"/>
              </a:rPr>
              <a:t> APFS</a:t>
            </a:r>
            <a:endParaRPr lang="cs-CZ" dirty="0"/>
          </a:p>
          <a:p>
            <a:r>
              <a:rPr lang="cs-CZ" b="1" dirty="0">
                <a:ea typeface="+mn-lt"/>
                <a:cs typeface="+mn-lt"/>
              </a:rPr>
              <a:t>GUI:</a:t>
            </a:r>
            <a:r>
              <a:rPr lang="cs-CZ" dirty="0">
                <a:ea typeface="+mn-lt"/>
                <a:cs typeface="+mn-lt"/>
              </a:rPr>
              <a:t> </a:t>
            </a:r>
            <a:r>
              <a:rPr lang="cs-CZ" dirty="0" err="1">
                <a:ea typeface="+mn-lt"/>
                <a:cs typeface="+mn-lt"/>
              </a:rPr>
              <a:t>Aqua</a:t>
            </a:r>
            <a:r>
              <a:rPr lang="cs-CZ" dirty="0">
                <a:ea typeface="+mn-lt"/>
                <a:cs typeface="+mn-lt"/>
              </a:rPr>
              <a:t>, jednoduché a vizuálně jednotné</a:t>
            </a:r>
            <a:endParaRPr lang="cs-CZ"/>
          </a:p>
          <a:p>
            <a:r>
              <a:rPr lang="cs-CZ" b="1" dirty="0">
                <a:ea typeface="+mn-lt"/>
                <a:cs typeface="+mn-lt"/>
              </a:rPr>
              <a:t>Specifika:</a:t>
            </a:r>
            <a:endParaRPr lang="cs-CZ">
              <a:ea typeface="+mn-lt"/>
              <a:cs typeface="+mn-lt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optimalizace pro Apple hardware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bezpečnostní prvky, stabilní prostředí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používá se hlavně na Apple počítačích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9984609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eb61919-e7f8-4a11-8db4-9145fbd21da9" xsi:nil="true"/>
    <lcf76f155ced4ddcb4097134ff3c332f xmlns="09a37b55-a4d7-45bd-a73f-33c2b1d41898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9" ma:contentTypeDescription="Vytvoří nový dokument" ma:contentTypeScope="" ma:versionID="cec7e99e499b1a399f5002d8f5cf0989">
  <xsd:schema xmlns:xsd="http://www.w3.org/2001/XMLSchema" xmlns:xs="http://www.w3.org/2001/XMLSchema" xmlns:p="http://schemas.microsoft.com/office/2006/metadata/properties" xmlns:ns2="09a37b55-a4d7-45bd-a73f-33c2b1d41898" xmlns:ns3="3eb61919-e7f8-4a11-8db4-9145fbd21da9" targetNamespace="http://schemas.microsoft.com/office/2006/metadata/properties" ma:root="true" ma:fieldsID="7040e20160986dd2b45602a8e4e840ef" ns2:_="" ns3:_="">
    <xsd:import namespace="09a37b55-a4d7-45bd-a73f-33c2b1d41898"/>
    <xsd:import namespace="3eb61919-e7f8-4a11-8db4-9145fbd21d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Značky obrázků" ma:readOnly="false" ma:fieldId="{5cf76f15-5ced-4ddc-b409-7134ff3c332f}" ma:taxonomyMulti="true" ma:sspId="ebb97977-59de-4a56-a93a-a55cc960f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b61919-e7f8-4a11-8db4-9145fbd21d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1dadd1-d650-44b3-88bb-a397f6058a88}" ma:internalName="TaxCatchAll" ma:showField="CatchAllData" ma:web="3eb61919-e7f8-4a11-8db4-9145fbd21d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F52871-FF00-4D4A-8396-DA8C6A507140}">
  <ds:schemaRefs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09a37b55-a4d7-45bd-a73f-33c2b1d41898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  <ds:schemaRef ds:uri="3eb61919-e7f8-4a11-8db4-9145fbd21da9"/>
  </ds:schemaRefs>
</ds:datastoreItem>
</file>

<file path=customXml/itemProps3.xml><?xml version="1.0" encoding="utf-8"?>
<ds:datastoreItem xmlns:ds="http://schemas.openxmlformats.org/officeDocument/2006/customXml" ds:itemID="{74890468-C557-4C62-A72B-83A95F009B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a37b55-a4d7-45bd-a73f-33c2b1d41898"/>
    <ds:schemaRef ds:uri="3eb61919-e7f8-4a11-8db4-9145fbd21d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235</Words>
  <Application>Microsoft Office PowerPoint</Application>
  <PresentationFormat>Širokoúhlá obrazovka</PresentationFormat>
  <Paragraphs>54</Paragraphs>
  <Slides>8</Slides>
  <Notes>1</Notes>
  <HiddenSlides>0</HiddenSlides>
  <MMClips>0</MMClips>
  <ScaleCrop>false</ScaleCrop>
  <HeadingPairs>
    <vt:vector size="4" baseType="variant"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9" baseType="lpstr">
      <vt:lpstr>Retrospect</vt:lpstr>
      <vt:lpstr>Operační systém, software</vt:lpstr>
      <vt:lpstr>Proč potřebujeme operační systém</vt:lpstr>
      <vt:lpstr>Základní rozdělení softwaru</vt:lpstr>
      <vt:lpstr>Operační systém (OS)</vt:lpstr>
      <vt:lpstr>Typy operačních systémů</vt:lpstr>
      <vt:lpstr>Windows</vt:lpstr>
      <vt:lpstr>Linux</vt:lpstr>
      <vt:lpstr>macOS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creator>Sládeček David</dc:creator>
  <cp:lastModifiedBy>Sládeček David</cp:lastModifiedBy>
  <cp:revision>583</cp:revision>
  <dcterms:created xsi:type="dcterms:W3CDTF">2025-10-12T16:48:06Z</dcterms:created>
  <dcterms:modified xsi:type="dcterms:W3CDTF">2025-12-16T10:39:08Z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  <property fmtid="{D5CDD505-2E9C-101B-9397-08002B2CF9AE}" pid="3" name="MediaServiceImageTags">
    <vt:lpwstr/>
  </property>
</Properties>
</file>