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s-CZ" sz="1800" spc="-1" strike="noStrike">
                <a:solidFill>
                  <a:schemeClr val="dk1"/>
                </a:solidFill>
                <a:latin typeface="Calibri"/>
              </a:rPr>
              <a:t>Klikněte pro přesun snímku</a:t>
            </a: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C5073AC-3B15-4DD2-AD49-796D7E8D23BF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Svět bez inernetu. Jaký by byl?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6740B9-AA57-4FFC-850E-4D6DAD4590F6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212D18-8827-48BB-BEEB-B6578912D6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B6B99C-0F3B-4101-A93B-A2924B2F0D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9DBA8C8-2DCF-45E3-AA76-C1D455A140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F6109E5-5FF5-45F0-84B2-F778431C58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46B1F79-587C-4753-BE76-2BD695E46A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2D8DB4D-CF26-4D78-B44D-4C264EF0CE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40176ED-0B7D-4A00-BBF4-9F92DF3502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B0418FB-B01B-4BE9-9B59-96356E5996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17E8A9B-9DE0-4B7E-AAB6-1BE46CDEC8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A82F2E7-43A3-4EE9-B442-4A22AE95C3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A66AD24-E703-4213-A3AC-3CCE36779A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E65540-6E77-4B14-AFB7-7B3AAF416790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D80D61-CFA3-41E6-9E18-6A72D835E69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7F7423-69D2-4EE1-96EC-9F54FE2D4967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8D13BE-9457-4500-8745-58217D3A185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CCDA8-C6E3-4F51-8103-073A7A8DA40E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7ED8E4-B979-42E4-97BF-F8A9656600A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6DA73A-84CE-491F-89DE-1E5BC89DBAB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A21213-5FB6-4DB3-8A96-D59B3F76B592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6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81D4DD-7883-4269-9E24-E07ED7A9A158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4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62B8FD-E0B3-4E6C-A848-3780D9042BCD}" type="slidenum">
              <a:rPr b="0" lang="en-US" sz="1050" spc="-1" strike="noStrike">
                <a:solidFill>
                  <a:schemeClr val="dk2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5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0BABC2-1B83-40A1-BA15-37DB9C8E313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Operační systém, software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cs-CZ" sz="2400" spc="199" strike="noStrike" cap="all">
                <a:solidFill>
                  <a:schemeClr val="dk2"/>
                </a:solidFill>
                <a:latin typeface="Calibri Light"/>
              </a:rPr>
              <a:t>Digitální a mediální gramotnost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Proč potřebujeme operační systém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Počítač = hardware + software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Hardware sám o sobě nefunguje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Operační systém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spojuje hardware a software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umožňuje práci uživatele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Bez operačního systému je osobní počítač nepoužitelný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1134"/>
              </a:spcBef>
              <a:buClr>
                <a:srgbClr val="e48312"/>
              </a:buClr>
              <a:buFont typeface="Calibri"/>
              <a:buChar char="◦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Nesmíme zapomenout na Arduino, které je také počítačem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 useBgFill="1">
        <p:nvSpPr>
          <p:cNvPr id="124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181480" y="635040"/>
            <a:ext cx="6367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Základní rozdělení softwaru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6" name="Picture 4" descr="Počítačový skript na obrazovce"/>
          <p:cNvPicPr/>
          <p:nvPr/>
        </p:nvPicPr>
        <p:blipFill>
          <a:blip r:embed="rId1"/>
          <a:srcRect l="8939" t="0" r="45906" b="0"/>
          <a:stretch/>
        </p:blipFill>
        <p:spPr>
          <a:xfrm>
            <a:off x="0" y="-12240"/>
            <a:ext cx="4654080" cy="6869880"/>
          </a:xfrm>
          <a:prstGeom prst="rect">
            <a:avLst/>
          </a:prstGeom>
          <a:ln w="0">
            <a:noFill/>
          </a:ln>
        </p:spPr>
      </p:pic>
      <p:cxnSp>
        <p:nvCxnSpPr>
          <p:cNvPr id="127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287320" y="2085480"/>
            <a:ext cx="6171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181480" y="2198880"/>
            <a:ext cx="6367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Systémový software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Operační systém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Ovladače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Aplikační software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Prohlížeče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Textové editory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Hry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20052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20052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i="1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Uveďte příklad systémového a aplikačního software.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Operační systém (OS)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= základní systémový software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OS se spouští po zapnutí počítače</a:t>
            </a:r>
            <a:endParaRPr b="0" lang="cs-CZ" sz="19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Běží po celou dobu práce</a:t>
            </a:r>
            <a:endParaRPr b="0" lang="cs-CZ" sz="19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Všechny programy komunikují přes OS</a:t>
            </a:r>
            <a:endParaRPr b="0" lang="cs-CZ" sz="19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OS rozhoduje o využití prostředků</a:t>
            </a:r>
            <a:endParaRPr b="0" lang="cs-CZ" sz="19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Operační systém zajišťuje: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správu procesů 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správu paměti - přerozdělování RAM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správu souborů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správu zařízení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uživatelské rozhraní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Typy operačních systémů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Grafické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Plná podpora pro ovládací prvky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Snazší pro používání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Okna aplikací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Terminálové (CLI)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Systém je ovládán pomocí příkazové řádky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Podpora pouze textového režimu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Desktopové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Windows, Ubuntu, MacOS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Serverové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Windows server, Debian, Ubuntu Server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Mobilní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iOS, Android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Vestavěné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Routery, lednice, termostaty, ...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Windows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Firmware: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BIOS / UEFI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Jádro: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hybridní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Souborový systém: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NTFS, exFAT, FAT32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GUI: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klasické okna, ikony, Start menu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Specifika: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nejrozšířenější na desktopu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kompatibilita s většinou aplikací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Linux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Firmware: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BIOS / UEFI (bootloader GRUB)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Jádro: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monolitické, modulární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Souborový systém: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ext4, Btrfs, XFS, podpora FAT/NTFS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GUI: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GNOME, KDE, XFCE, terminál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Specifika: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open-source a zdarma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vysoká přizpůsobitelnost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využívá se na serverech, počítačích i vestavěných systémech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macOS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Firmware: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UEFI (Apple EFI)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Jádro: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hybridní (XNU)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Souborový systém: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APFS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GUI: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Aqua, jednoduché a vizuálně jednotné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Specifika: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optimalizace pro Apple hardware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bezpečnostní prvky, stabilní prostředí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používá se hlavně na Apple počítačích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cec7e99e499b1a399f5002d8f5cf0989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7040e20160986dd2b45602a8e4e840ef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3eb61919-e7f8-4a11-8db4-9145fbd21da9"/>
  </ds:schemaRefs>
</ds:datastoreItem>
</file>

<file path=customXml/itemProps3.xml><?xml version="1.0" encoding="utf-8"?>
<ds:datastoreItem xmlns:ds="http://schemas.openxmlformats.org/officeDocument/2006/customXml" ds:itemID="{74890468-C557-4C62-A72B-83A95F009B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Application>LibreOffice/24.2.7.2$Linux_X86_64 LibreOffice_project/420$Build-2</Application>
  <AppVersion>15.0000</AppVersion>
  <Words>235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2025-10-12T16:48:06Z</dcterms:created>
  <dc:creator>Sládeček David</dc:creator>
  <dc:description/>
  <dc:language>cs-CZ</dc:language>
  <cp:lastModifiedBy>David Sládeček</cp:lastModifiedBy>
  <dcterms:modified xsi:type="dcterms:W3CDTF">2026-10-01T08:44:40Z</dcterms:modified>
  <cp:revision>584</cp:revision>
  <dc:subject/>
  <dc:title>Hardware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PresentationFormat">
    <vt:lpwstr>Širokoúhlá obrazovka</vt:lpwstr>
  </property>
  <property fmtid="{D5CDD505-2E9C-101B-9397-08002B2CF9AE}" pid="6" name="Slides">
    <vt:i4>8</vt:i4>
  </property>
</Properties>
</file>