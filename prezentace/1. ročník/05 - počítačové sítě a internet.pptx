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8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B3B627-048E-4502-873E-CABE356481A1}" v="3" dt="2025-11-18T15:52:26.53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Světlý styl 2 – zvýraznění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1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ládeček David" userId="S::sladecek@hradebni.cz::474d93f0-3a32-49cc-b837-47806091b590" providerId="AD" clId="Web-{11A3271D-E74D-4319-9E1D-44BB654A8D71}"/>
    <pc:docChg chg="addSld delSld modSld">
      <pc:chgData name="Sládeček David" userId="S::sladecek@hradebni.cz::474d93f0-3a32-49cc-b837-47806091b590" providerId="AD" clId="Web-{11A3271D-E74D-4319-9E1D-44BB654A8D71}" dt="2025-10-21T18:36:33.617" v="1247"/>
      <pc:docMkLst>
        <pc:docMk/>
      </pc:docMkLst>
    </pc:docChg>
  </pc:docChgLst>
  <pc:docChgLst>
    <pc:chgData name="Sládeček David" userId="S::sladecek@hradebni.cz::474d93f0-3a32-49cc-b837-47806091b590" providerId="AD" clId="Web-{2BB3B627-048E-4502-873E-CABE356481A1}"/>
    <pc:docChg chg="modSld">
      <pc:chgData name="Sládeček David" userId="S::sladecek@hradebni.cz::474d93f0-3a32-49cc-b837-47806091b590" providerId="AD" clId="Web-{2BB3B627-048E-4502-873E-CABE356481A1}" dt="2025-11-18T15:52:24.048" v="1" actId="20577"/>
      <pc:docMkLst>
        <pc:docMk/>
      </pc:docMkLst>
      <pc:sldChg chg="modSp">
        <pc:chgData name="Sládeček David" userId="S::sladecek@hradebni.cz::474d93f0-3a32-49cc-b837-47806091b590" providerId="AD" clId="Web-{2BB3B627-048E-4502-873E-CABE356481A1}" dt="2025-11-18T15:52:24.048" v="1" actId="20577"/>
        <pc:sldMkLst>
          <pc:docMk/>
          <pc:sldMk cId="3317666236" sldId="259"/>
        </pc:sldMkLst>
        <pc:spChg chg="mod">
          <ac:chgData name="Sládeček David" userId="S::sladecek@hradebni.cz::474d93f0-3a32-49cc-b837-47806091b590" providerId="AD" clId="Web-{2BB3B627-048E-4502-873E-CABE356481A1}" dt="2025-11-18T15:52:24.048" v="1" actId="20577"/>
          <ac:spMkLst>
            <pc:docMk/>
            <pc:sldMk cId="3317666236" sldId="259"/>
            <ac:spMk id="3" creationId="{7D4DCCD2-7A5C-274D-8376-F9954AAB7483}"/>
          </ac:spMkLst>
        </pc:spChg>
      </pc:sldChg>
    </pc:docChg>
  </pc:docChgLst>
  <pc:docChgLst>
    <pc:chgData name="Sládeček David" userId="S::sladecek@hradebni.cz::474d93f0-3a32-49cc-b837-47806091b590" providerId="AD" clId="Web-{94798EA8-8133-4672-AC39-CD7292FE54E0}"/>
    <pc:docChg chg="modSld">
      <pc:chgData name="Sládeček David" userId="S::sladecek@hradebni.cz::474d93f0-3a32-49cc-b837-47806091b590" providerId="AD" clId="Web-{94798EA8-8133-4672-AC39-CD7292FE54E0}" dt="2025-11-10T07:43:05.647" v="7" actId="20577"/>
      <pc:docMkLst>
        <pc:docMk/>
      </pc:docMkLst>
      <pc:sldChg chg="modSp">
        <pc:chgData name="Sládeček David" userId="S::sladecek@hradebni.cz::474d93f0-3a32-49cc-b837-47806091b590" providerId="AD" clId="Web-{94798EA8-8133-4672-AC39-CD7292FE54E0}" dt="2025-11-10T07:43:05.647" v="7" actId="20577"/>
        <pc:sldMkLst>
          <pc:docMk/>
          <pc:sldMk cId="3903226095" sldId="263"/>
        </pc:sldMkLst>
        <pc:spChg chg="mod">
          <ac:chgData name="Sládeček David" userId="S::sladecek@hradebni.cz::474d93f0-3a32-49cc-b837-47806091b590" providerId="AD" clId="Web-{94798EA8-8133-4672-AC39-CD7292FE54E0}" dt="2025-11-10T07:43:05.647" v="7" actId="20577"/>
          <ac:spMkLst>
            <pc:docMk/>
            <pc:sldMk cId="3903226095" sldId="263"/>
            <ac:spMk id="3" creationId="{CD855492-873A-E1FC-B57B-F03B9AF69CE2}"/>
          </ac:spMkLst>
        </pc:spChg>
      </pc:sldChg>
    </pc:docChg>
  </pc:docChgLst>
  <pc:docChgLst>
    <pc:chgData name="Sládeček David" userId="S::sladecek@hradebni.cz::474d93f0-3a32-49cc-b837-47806091b590" providerId="AD" clId="Web-{2BCE8443-6695-4198-A7CA-A4004412CCE5}"/>
    <pc:docChg chg="addSld modSld">
      <pc:chgData name="Sládeček David" userId="S::sladecek@hradebni.cz::474d93f0-3a32-49cc-b837-47806091b590" providerId="AD" clId="Web-{2BCE8443-6695-4198-A7CA-A4004412CCE5}" dt="2025-11-02T08:01:58.956" v="216" actId="20577"/>
      <pc:docMkLst>
        <pc:docMk/>
      </pc:docMkLst>
    </pc:docChg>
  </pc:docChgLst>
  <pc:docChgLst>
    <pc:chgData name="Sládeček David" userId="S::sladecek@hradebni.cz::474d93f0-3a32-49cc-b837-47806091b590" providerId="AD" clId="Web-{D9F816FA-F394-458A-A7CF-7E4724D7FB85}"/>
    <pc:docChg chg="addSld delSld modSld">
      <pc:chgData name="Sládeček David" userId="S::sladecek@hradebni.cz::474d93f0-3a32-49cc-b837-47806091b590" providerId="AD" clId="Web-{D9F816FA-F394-458A-A7CF-7E4724D7FB85}" dt="2025-11-09T19:44:44.768" v="966"/>
      <pc:docMkLst>
        <pc:docMk/>
      </pc:docMkLst>
      <pc:sldChg chg="modSp modNotes">
        <pc:chgData name="Sládeček David" userId="S::sladecek@hradebni.cz::474d93f0-3a32-49cc-b837-47806091b590" providerId="AD" clId="Web-{D9F816FA-F394-458A-A7CF-7E4724D7FB85}" dt="2025-11-09T19:15:16.459" v="51"/>
        <pc:sldMkLst>
          <pc:docMk/>
          <pc:sldMk cId="3799523001" sldId="256"/>
        </pc:sldMkLst>
        <pc:spChg chg="mod">
          <ac:chgData name="Sládeček David" userId="S::sladecek@hradebni.cz::474d93f0-3a32-49cc-b837-47806091b590" providerId="AD" clId="Web-{D9F816FA-F394-458A-A7CF-7E4724D7FB85}" dt="2025-11-09T19:14:33.035" v="13" actId="20577"/>
          <ac:spMkLst>
            <pc:docMk/>
            <pc:sldMk cId="3799523001" sldId="256"/>
            <ac:spMk id="2" creationId="{00000000-0000-0000-0000-000000000000}"/>
          </ac:spMkLst>
        </pc:spChg>
      </pc:sldChg>
      <pc:sldChg chg="addSp delSp modSp new mod setBg">
        <pc:chgData name="Sládeček David" userId="S::sladecek@hradebni.cz::474d93f0-3a32-49cc-b837-47806091b590" providerId="AD" clId="Web-{D9F816FA-F394-458A-A7CF-7E4724D7FB85}" dt="2025-11-09T19:23:44.218" v="277" actId="20577"/>
        <pc:sldMkLst>
          <pc:docMk/>
          <pc:sldMk cId="2123910099" sldId="257"/>
        </pc:sldMkLst>
        <pc:spChg chg="mod">
          <ac:chgData name="Sládeček David" userId="S::sladecek@hradebni.cz::474d93f0-3a32-49cc-b837-47806091b590" providerId="AD" clId="Web-{D9F816FA-F394-458A-A7CF-7E4724D7FB85}" dt="2025-11-09T19:22:56.811" v="270"/>
          <ac:spMkLst>
            <pc:docMk/>
            <pc:sldMk cId="2123910099" sldId="257"/>
            <ac:spMk id="2" creationId="{4F940B70-C107-2AC4-52CC-EAE22EB8A548}"/>
          </ac:spMkLst>
        </pc:spChg>
        <pc:spChg chg="mod ord">
          <ac:chgData name="Sládeček David" userId="S::sladecek@hradebni.cz::474d93f0-3a32-49cc-b837-47806091b590" providerId="AD" clId="Web-{D9F816FA-F394-458A-A7CF-7E4724D7FB85}" dt="2025-11-09T19:23:44.218" v="277" actId="20577"/>
          <ac:spMkLst>
            <pc:docMk/>
            <pc:sldMk cId="2123910099" sldId="257"/>
            <ac:spMk id="3" creationId="{026EF9B7-A28A-7BE2-55F7-2318405507D3}"/>
          </ac:spMkLst>
        </pc:spChg>
        <pc:picChg chg="add mod modCrop">
          <ac:chgData name="Sládeček David" userId="S::sladecek@hradebni.cz::474d93f0-3a32-49cc-b837-47806091b590" providerId="AD" clId="Web-{D9F816FA-F394-458A-A7CF-7E4724D7FB85}" dt="2025-11-09T19:23:23.749" v="274"/>
          <ac:picMkLst>
            <pc:docMk/>
            <pc:sldMk cId="2123910099" sldId="257"/>
            <ac:picMk id="22" creationId="{264A36DE-62D4-EBB1-6B23-78F9AC2E9669}"/>
          </ac:picMkLst>
        </pc:picChg>
      </pc:sldChg>
      <pc:sldChg chg="addSp delSp modSp new mod setBg">
        <pc:chgData name="Sládeček David" userId="S::sladecek@hradebni.cz::474d93f0-3a32-49cc-b837-47806091b590" providerId="AD" clId="Web-{D9F816FA-F394-458A-A7CF-7E4724D7FB85}" dt="2025-11-09T19:28:29.126" v="466" actId="20577"/>
        <pc:sldMkLst>
          <pc:docMk/>
          <pc:sldMk cId="3496295207" sldId="258"/>
        </pc:sldMkLst>
        <pc:spChg chg="mod">
          <ac:chgData name="Sládeček David" userId="S::sladecek@hradebni.cz::474d93f0-3a32-49cc-b837-47806091b590" providerId="AD" clId="Web-{D9F816FA-F394-458A-A7CF-7E4724D7FB85}" dt="2025-11-09T19:28:18.078" v="464"/>
          <ac:spMkLst>
            <pc:docMk/>
            <pc:sldMk cId="3496295207" sldId="258"/>
            <ac:spMk id="2" creationId="{43667AF1-F395-4340-1C71-22F7335F6063}"/>
          </ac:spMkLst>
        </pc:spChg>
        <pc:spChg chg="mod ord">
          <ac:chgData name="Sládeček David" userId="S::sladecek@hradebni.cz::474d93f0-3a32-49cc-b837-47806091b590" providerId="AD" clId="Web-{D9F816FA-F394-458A-A7CF-7E4724D7FB85}" dt="2025-11-09T19:28:29.126" v="466" actId="20577"/>
          <ac:spMkLst>
            <pc:docMk/>
            <pc:sldMk cId="3496295207" sldId="258"/>
            <ac:spMk id="3" creationId="{B6BEAE7B-19E2-78D5-E24D-1932169A0AC8}"/>
          </ac:spMkLst>
        </pc:spChg>
        <pc:picChg chg="add mod ord">
          <ac:chgData name="Sládeček David" userId="S::sladecek@hradebni.cz::474d93f0-3a32-49cc-b837-47806091b590" providerId="AD" clId="Web-{D9F816FA-F394-458A-A7CF-7E4724D7FB85}" dt="2025-11-09T19:28:18.078" v="464"/>
          <ac:picMkLst>
            <pc:docMk/>
            <pc:sldMk cId="3496295207" sldId="258"/>
            <ac:picMk id="17" creationId="{534A6737-A813-30BC-F2BC-7495AAD8D5CB}"/>
          </ac:picMkLst>
        </pc:picChg>
      </pc:sldChg>
      <pc:sldChg chg="addSp delSp modSp new mod setBg">
        <pc:chgData name="Sládeček David" userId="S::sladecek@hradebni.cz::474d93f0-3a32-49cc-b837-47806091b590" providerId="AD" clId="Web-{D9F816FA-F394-458A-A7CF-7E4724D7FB85}" dt="2025-11-09T19:34:19.403" v="739" actId="20577"/>
        <pc:sldMkLst>
          <pc:docMk/>
          <pc:sldMk cId="3317666236" sldId="259"/>
        </pc:sldMkLst>
        <pc:spChg chg="mod">
          <ac:chgData name="Sládeček David" userId="S::sladecek@hradebni.cz::474d93f0-3a32-49cc-b837-47806091b590" providerId="AD" clId="Web-{D9F816FA-F394-458A-A7CF-7E4724D7FB85}" dt="2025-11-09T19:34:02.496" v="727"/>
          <ac:spMkLst>
            <pc:docMk/>
            <pc:sldMk cId="3317666236" sldId="259"/>
            <ac:spMk id="2" creationId="{253B18D4-1D34-A8A9-0839-3714B035321E}"/>
          </ac:spMkLst>
        </pc:spChg>
        <pc:spChg chg="mod">
          <ac:chgData name="Sládeček David" userId="S::sladecek@hradebni.cz::474d93f0-3a32-49cc-b837-47806091b590" providerId="AD" clId="Web-{D9F816FA-F394-458A-A7CF-7E4724D7FB85}" dt="2025-11-09T19:34:19.403" v="739" actId="20577"/>
          <ac:spMkLst>
            <pc:docMk/>
            <pc:sldMk cId="3317666236" sldId="259"/>
            <ac:spMk id="3" creationId="{7D4DCCD2-7A5C-274D-8376-F9954AAB7483}"/>
          </ac:spMkLst>
        </pc:spChg>
        <pc:picChg chg="add mod ord">
          <ac:chgData name="Sládeček David" userId="S::sladecek@hradebni.cz::474d93f0-3a32-49cc-b837-47806091b590" providerId="AD" clId="Web-{D9F816FA-F394-458A-A7CF-7E4724D7FB85}" dt="2025-11-09T19:34:02.496" v="727"/>
          <ac:picMkLst>
            <pc:docMk/>
            <pc:sldMk cId="3317666236" sldId="259"/>
            <ac:picMk id="5" creationId="{26329E1A-CE59-5BEF-71DC-7CBC2EB32AE5}"/>
          </ac:picMkLst>
        </pc:picChg>
      </pc:sldChg>
      <pc:sldChg chg="addSp delSp modSp new mod setBg">
        <pc:chgData name="Sládeček David" userId="S::sladecek@hradebni.cz::474d93f0-3a32-49cc-b837-47806091b590" providerId="AD" clId="Web-{D9F816FA-F394-458A-A7CF-7E4724D7FB85}" dt="2025-11-09T19:37:33.485" v="780" actId="20577"/>
        <pc:sldMkLst>
          <pc:docMk/>
          <pc:sldMk cId="3057740183" sldId="260"/>
        </pc:sldMkLst>
        <pc:spChg chg="mod">
          <ac:chgData name="Sládeček David" userId="S::sladecek@hradebni.cz::474d93f0-3a32-49cc-b837-47806091b590" providerId="AD" clId="Web-{D9F816FA-F394-458A-A7CF-7E4724D7FB85}" dt="2025-11-09T19:36:56.703" v="765"/>
          <ac:spMkLst>
            <pc:docMk/>
            <pc:sldMk cId="3057740183" sldId="260"/>
            <ac:spMk id="2" creationId="{2A74109A-7326-7ED7-54D8-F272D8E6EE66}"/>
          </ac:spMkLst>
        </pc:spChg>
        <pc:spChg chg="add mod">
          <ac:chgData name="Sládeček David" userId="S::sladecek@hradebni.cz::474d93f0-3a32-49cc-b837-47806091b590" providerId="AD" clId="Web-{D9F816FA-F394-458A-A7CF-7E4724D7FB85}" dt="2025-11-09T19:37:33.485" v="780" actId="20577"/>
          <ac:spMkLst>
            <pc:docMk/>
            <pc:sldMk cId="3057740183" sldId="260"/>
            <ac:spMk id="7" creationId="{75B48A58-D82D-EC8D-8288-DD2C1F205BC5}"/>
          </ac:spMkLst>
        </pc:spChg>
        <pc:picChg chg="add mod">
          <ac:chgData name="Sládeček David" userId="S::sladecek@hradebni.cz::474d93f0-3a32-49cc-b837-47806091b590" providerId="AD" clId="Web-{D9F816FA-F394-458A-A7CF-7E4724D7FB85}" dt="2025-11-09T19:36:56.703" v="765"/>
          <ac:picMkLst>
            <pc:docMk/>
            <pc:sldMk cId="3057740183" sldId="260"/>
            <ac:picMk id="8" creationId="{D788D299-8B82-3493-60CE-21FEC210A489}"/>
          </ac:picMkLst>
        </pc:picChg>
      </pc:sldChg>
      <pc:sldChg chg="addSp modSp new mod setBg">
        <pc:chgData name="Sládeček David" userId="S::sladecek@hradebni.cz::474d93f0-3a32-49cc-b837-47806091b590" providerId="AD" clId="Web-{D9F816FA-F394-458A-A7CF-7E4724D7FB85}" dt="2025-11-09T19:40:07.019" v="832" actId="20577"/>
        <pc:sldMkLst>
          <pc:docMk/>
          <pc:sldMk cId="3076287226" sldId="261"/>
        </pc:sldMkLst>
        <pc:spChg chg="mod">
          <ac:chgData name="Sládeček David" userId="S::sladecek@hradebni.cz::474d93f0-3a32-49cc-b837-47806091b590" providerId="AD" clId="Web-{D9F816FA-F394-458A-A7CF-7E4724D7FB85}" dt="2025-11-09T19:39:47.487" v="830"/>
          <ac:spMkLst>
            <pc:docMk/>
            <pc:sldMk cId="3076287226" sldId="261"/>
            <ac:spMk id="2" creationId="{B36BF6F5-B1B9-A9E3-CF8E-00FC8C832D3B}"/>
          </ac:spMkLst>
        </pc:spChg>
        <pc:spChg chg="mod">
          <ac:chgData name="Sládeček David" userId="S::sladecek@hradebni.cz::474d93f0-3a32-49cc-b837-47806091b590" providerId="AD" clId="Web-{D9F816FA-F394-458A-A7CF-7E4724D7FB85}" dt="2025-11-09T19:40:07.019" v="832" actId="20577"/>
          <ac:spMkLst>
            <pc:docMk/>
            <pc:sldMk cId="3076287226" sldId="261"/>
            <ac:spMk id="3" creationId="{071BBE7C-7868-A7A8-4104-A02E37AEF007}"/>
          </ac:spMkLst>
        </pc:spChg>
        <pc:picChg chg="add mod">
          <ac:chgData name="Sládeček David" userId="S::sladecek@hradebni.cz::474d93f0-3a32-49cc-b837-47806091b590" providerId="AD" clId="Web-{D9F816FA-F394-458A-A7CF-7E4724D7FB85}" dt="2025-11-09T19:39:47.487" v="830"/>
          <ac:picMkLst>
            <pc:docMk/>
            <pc:sldMk cId="3076287226" sldId="261"/>
            <ac:picMk id="4" creationId="{081E8628-48ED-E2BC-BA82-0463106BB6FC}"/>
          </ac:picMkLst>
        </pc:picChg>
      </pc:sldChg>
      <pc:sldChg chg="addSp modSp new mod setBg">
        <pc:chgData name="Sládeček David" userId="S::sladecek@hradebni.cz::474d93f0-3a32-49cc-b837-47806091b590" providerId="AD" clId="Web-{D9F816FA-F394-458A-A7CF-7E4724D7FB85}" dt="2025-11-09T19:44:44.768" v="966"/>
        <pc:sldMkLst>
          <pc:docMk/>
          <pc:sldMk cId="1243925975" sldId="262"/>
        </pc:sldMkLst>
        <pc:spChg chg="mod">
          <ac:chgData name="Sládeček David" userId="S::sladecek@hradebni.cz::474d93f0-3a32-49cc-b837-47806091b590" providerId="AD" clId="Web-{D9F816FA-F394-458A-A7CF-7E4724D7FB85}" dt="2025-11-09T19:44:44.768" v="966"/>
          <ac:spMkLst>
            <pc:docMk/>
            <pc:sldMk cId="1243925975" sldId="262"/>
            <ac:spMk id="2" creationId="{8903C7BE-F923-1B32-277C-44E516045DF1}"/>
          </ac:spMkLst>
        </pc:spChg>
        <pc:spChg chg="mod">
          <ac:chgData name="Sládeček David" userId="S::sladecek@hradebni.cz::474d93f0-3a32-49cc-b837-47806091b590" providerId="AD" clId="Web-{D9F816FA-F394-458A-A7CF-7E4724D7FB85}" dt="2025-11-09T19:44:44.768" v="966"/>
          <ac:spMkLst>
            <pc:docMk/>
            <pc:sldMk cId="1243925975" sldId="262"/>
            <ac:spMk id="3" creationId="{3E7E7FA0-D37A-6E9A-C1BA-5A0817B5D3F9}"/>
          </ac:spMkLst>
        </pc:spChg>
      </pc:sldChg>
      <pc:sldChg chg="modSp new">
        <pc:chgData name="Sládeček David" userId="S::sladecek@hradebni.cz::474d93f0-3a32-49cc-b837-47806091b590" providerId="AD" clId="Web-{D9F816FA-F394-458A-A7CF-7E4724D7FB85}" dt="2025-11-09T19:44:39.674" v="965" actId="20577"/>
        <pc:sldMkLst>
          <pc:docMk/>
          <pc:sldMk cId="3903226095" sldId="263"/>
        </pc:sldMkLst>
        <pc:spChg chg="mod">
          <ac:chgData name="Sládeček David" userId="S::sladecek@hradebni.cz::474d93f0-3a32-49cc-b837-47806091b590" providerId="AD" clId="Web-{D9F816FA-F394-458A-A7CF-7E4724D7FB85}" dt="2025-11-09T19:42:51.181" v="885" actId="20577"/>
          <ac:spMkLst>
            <pc:docMk/>
            <pc:sldMk cId="3903226095" sldId="263"/>
            <ac:spMk id="2" creationId="{86B7EC1C-5AAA-1458-03BA-29BA99AD8475}"/>
          </ac:spMkLst>
        </pc:spChg>
        <pc:spChg chg="mod">
          <ac:chgData name="Sládeček David" userId="S::sladecek@hradebni.cz::474d93f0-3a32-49cc-b837-47806091b590" providerId="AD" clId="Web-{D9F816FA-F394-458A-A7CF-7E4724D7FB85}" dt="2025-11-09T19:44:39.674" v="965" actId="20577"/>
          <ac:spMkLst>
            <pc:docMk/>
            <pc:sldMk cId="3903226095" sldId="263"/>
            <ac:spMk id="3" creationId="{CD855492-873A-E1FC-B57B-F03B9AF69CE2}"/>
          </ac:spMkLst>
        </pc:spChg>
      </pc:sldChg>
    </pc:docChg>
  </pc:docChgLst>
  <pc:docChgLst>
    <pc:chgData name="Sládeček David" userId="S::sladecek@hradebni.cz::474d93f0-3a32-49cc-b837-47806091b590" providerId="AD" clId="Web-{9320EE62-74E3-4CCA-95E0-27E2C449C5BE}"/>
    <pc:docChg chg="mod modSld addMainMaster delMainMaster">
      <pc:chgData name="Sládeček David" userId="S::sladecek@hradebni.cz::474d93f0-3a32-49cc-b837-47806091b590" providerId="AD" clId="Web-{9320EE62-74E3-4CCA-95E0-27E2C449C5BE}" dt="2025-11-09T19:48:02.865" v="19" actId="20577"/>
      <pc:docMkLst>
        <pc:docMk/>
      </pc:docMkLst>
      <pc:sldChg chg="modSp mod modClrScheme chgLayout">
        <pc:chgData name="Sládeček David" userId="S::sladecek@hradebni.cz::474d93f0-3a32-49cc-b837-47806091b590" providerId="AD" clId="Web-{9320EE62-74E3-4CCA-95E0-27E2C449C5BE}" dt="2025-11-09T19:45:23.735" v="1"/>
        <pc:sldMkLst>
          <pc:docMk/>
          <pc:sldMk cId="3799523001" sldId="256"/>
        </pc:sldMkLst>
        <pc:spChg chg="mod ord">
          <ac:chgData name="Sládeček David" userId="S::sladecek@hradebni.cz::474d93f0-3a32-49cc-b837-47806091b590" providerId="AD" clId="Web-{9320EE62-74E3-4CCA-95E0-27E2C449C5BE}" dt="2025-11-09T19:45:23.735" v="1"/>
          <ac:spMkLst>
            <pc:docMk/>
            <pc:sldMk cId="3799523001" sldId="256"/>
            <ac:spMk id="2" creationId="{00000000-0000-0000-0000-000000000000}"/>
          </ac:spMkLst>
        </pc:spChg>
        <pc:spChg chg="mod ord">
          <ac:chgData name="Sládeček David" userId="S::sladecek@hradebni.cz::474d93f0-3a32-49cc-b837-47806091b590" providerId="AD" clId="Web-{9320EE62-74E3-4CCA-95E0-27E2C449C5BE}" dt="2025-11-09T19:45:23.735" v="1"/>
          <ac:spMkLst>
            <pc:docMk/>
            <pc:sldMk cId="3799523001" sldId="256"/>
            <ac:spMk id="3" creationId="{00000000-0000-0000-0000-000000000000}"/>
          </ac:spMkLst>
        </pc:spChg>
      </pc:sldChg>
      <pc:sldChg chg="delSp modSp mod modClrScheme delDesignElem chgLayout">
        <pc:chgData name="Sládeček David" userId="S::sladecek@hradebni.cz::474d93f0-3a32-49cc-b837-47806091b590" providerId="AD" clId="Web-{9320EE62-74E3-4CCA-95E0-27E2C449C5BE}" dt="2025-11-09T19:47:48.334" v="17"/>
        <pc:sldMkLst>
          <pc:docMk/>
          <pc:sldMk cId="2123910099" sldId="257"/>
        </pc:sldMkLst>
        <pc:spChg chg="mod ord">
          <ac:chgData name="Sládeček David" userId="S::sladecek@hradebni.cz::474d93f0-3a32-49cc-b837-47806091b590" providerId="AD" clId="Web-{9320EE62-74E3-4CCA-95E0-27E2C449C5BE}" dt="2025-11-09T19:47:48.334" v="17"/>
          <ac:spMkLst>
            <pc:docMk/>
            <pc:sldMk cId="2123910099" sldId="257"/>
            <ac:spMk id="2" creationId="{4F940B70-C107-2AC4-52CC-EAE22EB8A548}"/>
          </ac:spMkLst>
        </pc:spChg>
        <pc:spChg chg="mod ord">
          <ac:chgData name="Sládeček David" userId="S::sladecek@hradebni.cz::474d93f0-3a32-49cc-b837-47806091b590" providerId="AD" clId="Web-{9320EE62-74E3-4CCA-95E0-27E2C449C5BE}" dt="2025-11-09T19:47:48.334" v="17"/>
          <ac:spMkLst>
            <pc:docMk/>
            <pc:sldMk cId="2123910099" sldId="257"/>
            <ac:spMk id="3" creationId="{026EF9B7-A28A-7BE2-55F7-2318405507D3}"/>
          </ac:spMkLst>
        </pc:spChg>
        <pc:picChg chg="mod">
          <ac:chgData name="Sládeček David" userId="S::sladecek@hradebni.cz::474d93f0-3a32-49cc-b837-47806091b590" providerId="AD" clId="Web-{9320EE62-74E3-4CCA-95E0-27E2C449C5BE}" dt="2025-11-09T19:47:48.334" v="17"/>
          <ac:picMkLst>
            <pc:docMk/>
            <pc:sldMk cId="2123910099" sldId="257"/>
            <ac:picMk id="22" creationId="{264A36DE-62D4-EBB1-6B23-78F9AC2E9669}"/>
          </ac:picMkLst>
        </pc:picChg>
      </pc:sldChg>
      <pc:sldChg chg="modSp mod modClrScheme chgLayout">
        <pc:chgData name="Sládeček David" userId="S::sladecek@hradebni.cz::474d93f0-3a32-49cc-b837-47806091b590" providerId="AD" clId="Web-{9320EE62-74E3-4CCA-95E0-27E2C449C5BE}" dt="2025-11-09T19:45:23.735" v="1"/>
        <pc:sldMkLst>
          <pc:docMk/>
          <pc:sldMk cId="3496295207" sldId="258"/>
        </pc:sldMkLst>
        <pc:spChg chg="mod ord">
          <ac:chgData name="Sládeček David" userId="S::sladecek@hradebni.cz::474d93f0-3a32-49cc-b837-47806091b590" providerId="AD" clId="Web-{9320EE62-74E3-4CCA-95E0-27E2C449C5BE}" dt="2025-11-09T19:45:23.735" v="1"/>
          <ac:spMkLst>
            <pc:docMk/>
            <pc:sldMk cId="3496295207" sldId="258"/>
            <ac:spMk id="2" creationId="{43667AF1-F395-4340-1C71-22F7335F6063}"/>
          </ac:spMkLst>
        </pc:spChg>
        <pc:spChg chg="mod ord">
          <ac:chgData name="Sládeček David" userId="S::sladecek@hradebni.cz::474d93f0-3a32-49cc-b837-47806091b590" providerId="AD" clId="Web-{9320EE62-74E3-4CCA-95E0-27E2C449C5BE}" dt="2025-11-09T19:45:23.735" v="1"/>
          <ac:spMkLst>
            <pc:docMk/>
            <pc:sldMk cId="3496295207" sldId="258"/>
            <ac:spMk id="3" creationId="{B6BEAE7B-19E2-78D5-E24D-1932169A0AC8}"/>
          </ac:spMkLst>
        </pc:spChg>
      </pc:sldChg>
      <pc:sldChg chg="modSp mod modClrScheme chgLayout">
        <pc:chgData name="Sládeček David" userId="S::sladecek@hradebni.cz::474d93f0-3a32-49cc-b837-47806091b590" providerId="AD" clId="Web-{9320EE62-74E3-4CCA-95E0-27E2C449C5BE}" dt="2025-11-09T19:45:23.735" v="1"/>
        <pc:sldMkLst>
          <pc:docMk/>
          <pc:sldMk cId="3317666236" sldId="259"/>
        </pc:sldMkLst>
        <pc:spChg chg="mod ord">
          <ac:chgData name="Sládeček David" userId="S::sladecek@hradebni.cz::474d93f0-3a32-49cc-b837-47806091b590" providerId="AD" clId="Web-{9320EE62-74E3-4CCA-95E0-27E2C449C5BE}" dt="2025-11-09T19:45:23.735" v="1"/>
          <ac:spMkLst>
            <pc:docMk/>
            <pc:sldMk cId="3317666236" sldId="259"/>
            <ac:spMk id="2" creationId="{253B18D4-1D34-A8A9-0839-3714B035321E}"/>
          </ac:spMkLst>
        </pc:spChg>
        <pc:spChg chg="mod ord">
          <ac:chgData name="Sládeček David" userId="S::sladecek@hradebni.cz::474d93f0-3a32-49cc-b837-47806091b590" providerId="AD" clId="Web-{9320EE62-74E3-4CCA-95E0-27E2C449C5BE}" dt="2025-11-09T19:45:23.735" v="1"/>
          <ac:spMkLst>
            <pc:docMk/>
            <pc:sldMk cId="3317666236" sldId="259"/>
            <ac:spMk id="3" creationId="{7D4DCCD2-7A5C-274D-8376-F9954AAB7483}"/>
          </ac:spMkLst>
        </pc:spChg>
      </pc:sldChg>
      <pc:sldChg chg="modSp mod modClrScheme chgLayout">
        <pc:chgData name="Sládeček David" userId="S::sladecek@hradebni.cz::474d93f0-3a32-49cc-b837-47806091b590" providerId="AD" clId="Web-{9320EE62-74E3-4CCA-95E0-27E2C449C5BE}" dt="2025-11-09T19:48:02.865" v="19" actId="20577"/>
        <pc:sldMkLst>
          <pc:docMk/>
          <pc:sldMk cId="3057740183" sldId="260"/>
        </pc:sldMkLst>
        <pc:spChg chg="mod ord">
          <ac:chgData name="Sládeček David" userId="S::sladecek@hradebni.cz::474d93f0-3a32-49cc-b837-47806091b590" providerId="AD" clId="Web-{9320EE62-74E3-4CCA-95E0-27E2C449C5BE}" dt="2025-11-09T19:45:23.735" v="1"/>
          <ac:spMkLst>
            <pc:docMk/>
            <pc:sldMk cId="3057740183" sldId="260"/>
            <ac:spMk id="2" creationId="{2A74109A-7326-7ED7-54D8-F272D8E6EE66}"/>
          </ac:spMkLst>
        </pc:spChg>
        <pc:spChg chg="mod ord">
          <ac:chgData name="Sládeček David" userId="S::sladecek@hradebni.cz::474d93f0-3a32-49cc-b837-47806091b590" providerId="AD" clId="Web-{9320EE62-74E3-4CCA-95E0-27E2C449C5BE}" dt="2025-11-09T19:48:02.865" v="19" actId="20577"/>
          <ac:spMkLst>
            <pc:docMk/>
            <pc:sldMk cId="3057740183" sldId="260"/>
            <ac:spMk id="7" creationId="{75B48A58-D82D-EC8D-8288-DD2C1F205BC5}"/>
          </ac:spMkLst>
        </pc:spChg>
      </pc:sldChg>
      <pc:sldChg chg="modSp mod modClrScheme chgLayout">
        <pc:chgData name="Sládeček David" userId="S::sladecek@hradebni.cz::474d93f0-3a32-49cc-b837-47806091b590" providerId="AD" clId="Web-{9320EE62-74E3-4CCA-95E0-27E2C449C5BE}" dt="2025-11-09T19:45:23.735" v="1"/>
        <pc:sldMkLst>
          <pc:docMk/>
          <pc:sldMk cId="3076287226" sldId="261"/>
        </pc:sldMkLst>
        <pc:spChg chg="mod ord">
          <ac:chgData name="Sládeček David" userId="S::sladecek@hradebni.cz::474d93f0-3a32-49cc-b837-47806091b590" providerId="AD" clId="Web-{9320EE62-74E3-4CCA-95E0-27E2C449C5BE}" dt="2025-11-09T19:45:23.735" v="1"/>
          <ac:spMkLst>
            <pc:docMk/>
            <pc:sldMk cId="3076287226" sldId="261"/>
            <ac:spMk id="2" creationId="{B36BF6F5-B1B9-A9E3-CF8E-00FC8C832D3B}"/>
          </ac:spMkLst>
        </pc:spChg>
        <pc:spChg chg="mod ord">
          <ac:chgData name="Sládeček David" userId="S::sladecek@hradebni.cz::474d93f0-3a32-49cc-b837-47806091b590" providerId="AD" clId="Web-{9320EE62-74E3-4CCA-95E0-27E2C449C5BE}" dt="2025-11-09T19:45:23.735" v="1"/>
          <ac:spMkLst>
            <pc:docMk/>
            <pc:sldMk cId="3076287226" sldId="261"/>
            <ac:spMk id="3" creationId="{071BBE7C-7868-A7A8-4104-A02E37AEF007}"/>
          </ac:spMkLst>
        </pc:spChg>
      </pc:sldChg>
      <pc:sldChg chg="addSp delSp modSp mod modClrScheme delDesignElem chgLayout">
        <pc:chgData name="Sládeček David" userId="S::sladecek@hradebni.cz::474d93f0-3a32-49cc-b837-47806091b590" providerId="AD" clId="Web-{9320EE62-74E3-4CCA-95E0-27E2C449C5BE}" dt="2025-11-09T19:46:20.722" v="5"/>
        <pc:sldMkLst>
          <pc:docMk/>
          <pc:sldMk cId="1243925975" sldId="262"/>
        </pc:sldMkLst>
        <pc:spChg chg="mod ord">
          <ac:chgData name="Sládeček David" userId="S::sladecek@hradebni.cz::474d93f0-3a32-49cc-b837-47806091b590" providerId="AD" clId="Web-{9320EE62-74E3-4CCA-95E0-27E2C449C5BE}" dt="2025-11-09T19:46:20.722" v="5"/>
          <ac:spMkLst>
            <pc:docMk/>
            <pc:sldMk cId="1243925975" sldId="262"/>
            <ac:spMk id="2" creationId="{8903C7BE-F923-1B32-277C-44E516045DF1}"/>
          </ac:spMkLst>
        </pc:spChg>
        <pc:spChg chg="mod ord">
          <ac:chgData name="Sládeček David" userId="S::sladecek@hradebni.cz::474d93f0-3a32-49cc-b837-47806091b590" providerId="AD" clId="Web-{9320EE62-74E3-4CCA-95E0-27E2C449C5BE}" dt="2025-11-09T19:46:20.722" v="5"/>
          <ac:spMkLst>
            <pc:docMk/>
            <pc:sldMk cId="1243925975" sldId="262"/>
            <ac:spMk id="3" creationId="{3E7E7FA0-D37A-6E9A-C1BA-5A0817B5D3F9}"/>
          </ac:spMkLst>
        </pc:spChg>
        <pc:spChg chg="add">
          <ac:chgData name="Sládeček David" userId="S::sladecek@hradebni.cz::474d93f0-3a32-49cc-b837-47806091b590" providerId="AD" clId="Web-{9320EE62-74E3-4CCA-95E0-27E2C449C5BE}" dt="2025-11-09T19:46:20.722" v="5"/>
          <ac:spMkLst>
            <pc:docMk/>
            <pc:sldMk cId="1243925975" sldId="262"/>
            <ac:spMk id="15" creationId="{52ABB703-2B0E-4C3B-B4A2-F3973548E561}"/>
          </ac:spMkLst>
        </pc:spChg>
        <pc:spChg chg="add">
          <ac:chgData name="Sládeček David" userId="S::sladecek@hradebni.cz::474d93f0-3a32-49cc-b837-47806091b590" providerId="AD" clId="Web-{9320EE62-74E3-4CCA-95E0-27E2C449C5BE}" dt="2025-11-09T19:46:20.722" v="5"/>
          <ac:spMkLst>
            <pc:docMk/>
            <pc:sldMk cId="1243925975" sldId="262"/>
            <ac:spMk id="19" creationId="{E95DA498-D9A2-4DA9-B9DA-B3776E08CF7E}"/>
          </ac:spMkLst>
        </pc:spChg>
        <pc:spChg chg="add">
          <ac:chgData name="Sládeček David" userId="S::sladecek@hradebni.cz::474d93f0-3a32-49cc-b837-47806091b590" providerId="AD" clId="Web-{9320EE62-74E3-4CCA-95E0-27E2C449C5BE}" dt="2025-11-09T19:46:20.722" v="5"/>
          <ac:spMkLst>
            <pc:docMk/>
            <pc:sldMk cId="1243925975" sldId="262"/>
            <ac:spMk id="21" creationId="{82A73093-4B9D-420D-B17E-52293703A1D4}"/>
          </ac:spMkLst>
        </pc:spChg>
        <pc:picChg chg="add mod">
          <ac:chgData name="Sládeček David" userId="S::sladecek@hradebni.cz::474d93f0-3a32-49cc-b837-47806091b590" providerId="AD" clId="Web-{9320EE62-74E3-4CCA-95E0-27E2C449C5BE}" dt="2025-11-09T19:46:20.722" v="5"/>
          <ac:picMkLst>
            <pc:docMk/>
            <pc:sldMk cId="1243925975" sldId="262"/>
            <ac:picMk id="4" creationId="{6067604E-ED87-EB58-B057-2B3EE386A25C}"/>
          </ac:picMkLst>
        </pc:picChg>
        <pc:cxnChg chg="add">
          <ac:chgData name="Sládeček David" userId="S::sladecek@hradebni.cz::474d93f0-3a32-49cc-b837-47806091b590" providerId="AD" clId="Web-{9320EE62-74E3-4CCA-95E0-27E2C449C5BE}" dt="2025-11-09T19:46:20.722" v="5"/>
          <ac:cxnSpMkLst>
            <pc:docMk/>
            <pc:sldMk cId="1243925975" sldId="262"/>
            <ac:cxnSpMk id="17" creationId="{9C21570E-E159-49A6-9891-FA397B7A92D3}"/>
          </ac:cxnSpMkLst>
        </pc:cxnChg>
      </pc:sldChg>
      <pc:sldChg chg="addSp delSp modSp mod setBg modClrScheme chgLayout">
        <pc:chgData name="Sládeček David" userId="S::sladecek@hradebni.cz::474d93f0-3a32-49cc-b837-47806091b590" providerId="AD" clId="Web-{9320EE62-74E3-4CCA-95E0-27E2C449C5BE}" dt="2025-11-09T19:47:12.567" v="11" actId="20577"/>
        <pc:sldMkLst>
          <pc:docMk/>
          <pc:sldMk cId="3903226095" sldId="263"/>
        </pc:sldMkLst>
        <pc:spChg chg="mod ord">
          <ac:chgData name="Sládeček David" userId="S::sladecek@hradebni.cz::474d93f0-3a32-49cc-b837-47806091b590" providerId="AD" clId="Web-{9320EE62-74E3-4CCA-95E0-27E2C449C5BE}" dt="2025-11-09T19:46:48.379" v="8"/>
          <ac:spMkLst>
            <pc:docMk/>
            <pc:sldMk cId="3903226095" sldId="263"/>
            <ac:spMk id="2" creationId="{86B7EC1C-5AAA-1458-03BA-29BA99AD8475}"/>
          </ac:spMkLst>
        </pc:spChg>
        <pc:spChg chg="mod ord">
          <ac:chgData name="Sládeček David" userId="S::sladecek@hradebni.cz::474d93f0-3a32-49cc-b837-47806091b590" providerId="AD" clId="Web-{9320EE62-74E3-4CCA-95E0-27E2C449C5BE}" dt="2025-11-09T19:47:12.567" v="11" actId="20577"/>
          <ac:spMkLst>
            <pc:docMk/>
            <pc:sldMk cId="3903226095" sldId="263"/>
            <ac:spMk id="3" creationId="{CD855492-873A-E1FC-B57B-F03B9AF69CE2}"/>
          </ac:spMkLst>
        </pc:spChg>
        <pc:picChg chg="add mod ord">
          <ac:chgData name="Sládeček David" userId="S::sladecek@hradebni.cz::474d93f0-3a32-49cc-b837-47806091b590" providerId="AD" clId="Web-{9320EE62-74E3-4CCA-95E0-27E2C449C5BE}" dt="2025-11-09T19:46:48.379" v="8"/>
          <ac:picMkLst>
            <pc:docMk/>
            <pc:sldMk cId="3903226095" sldId="263"/>
            <ac:picMk id="5" creationId="{AF525E49-C4AF-0CD4-6324-2A781172BFD3}"/>
          </ac:picMkLst>
        </pc:picChg>
      </pc:sldChg>
      <pc:sldMasterChg chg="add addSldLayout modSldLayout">
        <pc:chgData name="Sládeček David" userId="S::sladecek@hradebni.cz::474d93f0-3a32-49cc-b837-47806091b590" providerId="AD" clId="Web-{9320EE62-74E3-4CCA-95E0-27E2C449C5BE}" dt="2025-11-09T19:45:23.735" v="1"/>
        <pc:sldMasterMkLst>
          <pc:docMk/>
          <pc:sldMasterMk cId="2140538760" sldId="2147483672"/>
        </pc:sldMasterMkLst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41282144" sldId="2147483673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1265519428" sldId="2147483674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1461838212" sldId="2147483675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3897219852" sldId="2147483676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3218206916" sldId="2147483677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3823136034" sldId="2147483678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3534505409" sldId="2147483679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937664198" sldId="2147483680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1991519387" sldId="2147483681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849836417" sldId="2147483682"/>
          </pc:sldLayoutMkLst>
        </pc:sldLayoutChg>
        <pc:sldLayoutChg chg="add mod replId">
          <pc:chgData name="Sládeček David" userId="S::sladecek@hradebni.cz::474d93f0-3a32-49cc-b837-47806091b590" providerId="AD" clId="Web-{9320EE62-74E3-4CCA-95E0-27E2C449C5BE}" dt="2025-11-09T19:45:23.735" v="1"/>
          <pc:sldLayoutMkLst>
            <pc:docMk/>
            <pc:sldMasterMk cId="2140538760" sldId="2147483672"/>
            <pc:sldLayoutMk cId="3309203235" sldId="2147483683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1C0AFD-19C8-4F60-A212-D1160A075A71}" type="datetimeFigureOut">
              <a:rPr lang="cs-CZ" smtClean="0"/>
              <a:t>18.11.2025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Po kliknutí můžete upravovat styly textu v předloze.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10485B9-29E6-4048-95BB-71D43105C69A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427550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snímk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Zástupný symbol pro poznámky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latin typeface="Calibri"/>
                <a:ea typeface="Calibri"/>
                <a:cs typeface="Calibri"/>
              </a:rPr>
              <a:t>Svět</a:t>
            </a:r>
            <a:r>
              <a:rPr lang="en-US" dirty="0">
                <a:latin typeface="Calibri"/>
                <a:ea typeface="Calibri"/>
                <a:cs typeface="Calibri"/>
              </a:rPr>
              <a:t> bez </a:t>
            </a:r>
            <a:r>
              <a:rPr lang="en-US" dirty="0" err="1">
                <a:latin typeface="Calibri"/>
                <a:ea typeface="Calibri"/>
                <a:cs typeface="Calibri"/>
              </a:rPr>
              <a:t>inernetu</a:t>
            </a:r>
            <a:r>
              <a:rPr lang="en-US" dirty="0">
                <a:latin typeface="Calibri"/>
                <a:ea typeface="Calibri"/>
                <a:cs typeface="Calibri"/>
              </a:rPr>
              <a:t>. </a:t>
            </a:r>
            <a:r>
              <a:rPr lang="en-US" dirty="0" err="1">
                <a:latin typeface="Calibri"/>
                <a:ea typeface="Calibri"/>
                <a:cs typeface="Calibri"/>
              </a:rPr>
              <a:t>Jaký</a:t>
            </a:r>
            <a:r>
              <a:rPr lang="en-US" dirty="0">
                <a:latin typeface="Calibri"/>
                <a:ea typeface="Calibri"/>
                <a:cs typeface="Calibri"/>
              </a:rPr>
              <a:t> by </a:t>
            </a:r>
            <a:r>
              <a:rPr lang="en-US" dirty="0" err="1">
                <a:latin typeface="Calibri"/>
                <a:ea typeface="Calibri"/>
                <a:cs typeface="Calibri"/>
              </a:rPr>
              <a:t>byl</a:t>
            </a:r>
            <a:r>
              <a:rPr lang="en-US" dirty="0">
                <a:latin typeface="Calibri"/>
                <a:ea typeface="Calibri"/>
                <a:cs typeface="Calibri"/>
              </a:rPr>
              <a:t>?</a:t>
            </a:r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10485B9-29E6-4048-95BB-71D43105C69A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440601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68E2-58F2-4D09-BE8B-E3BD06533059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82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FC5F6-F338-4AE4-BB23-26385BCFC423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13E31D-E2AB-40D1-8B51-AFA5AFEF393A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55194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BB0C4-6273-4C6E-B9BD-2EDC30F1CD52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618382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AB4D41-86C1-4908-B66A-0B50CEB3BF29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972198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26E2C-56C1-4E0D-A793-0088A7FDD37E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206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C39B41-D8B5-4052-B551-9B5525EAA8B6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23136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94136C-8742-45B2-AF27-D93DF72833A9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4505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2ABBEA6-7C60-4B02-AE87-00D78D8422AF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376641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AD897-D46E-4AD2-BD9B-49DD3E640873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915193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2D6473-DF6D-4702-B328-E0DD40540A4E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9836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6F7E3A-B166-407D-9866-32884E7D5B37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92032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624D31-43A5-475A-80CF-332C9F6DCF35}" type="datetimeFigureOut">
              <a:rPr lang="en-US" dirty="0"/>
              <a:t>11/18/2025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05387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sldNum="0" hdr="0" ft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cs-CZ" dirty="0"/>
              <a:t>Počítačové sítě a internet</a:t>
            </a:r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cs-CZ"/>
              <a:t>Digitální a mediální gramotnost</a:t>
            </a:r>
          </a:p>
        </p:txBody>
      </p:sp>
    </p:spTree>
    <p:extLst>
      <p:ext uri="{BB962C8B-B14F-4D97-AF65-F5344CB8AC3E}">
        <p14:creationId xmlns:p14="http://schemas.microsoft.com/office/powerpoint/2010/main" val="3799523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F940B70-C107-2AC4-52CC-EAE22EB8A5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Počítačová síť, historie internetu</a:t>
            </a:r>
            <a:endParaRPr lang="cs-CZ"/>
          </a:p>
        </p:txBody>
      </p:sp>
      <p:pic>
        <p:nvPicPr>
          <p:cNvPr id="22" name="Picture 4" descr="Mobilní zařízení s aplikacemi">
            <a:extLst>
              <a:ext uri="{FF2B5EF4-FFF2-40B4-BE49-F238E27FC236}">
                <a16:creationId xmlns:a16="http://schemas.microsoft.com/office/drawing/2014/main" id="{264A36DE-62D4-EBB1-6B23-78F9AC2E96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4812" r="25033" b="2"/>
          <a:stretch>
            <a:fillRect/>
          </a:stretch>
        </p:blipFill>
        <p:spPr>
          <a:xfrm>
            <a:off x="1076432" y="1916318"/>
            <a:ext cx="3094997" cy="3471012"/>
          </a:xfrm>
          <a:prstGeom prst="rect">
            <a:avLst/>
          </a:prstGeom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26EF9B7-A28A-7BE2-55F7-231840550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39733" y="1845734"/>
            <a:ext cx="6515947" cy="402336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 b="1" dirty="0">
                <a:ea typeface="Calibri"/>
                <a:cs typeface="Calibri"/>
              </a:rPr>
              <a:t>Počítačová síť </a:t>
            </a:r>
            <a:r>
              <a:rPr lang="cs-CZ" dirty="0">
                <a:ea typeface="Calibri"/>
                <a:cs typeface="Calibri"/>
              </a:rPr>
              <a:t>= propojení dvou a více zařízení, které spolu komunikují a předávají si data</a:t>
            </a:r>
          </a:p>
          <a:p>
            <a:r>
              <a:rPr lang="cs-CZ" dirty="0">
                <a:ea typeface="Calibri"/>
                <a:cs typeface="Calibri"/>
              </a:rPr>
              <a:t>Slouží ke sdílení informací, komunikaci, přístup k </a:t>
            </a:r>
            <a:r>
              <a:rPr lang="cs-CZ" b="1" dirty="0">
                <a:ea typeface="Calibri"/>
                <a:cs typeface="Calibri"/>
              </a:rPr>
              <a:t>internetu</a:t>
            </a:r>
          </a:p>
          <a:p>
            <a:r>
              <a:rPr lang="cs-CZ" dirty="0">
                <a:ea typeface="Calibri"/>
                <a:cs typeface="Calibri"/>
              </a:rPr>
              <a:t>Lokální sítě (LAN) a globální sítě (WAN)</a:t>
            </a:r>
          </a:p>
          <a:p>
            <a:r>
              <a:rPr lang="cs-CZ" dirty="0">
                <a:ea typeface="Calibri"/>
                <a:cs typeface="Calibri"/>
              </a:rPr>
              <a:t>Internet vznikl z výzkumného projektu ARPANET (60. léta 20. Století)</a:t>
            </a:r>
          </a:p>
          <a:p>
            <a:r>
              <a:rPr lang="cs-CZ" dirty="0">
                <a:ea typeface="Calibri"/>
                <a:cs typeface="Calibri"/>
              </a:rPr>
              <a:t>CESNET – síť v ČR mezi akademickými institucemi</a:t>
            </a:r>
          </a:p>
          <a:p>
            <a:endParaRPr lang="cs-CZ">
              <a:ea typeface="Calibri"/>
              <a:cs typeface="Calibri"/>
            </a:endParaRPr>
          </a:p>
          <a:p>
            <a:r>
              <a:rPr lang="cs-CZ" i="1" dirty="0">
                <a:ea typeface="Calibri"/>
                <a:cs typeface="Calibri"/>
              </a:rPr>
              <a:t>Uveďte příklad domácí LAN sítě</a:t>
            </a:r>
          </a:p>
          <a:p>
            <a:endParaRPr lang="cs-CZ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239100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667AF1-F395-4340-1C71-22F7335F60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Konektivita sítí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6BEAE7B-19E2-78D5-E24D-1932169A0A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sz="1800" b="1" dirty="0">
                <a:ea typeface="+mn-lt"/>
                <a:cs typeface="+mn-lt"/>
              </a:rPr>
              <a:t>UTP kabely </a:t>
            </a:r>
            <a:r>
              <a:rPr lang="cs-CZ" sz="1800" dirty="0">
                <a:ea typeface="+mn-lt"/>
                <a:cs typeface="+mn-lt"/>
              </a:rPr>
              <a:t>– běžné v domácnostech a kancelářích, přenos až stovky metrů</a:t>
            </a:r>
            <a:endParaRPr lang="cs-CZ" sz="1800" dirty="0">
              <a:ea typeface="Calibri"/>
              <a:cs typeface="Calibri"/>
            </a:endParaRPr>
          </a:p>
          <a:p>
            <a:r>
              <a:rPr lang="cs-CZ" sz="1800" b="1" dirty="0">
                <a:ea typeface="+mn-lt"/>
                <a:cs typeface="+mn-lt"/>
              </a:rPr>
              <a:t>Optický kabel</a:t>
            </a:r>
            <a:r>
              <a:rPr lang="cs-CZ" sz="1800" dirty="0">
                <a:ea typeface="+mn-lt"/>
                <a:cs typeface="+mn-lt"/>
              </a:rPr>
              <a:t> – rychlý přenos na velké vzdálenosti, odolný proti rušení</a:t>
            </a:r>
            <a:endParaRPr lang="cs-CZ" sz="1800" dirty="0">
              <a:ea typeface="Calibri"/>
              <a:cs typeface="Calibri"/>
            </a:endParaRPr>
          </a:p>
          <a:p>
            <a:r>
              <a:rPr lang="cs-CZ" sz="1800" b="1" dirty="0">
                <a:ea typeface="+mn-lt"/>
                <a:cs typeface="+mn-lt"/>
              </a:rPr>
              <a:t>Wi-Fi</a:t>
            </a:r>
            <a:r>
              <a:rPr lang="cs-CZ" sz="1800" dirty="0">
                <a:ea typeface="+mn-lt"/>
                <a:cs typeface="+mn-lt"/>
              </a:rPr>
              <a:t> – bezdrátové spojení, pohodlné pro mobilní zařízení, ale závislé na kvalitě signálu</a:t>
            </a:r>
            <a:endParaRPr lang="cs-CZ" sz="1800" dirty="0">
              <a:ea typeface="Calibri"/>
              <a:cs typeface="Calibri"/>
            </a:endParaRPr>
          </a:p>
          <a:p>
            <a:endParaRPr lang="cs-CZ" sz="1800" dirty="0">
              <a:ea typeface="Calibri"/>
              <a:cs typeface="Calibri"/>
            </a:endParaRPr>
          </a:p>
          <a:p>
            <a:r>
              <a:rPr lang="cs-CZ" sz="1800" b="1" err="1">
                <a:ea typeface="Calibri"/>
                <a:cs typeface="Calibri"/>
              </a:rPr>
              <a:t>IoT</a:t>
            </a:r>
            <a:r>
              <a:rPr lang="cs-CZ" sz="1800" b="1" dirty="0">
                <a:ea typeface="Calibri"/>
                <a:cs typeface="Calibri"/>
              </a:rPr>
              <a:t> </a:t>
            </a:r>
            <a:r>
              <a:rPr lang="cs-CZ" sz="1800" dirty="0">
                <a:ea typeface="Calibri"/>
                <a:cs typeface="Calibri"/>
              </a:rPr>
              <a:t>(Internet </a:t>
            </a:r>
            <a:r>
              <a:rPr lang="cs-CZ" sz="1800" err="1">
                <a:ea typeface="Calibri"/>
                <a:cs typeface="Calibri"/>
              </a:rPr>
              <a:t>of</a:t>
            </a:r>
            <a:r>
              <a:rPr lang="cs-CZ" sz="1800" dirty="0">
                <a:ea typeface="Calibri"/>
                <a:cs typeface="Calibri"/>
              </a:rPr>
              <a:t> </a:t>
            </a:r>
            <a:r>
              <a:rPr lang="cs-CZ" sz="1800" err="1">
                <a:ea typeface="Calibri"/>
                <a:cs typeface="Calibri"/>
              </a:rPr>
              <a:t>Things</a:t>
            </a:r>
            <a:r>
              <a:rPr lang="cs-CZ" sz="1800" dirty="0">
                <a:ea typeface="Calibri"/>
                <a:cs typeface="Calibri"/>
              </a:rPr>
              <a:t>) do sítí se </a:t>
            </a:r>
            <a:r>
              <a:rPr lang="cs-CZ" sz="1800" err="1">
                <a:ea typeface="Calibri"/>
                <a:cs typeface="Calibri"/>
              </a:rPr>
              <a:t>připojue</a:t>
            </a:r>
            <a:r>
              <a:rPr lang="cs-CZ" sz="1800" dirty="0">
                <a:ea typeface="Calibri"/>
                <a:cs typeface="Calibri"/>
              </a:rPr>
              <a:t> velké množství nových typů zařízení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Calibri"/>
                <a:cs typeface="Calibri"/>
              </a:rPr>
              <a:t>chytré domácnosti, senzory, kamery, automobily, ...</a:t>
            </a:r>
          </a:p>
          <a:p>
            <a:r>
              <a:rPr lang="cs-CZ" sz="1800" dirty="0">
                <a:ea typeface="Calibri"/>
                <a:cs typeface="Calibri"/>
              </a:rPr>
              <a:t>Zvyšující se nároky na propustnost a stabilitu komunikace</a:t>
            </a:r>
          </a:p>
        </p:txBody>
      </p:sp>
      <p:pic>
        <p:nvPicPr>
          <p:cNvPr id="17" name="Picture 4">
            <a:extLst>
              <a:ext uri="{FF2B5EF4-FFF2-40B4-BE49-F238E27FC236}">
                <a16:creationId xmlns:a16="http://schemas.microsoft.com/office/drawing/2014/main" id="{534A6737-A813-30BC-F2BC-7495AAD8D5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7549" r="31646" b="2"/>
          <a:stretch>
            <a:fillRect/>
          </a:stretch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295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53B18D4-1D34-A8A9-0839-3714B0353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IP adresa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7D4DCCD2-7A5C-274D-8376-F9954AAB74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sz="1800" dirty="0">
                <a:ea typeface="Calibri"/>
                <a:cs typeface="Calibri"/>
              </a:rPr>
              <a:t>Každé zařízení potřebuje mít svou unikátní adresu pro správné doručení dat</a:t>
            </a:r>
          </a:p>
          <a:p>
            <a:r>
              <a:rPr lang="cs-CZ" sz="1800" b="1" dirty="0">
                <a:ea typeface="Calibri"/>
                <a:cs typeface="Calibri"/>
              </a:rPr>
              <a:t>IPv4 </a:t>
            </a:r>
            <a:r>
              <a:rPr lang="cs-CZ" sz="1800" dirty="0">
                <a:ea typeface="Calibri"/>
                <a:cs typeface="Calibri"/>
              </a:rPr>
              <a:t>má 32 bitů a zapisuje se obvykle čtyřmi desítkovými čísly (např. 192.168.1.10)</a:t>
            </a:r>
          </a:p>
          <a:p>
            <a:r>
              <a:rPr lang="cs-CZ" sz="1800" b="1" dirty="0">
                <a:ea typeface="Calibri"/>
                <a:cs typeface="Calibri"/>
              </a:rPr>
              <a:t>IPv6</a:t>
            </a:r>
            <a:r>
              <a:rPr lang="cs-CZ" sz="1800" dirty="0">
                <a:ea typeface="Calibri"/>
                <a:cs typeface="Calibri"/>
              </a:rPr>
              <a:t> má 128 bitů (např. </a:t>
            </a:r>
            <a:r>
              <a:rPr lang="cs-CZ" sz="1800" dirty="0">
                <a:ea typeface="+mn-lt"/>
                <a:cs typeface="+mn-lt"/>
              </a:rPr>
              <a:t>2001:0db8:85a3:0000:0000:8a2e:0370:7334)</a:t>
            </a:r>
            <a:endParaRPr lang="cs-CZ" sz="1800" dirty="0">
              <a:ea typeface="Calibri"/>
              <a:cs typeface="Calibri"/>
            </a:endParaRPr>
          </a:p>
          <a:p>
            <a:r>
              <a:rPr lang="cs-CZ" sz="1800" dirty="0">
                <a:ea typeface="+mn-lt"/>
                <a:cs typeface="+mn-lt"/>
              </a:rPr>
              <a:t>IPv4 adresy se dělí do tříd (A, B, C) podle velikosti sítě</a:t>
            </a:r>
          </a:p>
          <a:p>
            <a:r>
              <a:rPr lang="cs-CZ" sz="1800" dirty="0">
                <a:ea typeface="+mn-lt"/>
                <a:cs typeface="+mn-lt"/>
              </a:rPr>
              <a:t>Některé adresy jsou vyhrazené pro speciální použití (</a:t>
            </a:r>
            <a:r>
              <a:rPr lang="cs-CZ" sz="1800" err="1">
                <a:ea typeface="+mn-lt"/>
                <a:cs typeface="+mn-lt"/>
              </a:rPr>
              <a:t>loopback</a:t>
            </a:r>
            <a:r>
              <a:rPr lang="cs-CZ" sz="1800" dirty="0">
                <a:ea typeface="+mn-lt"/>
                <a:cs typeface="+mn-lt"/>
              </a:rPr>
              <a:t>, privátní adresy)</a:t>
            </a:r>
          </a:p>
          <a:p>
            <a:endParaRPr lang="cs-CZ" sz="1800" dirty="0">
              <a:ea typeface="Calibri"/>
              <a:cs typeface="Calibri"/>
            </a:endParaRPr>
          </a:p>
          <a:p>
            <a:r>
              <a:rPr lang="cs-CZ" sz="1800" dirty="0">
                <a:ea typeface="Calibri"/>
                <a:cs typeface="Calibri"/>
              </a:rPr>
              <a:t>MAC adresa zařízení - fyzická adresa pro rozlišení v LAN</a:t>
            </a:r>
          </a:p>
          <a:p>
            <a:endParaRPr lang="cs-CZ" sz="1700">
              <a:ea typeface="Calibri"/>
              <a:cs typeface="Calibri"/>
            </a:endParaRPr>
          </a:p>
          <a:p>
            <a:endParaRPr lang="cs-CZ" sz="1700"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329E1A-CE59-5BEF-71DC-7CBC2EB32AE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874" r="36320" b="2"/>
          <a:stretch>
            <a:fillRect/>
          </a:stretch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662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A74109A-7326-7ED7-54D8-F272D8E6EE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>
                <a:ea typeface="Calibri Light"/>
                <a:cs typeface="Calibri Light"/>
              </a:rPr>
              <a:t>DNS, NAT</a:t>
            </a:r>
            <a:endParaRPr lang="cs-CZ"/>
          </a:p>
        </p:txBody>
      </p:sp>
      <p:sp>
        <p:nvSpPr>
          <p:cNvPr id="7" name="Zástupný obsah 2">
            <a:extLst>
              <a:ext uri="{FF2B5EF4-FFF2-40B4-BE49-F238E27FC236}">
                <a16:creationId xmlns:a16="http://schemas.microsoft.com/office/drawing/2014/main" id="{75B48A58-D82D-EC8D-8288-DD2C1F205B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sz="2400" b="1" dirty="0">
                <a:ea typeface="+mn-lt"/>
                <a:cs typeface="+mn-lt"/>
              </a:rPr>
              <a:t>DNS </a:t>
            </a:r>
            <a:r>
              <a:rPr lang="cs-CZ" sz="2400" dirty="0">
                <a:ea typeface="+mn-lt"/>
                <a:cs typeface="+mn-lt"/>
              </a:rPr>
              <a:t>(</a:t>
            </a:r>
            <a:r>
              <a:rPr lang="cs-CZ" sz="2400" err="1">
                <a:ea typeface="+mn-lt"/>
                <a:cs typeface="+mn-lt"/>
              </a:rPr>
              <a:t>Domain</a:t>
            </a:r>
            <a:r>
              <a:rPr lang="cs-CZ" sz="2400" dirty="0">
                <a:ea typeface="+mn-lt"/>
                <a:cs typeface="+mn-lt"/>
              </a:rPr>
              <a:t> Name </a:t>
            </a:r>
            <a:r>
              <a:rPr lang="cs-CZ" sz="2400" err="1">
                <a:ea typeface="+mn-lt"/>
                <a:cs typeface="+mn-lt"/>
              </a:rPr>
              <a:t>System</a:t>
            </a:r>
            <a:r>
              <a:rPr lang="cs-CZ" sz="2400" dirty="0">
                <a:ea typeface="+mn-lt"/>
                <a:cs typeface="+mn-lt"/>
              </a:rPr>
              <a:t>) převádí názvy domén na IP adresy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(např. www.google.com → 142.250.190.78).</a:t>
            </a:r>
          </a:p>
          <a:p>
            <a:r>
              <a:rPr lang="cs-CZ" sz="2400" b="1" dirty="0">
                <a:ea typeface="+mn-lt"/>
                <a:cs typeface="+mn-lt"/>
              </a:rPr>
              <a:t>NAT</a:t>
            </a:r>
            <a:r>
              <a:rPr lang="cs-CZ" sz="2400" dirty="0">
                <a:ea typeface="+mn-lt"/>
                <a:cs typeface="+mn-lt"/>
              </a:rPr>
              <a:t> (Network </a:t>
            </a:r>
            <a:r>
              <a:rPr lang="cs-CZ" sz="2400" err="1">
                <a:ea typeface="+mn-lt"/>
                <a:cs typeface="+mn-lt"/>
              </a:rPr>
              <a:t>Address</a:t>
            </a:r>
            <a:r>
              <a:rPr lang="cs-CZ" sz="2400" dirty="0">
                <a:ea typeface="+mn-lt"/>
                <a:cs typeface="+mn-lt"/>
              </a:rPr>
              <a:t> </a:t>
            </a:r>
            <a:r>
              <a:rPr lang="cs-CZ" sz="2400" err="1">
                <a:ea typeface="+mn-lt"/>
                <a:cs typeface="+mn-lt"/>
              </a:rPr>
              <a:t>Translation</a:t>
            </a:r>
            <a:r>
              <a:rPr lang="cs-CZ" sz="2400" dirty="0">
                <a:ea typeface="+mn-lt"/>
                <a:cs typeface="+mn-lt"/>
              </a:rPr>
              <a:t>) umožňuje více zařízení v domácí síti sdílet jednu veřejnou IP adresu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2000" dirty="0">
                <a:ea typeface="+mn-lt"/>
                <a:cs typeface="+mn-lt"/>
              </a:rPr>
              <a:t>NAT překládá lokální IP adresy na veřejnou a zpět, což je nezbytné pro komunikaci s internetem</a:t>
            </a:r>
          </a:p>
        </p:txBody>
      </p:sp>
      <p:pic>
        <p:nvPicPr>
          <p:cNvPr id="8" name="Picture 4" descr="Ethernetové kabely připojené k síťovým rozhraním">
            <a:extLst>
              <a:ext uri="{FF2B5EF4-FFF2-40B4-BE49-F238E27FC236}">
                <a16:creationId xmlns:a16="http://schemas.microsoft.com/office/drawing/2014/main" id="{D788D299-8B82-3493-60CE-21FEC210A48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4" r="9298" b="5"/>
          <a:stretch>
            <a:fillRect/>
          </a:stretch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7401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36BF6F5-B1B9-A9E3-CF8E-00FC8C832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Webové služby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71BBE7C-7868-A7A8-4104-A02E37AEF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 anchor="t">
            <a:normAutofit/>
          </a:bodyPr>
          <a:lstStyle/>
          <a:p>
            <a:r>
              <a:rPr lang="cs-CZ" b="1" dirty="0">
                <a:ea typeface="Calibri"/>
                <a:cs typeface="Calibri"/>
              </a:rPr>
              <a:t>HTTP / HTTPS</a:t>
            </a:r>
            <a:r>
              <a:rPr lang="cs-CZ" dirty="0">
                <a:ea typeface="Calibri"/>
                <a:cs typeface="Calibri"/>
              </a:rPr>
              <a:t> – přenos webových stránek (HTTPS = šifrované spojení)</a:t>
            </a:r>
          </a:p>
          <a:p>
            <a:r>
              <a:rPr lang="cs-CZ" b="1" dirty="0">
                <a:ea typeface="Calibri"/>
                <a:cs typeface="Calibri"/>
              </a:rPr>
              <a:t>URL </a:t>
            </a:r>
            <a:r>
              <a:rPr lang="cs-CZ" dirty="0">
                <a:ea typeface="Calibri"/>
                <a:cs typeface="Calibri"/>
              </a:rPr>
              <a:t>(</a:t>
            </a:r>
            <a:r>
              <a:rPr lang="cs-CZ" dirty="0" err="1">
                <a:ea typeface="Calibri"/>
                <a:cs typeface="Calibri"/>
              </a:rPr>
              <a:t>Uniform</a:t>
            </a:r>
            <a:r>
              <a:rPr lang="cs-CZ" dirty="0">
                <a:ea typeface="Calibri"/>
                <a:cs typeface="Calibri"/>
              </a:rPr>
              <a:t> </a:t>
            </a:r>
            <a:r>
              <a:rPr lang="cs-CZ" dirty="0" err="1">
                <a:ea typeface="Calibri"/>
                <a:cs typeface="Calibri"/>
              </a:rPr>
              <a:t>Resource</a:t>
            </a:r>
            <a:r>
              <a:rPr lang="cs-CZ" dirty="0">
                <a:ea typeface="Calibri"/>
                <a:cs typeface="Calibri"/>
              </a:rPr>
              <a:t> </a:t>
            </a:r>
            <a:r>
              <a:rPr lang="cs-CZ" dirty="0" err="1">
                <a:ea typeface="Calibri"/>
                <a:cs typeface="Calibri"/>
              </a:rPr>
              <a:t>Locator</a:t>
            </a:r>
            <a:r>
              <a:rPr lang="cs-CZ" dirty="0">
                <a:ea typeface="Calibri"/>
                <a:cs typeface="Calibri"/>
              </a:rPr>
              <a:t>) = adresa webové stránky</a:t>
            </a:r>
            <a:endParaRPr lang="cs-CZ" dirty="0"/>
          </a:p>
          <a:p>
            <a:r>
              <a:rPr lang="cs-CZ" b="1" dirty="0">
                <a:ea typeface="Calibri"/>
                <a:cs typeface="Calibri"/>
              </a:rPr>
              <a:t>URI </a:t>
            </a:r>
            <a:r>
              <a:rPr lang="cs-CZ" dirty="0">
                <a:ea typeface="Calibri"/>
                <a:cs typeface="Calibri"/>
              </a:rPr>
              <a:t>(</a:t>
            </a:r>
            <a:r>
              <a:rPr lang="cs-CZ" dirty="0" err="1">
                <a:ea typeface="Calibri"/>
                <a:cs typeface="Calibri"/>
              </a:rPr>
              <a:t>Uniform</a:t>
            </a:r>
            <a:r>
              <a:rPr lang="cs-CZ" dirty="0">
                <a:ea typeface="Calibri"/>
                <a:cs typeface="Calibri"/>
              </a:rPr>
              <a:t> </a:t>
            </a:r>
            <a:r>
              <a:rPr lang="cs-CZ" dirty="0" err="1">
                <a:ea typeface="Calibri"/>
                <a:cs typeface="Calibri"/>
              </a:rPr>
              <a:t>Resource</a:t>
            </a:r>
            <a:r>
              <a:rPr lang="cs-CZ" dirty="0">
                <a:ea typeface="Calibri"/>
                <a:cs typeface="Calibri"/>
              </a:rPr>
              <a:t> </a:t>
            </a:r>
            <a:r>
              <a:rPr lang="cs-CZ" dirty="0" err="1">
                <a:ea typeface="Calibri"/>
                <a:cs typeface="Calibri"/>
              </a:rPr>
              <a:t>Identifier</a:t>
            </a:r>
            <a:r>
              <a:rPr lang="cs-CZ" dirty="0">
                <a:ea typeface="Calibri"/>
                <a:cs typeface="Calibri"/>
              </a:rPr>
              <a:t>) = širší pojem, zahrnuje URL i jiné identifikátory zdrojů (např. emailové adresy nebo API zdroje</a:t>
            </a:r>
            <a:endParaRPr lang="cs-CZ" dirty="0"/>
          </a:p>
          <a:p>
            <a:r>
              <a:rPr lang="cs-CZ" u="sng" dirty="0">
                <a:ea typeface="+mn-lt"/>
                <a:cs typeface="+mn-lt"/>
              </a:rPr>
              <a:t>Typy služeb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webové stránky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e-mail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cloudové úložiště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dirty="0">
                <a:ea typeface="+mn-lt"/>
                <a:cs typeface="+mn-lt"/>
              </a:rPr>
              <a:t>API pro aplikace</a:t>
            </a:r>
            <a:endParaRPr lang="cs-CZ" dirty="0">
              <a:ea typeface="Calibri"/>
              <a:cs typeface="Calibri"/>
            </a:endParaRPr>
          </a:p>
          <a:p>
            <a:endParaRPr lang="cs-CZ" dirty="0">
              <a:ea typeface="Calibri"/>
              <a:cs typeface="Calibri"/>
            </a:endParaRPr>
          </a:p>
        </p:txBody>
      </p:sp>
      <p:pic>
        <p:nvPicPr>
          <p:cNvPr id="4" name="Obrázek 3" descr="Obsah obrázku symbol, logo, Grafika, Písmo&#10;&#10;Obsah generovaný pomocí AI může být nesprávný.">
            <a:extLst>
              <a:ext uri="{FF2B5EF4-FFF2-40B4-BE49-F238E27FC236}">
                <a16:creationId xmlns:a16="http://schemas.microsoft.com/office/drawing/2014/main" id="{081E8628-48ED-E2BC-BA82-0463106BB6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20570" y="2084269"/>
            <a:ext cx="3135109" cy="313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2872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2ABB703-2B0E-4C3B-B4A2-F3973548E5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33431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903C7BE-F923-1B32-277C-44E516045D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Proxy, VPN</a:t>
            </a:r>
            <a:endParaRPr lang="cs-CZ" dirty="0"/>
          </a:p>
        </p:txBody>
      </p:sp>
      <p:pic>
        <p:nvPicPr>
          <p:cNvPr id="4" name="Obrázek 3" descr="What is a VPN? How It Works, Types, and Benefits of VPNs">
            <a:extLst>
              <a:ext uri="{FF2B5EF4-FFF2-40B4-BE49-F238E27FC236}">
                <a16:creationId xmlns:a16="http://schemas.microsoft.com/office/drawing/2014/main" id="{6067604E-ED87-EB58-B057-2B3EE386A2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192" y="1544902"/>
            <a:ext cx="5451627" cy="3448154"/>
          </a:xfrm>
          <a:prstGeom prst="rect">
            <a:avLst/>
          </a:prstGeom>
        </p:spPr>
      </p:pic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C21570E-E159-49A6-9891-FA397B7A92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411684" y="2086188"/>
            <a:ext cx="4748808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7E7FA0-D37A-6E9A-C1BA-5A0817B5D3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198914"/>
            <a:ext cx="5127172" cy="3670180"/>
          </a:xfrm>
        </p:spPr>
        <p:txBody>
          <a:bodyPr vert="horz" lIns="0" tIns="45720" rIns="0" bIns="45720" rtlCol="0">
            <a:normAutofit/>
          </a:bodyPr>
          <a:lstStyle/>
          <a:p>
            <a:r>
              <a:rPr lang="cs-CZ" b="1" dirty="0">
                <a:ea typeface="Calibri"/>
                <a:cs typeface="Calibri"/>
              </a:rPr>
              <a:t>Proxy server</a:t>
            </a:r>
            <a:r>
              <a:rPr lang="cs-CZ" dirty="0">
                <a:ea typeface="Calibri"/>
                <a:cs typeface="Calibri"/>
              </a:rPr>
              <a:t> = prostředník mezi vaším počítačem a internetem, může filtrovat obsah nebo skrýt IP</a:t>
            </a:r>
          </a:p>
          <a:p>
            <a:r>
              <a:rPr lang="cs-CZ" b="1" dirty="0">
                <a:ea typeface="Calibri"/>
                <a:cs typeface="Calibri"/>
              </a:rPr>
              <a:t>VPN </a:t>
            </a:r>
            <a:r>
              <a:rPr lang="cs-CZ" dirty="0">
                <a:ea typeface="Calibri"/>
                <a:cs typeface="Calibri"/>
              </a:rPr>
              <a:t>(</a:t>
            </a:r>
            <a:r>
              <a:rPr lang="cs-CZ" dirty="0" err="1">
                <a:ea typeface="Calibri"/>
                <a:cs typeface="Calibri"/>
              </a:rPr>
              <a:t>Virtual</a:t>
            </a:r>
            <a:r>
              <a:rPr lang="cs-CZ" dirty="0">
                <a:ea typeface="Calibri"/>
                <a:cs typeface="Calibri"/>
              </a:rPr>
              <a:t> </a:t>
            </a:r>
            <a:r>
              <a:rPr lang="cs-CZ" dirty="0" err="1">
                <a:ea typeface="Calibri"/>
                <a:cs typeface="Calibri"/>
              </a:rPr>
              <a:t>Private</a:t>
            </a:r>
            <a:r>
              <a:rPr lang="cs-CZ" dirty="0">
                <a:ea typeface="Calibri"/>
                <a:cs typeface="Calibri"/>
              </a:rPr>
              <a:t> Network) = šifrovaný tunel do jiné sítě, anonymita, ochrana dat</a:t>
            </a:r>
            <a:endParaRPr lang="cs-CZ" dirty="0"/>
          </a:p>
          <a:p>
            <a:endParaRPr lang="cs-CZ" dirty="0">
              <a:ea typeface="Calibri"/>
              <a:cs typeface="Calibri"/>
            </a:endParaRPr>
          </a:p>
          <a:p>
            <a:r>
              <a:rPr lang="cs-CZ" i="1" dirty="0">
                <a:ea typeface="Calibri"/>
                <a:cs typeface="Calibri"/>
              </a:rPr>
              <a:t>Kdy byste využili VPN?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95DA498-D9A2-4DA9-B9DA-B3776E08CF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2A73093-4B9D-420D-B17E-52293703A1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2439259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6B7EC1C-5AAA-1458-03BA-29BA99AD84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>
            <a:normAutofit/>
          </a:bodyPr>
          <a:lstStyle/>
          <a:p>
            <a:r>
              <a:rPr lang="cs-CZ" dirty="0">
                <a:ea typeface="Calibri Light"/>
                <a:cs typeface="Calibri Light"/>
              </a:rPr>
              <a:t>Online bezpečnost</a:t>
            </a:r>
            <a:endParaRPr lang="cs-CZ" dirty="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D855492-873A-E1FC-B57B-F03B9AF69C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6454987" cy="4023360"/>
          </a:xfrm>
        </p:spPr>
        <p:txBody>
          <a:bodyPr vert="horz" lIns="0" tIns="45720" rIns="0" bIns="45720" rtlCol="0" anchor="t">
            <a:noAutofit/>
          </a:bodyPr>
          <a:lstStyle/>
          <a:p>
            <a:r>
              <a:rPr lang="cs-CZ" sz="2400" dirty="0">
                <a:ea typeface="Calibri"/>
                <a:cs typeface="Calibri"/>
              </a:rPr>
              <a:t>Hrozby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2000" dirty="0">
                <a:ea typeface="Calibri"/>
                <a:cs typeface="Calibri"/>
              </a:rPr>
              <a:t>Malware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2000" dirty="0" err="1">
                <a:ea typeface="Calibri"/>
                <a:cs typeface="Calibri"/>
              </a:rPr>
              <a:t>Phishing</a:t>
            </a:r>
            <a:endParaRPr lang="cs-CZ" sz="2000" dirty="0">
              <a:ea typeface="Calibri"/>
              <a:cs typeface="Calibri"/>
            </a:endParaRP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2000" dirty="0">
                <a:ea typeface="Calibri"/>
                <a:cs typeface="Calibri"/>
              </a:rPr>
              <a:t>Ransomware</a:t>
            </a:r>
          </a:p>
          <a:p>
            <a:r>
              <a:rPr lang="cs-CZ" sz="2400" dirty="0">
                <a:ea typeface="Calibri"/>
                <a:cs typeface="Calibri"/>
              </a:rPr>
              <a:t>Základní pravidla bezpečnosti na internetu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2000" dirty="0">
                <a:ea typeface="Calibri"/>
                <a:cs typeface="Calibri"/>
              </a:rPr>
              <a:t> silná hesla, dvou faktorové ověření, aktualizace softwaru</a:t>
            </a:r>
          </a:p>
          <a:p>
            <a:r>
              <a:rPr lang="cs-CZ" sz="2400" dirty="0">
                <a:ea typeface="Calibri"/>
                <a:cs typeface="Calibri"/>
              </a:rPr>
              <a:t>Soukromí</a:t>
            </a:r>
          </a:p>
          <a:p>
            <a:pPr marL="383540" lvl="1">
              <a:buFont typeface="Courier New" panose="020F0502020204030204" pitchFamily="34" charset="0"/>
              <a:buChar char="o"/>
            </a:pPr>
            <a:r>
              <a:rPr lang="cs-CZ" sz="2000" dirty="0">
                <a:ea typeface="Calibri"/>
                <a:cs typeface="Calibri"/>
              </a:rPr>
              <a:t>cookies, sledovací služby, ochrana dat</a:t>
            </a:r>
          </a:p>
          <a:p>
            <a:endParaRPr lang="cs-CZ" sz="2400" dirty="0">
              <a:ea typeface="Calibri"/>
              <a:cs typeface="Calibri"/>
            </a:endParaRPr>
          </a:p>
          <a:p>
            <a:r>
              <a:rPr lang="cs-CZ" sz="2400" i="1" dirty="0">
                <a:ea typeface="Calibri"/>
                <a:cs typeface="Calibri"/>
              </a:rPr>
              <a:t>Jak poznat </a:t>
            </a:r>
            <a:r>
              <a:rPr lang="cs-CZ" sz="2400" i="1" dirty="0" err="1">
                <a:ea typeface="Calibri"/>
                <a:cs typeface="Calibri"/>
              </a:rPr>
              <a:t>phisingový</a:t>
            </a:r>
            <a:r>
              <a:rPr lang="cs-CZ" sz="2400" i="1">
                <a:ea typeface="Calibri"/>
                <a:cs typeface="Calibri"/>
              </a:rPr>
              <a:t> útok? Co je to DDOS?</a:t>
            </a:r>
          </a:p>
        </p:txBody>
      </p:sp>
      <p:pic>
        <p:nvPicPr>
          <p:cNvPr id="5" name="Picture 4" descr="Visací zámek na základní desce počítače">
            <a:extLst>
              <a:ext uri="{FF2B5EF4-FFF2-40B4-BE49-F238E27FC236}">
                <a16:creationId xmlns:a16="http://schemas.microsoft.com/office/drawing/2014/main" id="{AF525E49-C4AF-0CD4-6324-2A781172BF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307" r="32403"/>
          <a:stretch>
            <a:fillRect/>
          </a:stretch>
        </p:blipFill>
        <p:spPr>
          <a:xfrm>
            <a:off x="8020570" y="1916318"/>
            <a:ext cx="3135109" cy="347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2260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Motiv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eb61919-e7f8-4a11-8db4-9145fbd21da9" xsi:nil="true"/>
    <lcf76f155ced4ddcb4097134ff3c332f xmlns="09a37b55-a4d7-45bd-a73f-33c2b1d41898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52F7ECDF1E614946A5A39D5552BFC522" ma:contentTypeVersion="9" ma:contentTypeDescription="Vytvoří nový dokument" ma:contentTypeScope="" ma:versionID="cec7e99e499b1a399f5002d8f5cf0989">
  <xsd:schema xmlns:xsd="http://www.w3.org/2001/XMLSchema" xmlns:xs="http://www.w3.org/2001/XMLSchema" xmlns:p="http://schemas.microsoft.com/office/2006/metadata/properties" xmlns:ns2="09a37b55-a4d7-45bd-a73f-33c2b1d41898" xmlns:ns3="3eb61919-e7f8-4a11-8db4-9145fbd21da9" targetNamespace="http://schemas.microsoft.com/office/2006/metadata/properties" ma:root="true" ma:fieldsID="7040e20160986dd2b45602a8e4e840ef" ns2:_="" ns3:_="">
    <xsd:import namespace="09a37b55-a4d7-45bd-a73f-33c2b1d41898"/>
    <xsd:import namespace="3eb61919-e7f8-4a11-8db4-9145fbd21da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a37b55-a4d7-45bd-a73f-33c2b1d4189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Značky obrázků" ma:readOnly="false" ma:fieldId="{5cf76f15-5ced-4ddc-b409-7134ff3c332f}" ma:taxonomyMulti="true" ma:sspId="ebb97977-59de-4a56-a93a-a55cc960f6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eb61919-e7f8-4a11-8db4-9145fbd21da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b81dadd1-d650-44b3-88bb-a397f6058a88}" ma:internalName="TaxCatchAll" ma:showField="CatchAllData" ma:web="3eb61919-e7f8-4a11-8db4-9145fbd21da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022C7D1-EE9E-4242-B577-CD53C439A66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CF52871-FF00-4D4A-8396-DA8C6A507140}">
  <ds:schemaRefs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09a37b55-a4d7-45bd-a73f-33c2b1d41898"/>
    <ds:schemaRef ds:uri="http://purl.org/dc/terms/"/>
    <ds:schemaRef ds:uri="http://purl.org/dc/elements/1.1/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72ED6CEA-E4E5-402C-8F4F-CFC4A5A2EF7C}"/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235</Words>
  <Application>Microsoft Office PowerPoint</Application>
  <PresentationFormat>Širokoúhlá obrazovka</PresentationFormat>
  <Paragraphs>54</Paragraphs>
  <Slides>8</Slides>
  <Notes>1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8</vt:i4>
      </vt:variant>
    </vt:vector>
  </HeadingPairs>
  <TitlesOfParts>
    <vt:vector size="9" baseType="lpstr">
      <vt:lpstr>Retrospect</vt:lpstr>
      <vt:lpstr>Počítačové sítě a internet</vt:lpstr>
      <vt:lpstr>Počítačová síť, historie internetu</vt:lpstr>
      <vt:lpstr>Konektivita sítí</vt:lpstr>
      <vt:lpstr>IP adresa</vt:lpstr>
      <vt:lpstr>DNS, NAT</vt:lpstr>
      <vt:lpstr>Webové služby</vt:lpstr>
      <vt:lpstr>Proxy, VPN</vt:lpstr>
      <vt:lpstr>Online bezpečnost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Hardware</dc:title>
  <dc:creator>Sládeček David</dc:creator>
  <cp:lastModifiedBy>Sládeček David</cp:lastModifiedBy>
  <cp:revision>503</cp:revision>
  <dcterms:created xsi:type="dcterms:W3CDTF">2025-10-12T16:48:06Z</dcterms:created>
  <dcterms:modified xsi:type="dcterms:W3CDTF">2025-11-18T15:52:32Z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0x01010052F7ECDF1E614946A5A39D5552BFC522</vt:lpwstr>
  </property>
</Properties>
</file>