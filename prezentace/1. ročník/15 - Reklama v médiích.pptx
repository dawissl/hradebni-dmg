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4"/>
  </p:notesMasterIdLst>
  <p:sldIdLst>
    <p:sldId id="256" r:id="rId5"/>
    <p:sldId id="257" r:id="rId6"/>
    <p:sldId id="259" r:id="rId7"/>
    <p:sldId id="264" r:id="rId8"/>
    <p:sldId id="261" r:id="rId9"/>
    <p:sldId id="262" r:id="rId10"/>
    <p:sldId id="260" r:id="rId11"/>
    <p:sldId id="265" r:id="rId12"/>
    <p:sldId id="266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7706"/>
    <a:srgbClr val="08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2E8257-35D3-48EC-8FA3-CC0C210675FB}" v="771" dt="2026-03-29T15:01:55.5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větlý styl 2 – zvýraznění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352E8257-35D3-48EC-8FA3-CC0C210675FB}"/>
    <pc:docChg chg="addSld delSld modSld sldOrd">
      <pc:chgData name="Sládeček David" userId="S::sladecek@hradebni.cz::474d93f0-3a32-49cc-b837-47806091b590" providerId="AD" clId="Web-{352E8257-35D3-48EC-8FA3-CC0C210675FB}" dt="2026-03-29T15:01:55.535" v="715" actId="20577"/>
      <pc:docMkLst>
        <pc:docMk/>
      </pc:docMkLst>
      <pc:sldChg chg="addSp delSp modSp">
        <pc:chgData name="Sládeček David" userId="S::sladecek@hradebni.cz::474d93f0-3a32-49cc-b837-47806091b590" providerId="AD" clId="Web-{352E8257-35D3-48EC-8FA3-CC0C210675FB}" dt="2026-03-29T14:29:29.278" v="29" actId="20577"/>
        <pc:sldMkLst>
          <pc:docMk/>
          <pc:sldMk cId="3799523001" sldId="256"/>
        </pc:sldMkLst>
        <pc:spChg chg="mod">
          <ac:chgData name="Sládeček David" userId="S::sladecek@hradebni.cz::474d93f0-3a32-49cc-b837-47806091b590" providerId="AD" clId="Web-{352E8257-35D3-48EC-8FA3-CC0C210675FB}" dt="2026-03-29T14:29:29.278" v="29" actId="20577"/>
          <ac:spMkLst>
            <pc:docMk/>
            <pc:sldMk cId="3799523001" sldId="256"/>
            <ac:spMk id="2" creationId="{00000000-0000-0000-0000-000000000000}"/>
          </ac:spMkLst>
        </pc:spChg>
        <pc:spChg chg="add del mod">
          <ac:chgData name="Sládeček David" userId="S::sladecek@hradebni.cz::474d93f0-3a32-49cc-b837-47806091b590" providerId="AD" clId="Web-{352E8257-35D3-48EC-8FA3-CC0C210675FB}" dt="2026-03-29T14:29:21.730" v="28" actId="20577"/>
          <ac:spMkLst>
            <pc:docMk/>
            <pc:sldMk cId="3799523001" sldId="256"/>
            <ac:spMk id="4" creationId="{F355617E-9F8C-51B8-9B21-EE629343E955}"/>
          </ac:spMkLst>
        </pc:spChg>
      </pc:sldChg>
      <pc:sldChg chg="modSp">
        <pc:chgData name="Sládeček David" userId="S::sladecek@hradebni.cz::474d93f0-3a32-49cc-b837-47806091b590" providerId="AD" clId="Web-{352E8257-35D3-48EC-8FA3-CC0C210675FB}" dt="2026-03-29T14:30:28.857" v="47" actId="14100"/>
        <pc:sldMkLst>
          <pc:docMk/>
          <pc:sldMk cId="1799371687" sldId="257"/>
        </pc:sldMkLst>
        <pc:spChg chg="mod">
          <ac:chgData name="Sládeček David" userId="S::sladecek@hradebni.cz::474d93f0-3a32-49cc-b837-47806091b590" providerId="AD" clId="Web-{352E8257-35D3-48EC-8FA3-CC0C210675FB}" dt="2026-03-29T14:30:28.857" v="47" actId="14100"/>
          <ac:spMkLst>
            <pc:docMk/>
            <pc:sldMk cId="1799371687" sldId="257"/>
            <ac:spMk id="3" creationId="{EE2A44CA-0FF0-446E-8AEB-879B2AFB5594}"/>
          </ac:spMkLst>
        </pc:spChg>
      </pc:sldChg>
      <pc:sldChg chg="modSp">
        <pc:chgData name="Sládeček David" userId="S::sladecek@hradebni.cz::474d93f0-3a32-49cc-b837-47806091b590" providerId="AD" clId="Web-{352E8257-35D3-48EC-8FA3-CC0C210675FB}" dt="2026-03-29T14:31:48.573" v="73" actId="20577"/>
        <pc:sldMkLst>
          <pc:docMk/>
          <pc:sldMk cId="0" sldId="259"/>
        </pc:sldMkLst>
        <pc:spChg chg="mod">
          <ac:chgData name="Sládeček David" userId="S::sladecek@hradebni.cz::474d93f0-3a32-49cc-b837-47806091b590" providerId="AD" clId="Web-{352E8257-35D3-48EC-8FA3-CC0C210675FB}" dt="2026-03-29T14:31:48.573" v="73" actId="20577"/>
          <ac:spMkLst>
            <pc:docMk/>
            <pc:sldMk cId="0" sldId="259"/>
            <ac:spMk id="2" creationId="{921C39C7-7652-7B51-0CC3-D953309E31B5}"/>
          </ac:spMkLst>
        </pc:spChg>
        <pc:spChg chg="mod">
          <ac:chgData name="Sládeček David" userId="S::sladecek@hradebni.cz::474d93f0-3a32-49cc-b837-47806091b590" providerId="AD" clId="Web-{352E8257-35D3-48EC-8FA3-CC0C210675FB}" dt="2026-03-29T14:31:08.283" v="52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31:07.423" v="51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31:20.958" v="57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31:25.959" v="65" actId="2057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31:34.570" v="68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31:38.461" v="72" actId="20577"/>
          <ac:spMkLst>
            <pc:docMk/>
            <pc:sldMk cId="0" sldId="259"/>
            <ac:spMk id="27" creationId="{F4A461C6-7FEA-5250-E39C-E23A5C21CE19}"/>
          </ac:spMkLst>
        </pc:spChg>
      </pc:sldChg>
      <pc:sldChg chg="delSp modSp ord">
        <pc:chgData name="Sládeček David" userId="S::sladecek@hradebni.cz::474d93f0-3a32-49cc-b837-47806091b590" providerId="AD" clId="Web-{352E8257-35D3-48EC-8FA3-CC0C210675FB}" dt="2026-03-29T14:58:41.310" v="670" actId="20577"/>
        <pc:sldMkLst>
          <pc:docMk/>
          <pc:sldMk cId="0" sldId="260"/>
        </pc:sldMkLst>
        <pc:spChg chg="mod">
          <ac:chgData name="Sládeček David" userId="S::sladecek@hradebni.cz::474d93f0-3a32-49cc-b837-47806091b590" providerId="AD" clId="Web-{352E8257-35D3-48EC-8FA3-CC0C210675FB}" dt="2026-03-29T14:58:41.310" v="670" actId="20577"/>
          <ac:spMkLst>
            <pc:docMk/>
            <pc:sldMk cId="0" sldId="260"/>
            <ac:spMk id="2" creationId="{1D9BEE46-6910-1AB7-4EFE-8BAC034BCEDD}"/>
          </ac:spMkLst>
        </pc:spChg>
        <pc:spChg chg="del">
          <ac:chgData name="Sládeček David" userId="S::sladecek@hradebni.cz::474d93f0-3a32-49cc-b837-47806091b590" providerId="AD" clId="Web-{352E8257-35D3-48EC-8FA3-CC0C210675FB}" dt="2026-03-29T14:57:06.899" v="652"/>
          <ac:spMkLst>
            <pc:docMk/>
            <pc:sldMk cId="0" sldId="260"/>
            <ac:spMk id="4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58:08.199" v="664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58:31.903" v="669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57:48.854" v="661" actId="20577"/>
          <ac:spMkLst>
            <pc:docMk/>
            <pc:sldMk cId="0" sldId="260"/>
            <ac:spMk id="12" creationId="{262290AE-5D8F-0572-0A29-D4E9EEC987F4}"/>
          </ac:spMkLst>
        </pc:spChg>
      </pc:sldChg>
      <pc:sldChg chg="addSp delSp modSp">
        <pc:chgData name="Sládeček David" userId="S::sladecek@hradebni.cz::474d93f0-3a32-49cc-b837-47806091b590" providerId="AD" clId="Web-{352E8257-35D3-48EC-8FA3-CC0C210675FB}" dt="2026-03-29T14:48:14.156" v="479" actId="1076"/>
        <pc:sldMkLst>
          <pc:docMk/>
          <pc:sldMk cId="0" sldId="261"/>
        </pc:sldMkLst>
        <pc:spChg chg="add mod">
          <ac:chgData name="Sládeček David" userId="S::sladecek@hradebni.cz::474d93f0-3a32-49cc-b837-47806091b590" providerId="AD" clId="Web-{352E8257-35D3-48EC-8FA3-CC0C210675FB}" dt="2026-03-29T14:44:32.459" v="401" actId="14100"/>
          <ac:spMkLst>
            <pc:docMk/>
            <pc:sldMk cId="0" sldId="261"/>
            <ac:spMk id="5" creationId="{94E0A4C4-CA9D-D25F-FED0-588AE34EBE48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44:14.599" v="398"/>
          <ac:spMkLst>
            <pc:docMk/>
            <pc:sldMk cId="0" sldId="261"/>
            <ac:spMk id="7" creationId="{00000000-0000-0000-0000-000000000000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45:27.883" v="434" actId="1076"/>
          <ac:spMkLst>
            <pc:docMk/>
            <pc:sldMk cId="0" sldId="261"/>
            <ac:spMk id="8" creationId="{00000000-0000-0000-0000-000000000000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48:14.156" v="479" actId="1076"/>
          <ac:spMkLst>
            <pc:docMk/>
            <pc:sldMk cId="0" sldId="261"/>
            <ac:spMk id="9" creationId="{00000000-0000-0000-0000-000000000000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46:42.103" v="466" actId="14100"/>
          <ac:spMkLst>
            <pc:docMk/>
            <pc:sldMk cId="0" sldId="261"/>
            <ac:spMk id="10" creationId="{00000000-0000-0000-0000-000000000000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45:23.961" v="433" actId="1076"/>
          <ac:spMkLst>
            <pc:docMk/>
            <pc:sldMk cId="0" sldId="261"/>
            <ac:spMk id="11" creationId="{00000000-0000-0000-0000-000000000000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46:57.354" v="469" actId="2057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44:40.022" v="402" actId="1076"/>
          <ac:spMkLst>
            <pc:docMk/>
            <pc:sldMk cId="0" sldId="261"/>
            <ac:spMk id="15" creationId="{0AE5D91D-E33D-8133-4169-3BDADE987344}"/>
          </ac:spMkLst>
        </pc:spChg>
        <pc:grpChg chg="add del mod">
          <ac:chgData name="Sládeček David" userId="S::sladecek@hradebni.cz::474d93f0-3a32-49cc-b837-47806091b590" providerId="AD" clId="Web-{352E8257-35D3-48EC-8FA3-CC0C210675FB}" dt="2026-03-29T14:44:12.615" v="397"/>
          <ac:grpSpMkLst>
            <pc:docMk/>
            <pc:sldMk cId="0" sldId="261"/>
            <ac:grpSpMk id="2" creationId="{07195F56-692F-2548-F878-A1F7FAB195F8}"/>
          </ac:grpSpMkLst>
        </pc:grpChg>
        <pc:grpChg chg="add del mod">
          <ac:chgData name="Sládeček David" userId="S::sladecek@hradebni.cz::474d93f0-3a32-49cc-b837-47806091b590" providerId="AD" clId="Web-{352E8257-35D3-48EC-8FA3-CC0C210675FB}" dt="2026-03-29T14:44:14.599" v="398"/>
          <ac:grpSpMkLst>
            <pc:docMk/>
            <pc:sldMk cId="0" sldId="261"/>
            <ac:grpSpMk id="3" creationId="{FFD7D987-5F41-FF34-600D-0D2B9BF61AFE}"/>
          </ac:grpSpMkLst>
        </pc:grpChg>
        <pc:picChg chg="del">
          <ac:chgData name="Sládeček David" userId="S::sladecek@hradebni.cz::474d93f0-3a32-49cc-b837-47806091b590" providerId="AD" clId="Web-{352E8257-35D3-48EC-8FA3-CC0C210675FB}" dt="2026-03-29T14:42:11.939" v="373"/>
          <ac:picMkLst>
            <pc:docMk/>
            <pc:sldMk cId="0" sldId="261"/>
            <ac:picMk id="6" creationId="{00000000-0000-0000-0000-000000000000}"/>
          </ac:picMkLst>
        </pc:picChg>
      </pc:sldChg>
      <pc:sldChg chg="addSp delSp modSp ord">
        <pc:chgData name="Sládeček David" userId="S::sladecek@hradebni.cz::474d93f0-3a32-49cc-b837-47806091b590" providerId="AD" clId="Web-{352E8257-35D3-48EC-8FA3-CC0C210675FB}" dt="2026-03-29T14:56:06.568" v="651" actId="20577"/>
        <pc:sldMkLst>
          <pc:docMk/>
          <pc:sldMk cId="0" sldId="262"/>
        </pc:sldMkLst>
        <pc:spChg chg="add mod">
          <ac:chgData name="Sládeček David" userId="S::sladecek@hradebni.cz::474d93f0-3a32-49cc-b837-47806091b590" providerId="AD" clId="Web-{352E8257-35D3-48EC-8FA3-CC0C210675FB}" dt="2026-03-29T14:56:06.568" v="651" actId="20577"/>
          <ac:spMkLst>
            <pc:docMk/>
            <pc:sldMk cId="0" sldId="262"/>
            <ac:spMk id="2" creationId="{0D62D5D7-80F6-07A8-A3B7-54C3B5706446}"/>
          </ac:spMkLst>
        </pc:spChg>
        <pc:spChg chg="add mod">
          <ac:chgData name="Sládeček David" userId="S::sladecek@hradebni.cz::474d93f0-3a32-49cc-b837-47806091b590" providerId="AD" clId="Web-{352E8257-35D3-48EC-8FA3-CC0C210675FB}" dt="2026-03-29T14:54:44.954" v="611" actId="14100"/>
          <ac:spMkLst>
            <pc:docMk/>
            <pc:sldMk cId="0" sldId="262"/>
            <ac:spMk id="3" creationId="{34E0F6F9-2B9C-DBD4-243A-C12BFF4BACD7}"/>
          </ac:spMkLst>
        </pc:spChg>
        <pc:spChg chg="mod">
          <ac:chgData name="Sládeček David" userId="S::sladecek@hradebni.cz::474d93f0-3a32-49cc-b837-47806091b590" providerId="AD" clId="Web-{352E8257-35D3-48EC-8FA3-CC0C210675FB}" dt="2026-03-29T14:48:57.461" v="490" actId="20577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Sládeček David" userId="S::sladecek@hradebni.cz::474d93f0-3a32-49cc-b837-47806091b590" providerId="AD" clId="Web-{352E8257-35D3-48EC-8FA3-CC0C210675FB}" dt="2026-03-29T14:54:44.970" v="612" actId="14100"/>
          <ac:spMkLst>
            <pc:docMk/>
            <pc:sldMk cId="0" sldId="262"/>
            <ac:spMk id="5" creationId="{C643195D-CA1B-396B-8195-A63CC28F7102}"/>
          </ac:spMkLst>
        </pc:spChg>
        <pc:spChg chg="add mod">
          <ac:chgData name="Sládeček David" userId="S::sladecek@hradebni.cz::474d93f0-3a32-49cc-b837-47806091b590" providerId="AD" clId="Web-{352E8257-35D3-48EC-8FA3-CC0C210675FB}" dt="2026-03-29T14:54:45.001" v="613" actId="14100"/>
          <ac:spMkLst>
            <pc:docMk/>
            <pc:sldMk cId="0" sldId="262"/>
            <ac:spMk id="6" creationId="{86099126-0D8C-9876-922E-00235D415761}"/>
          </ac:spMkLst>
        </pc:spChg>
        <pc:spChg chg="mod">
          <ac:chgData name="Sládeček David" userId="S::sladecek@hradebni.cz::474d93f0-3a32-49cc-b837-47806091b590" providerId="AD" clId="Web-{352E8257-35D3-48EC-8FA3-CC0C210675FB}" dt="2026-03-29T14:49:16.699" v="492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54:55.564" v="618" actId="1076"/>
          <ac:spMkLst>
            <pc:docMk/>
            <pc:sldMk cId="0" sldId="262"/>
            <ac:spMk id="8" creationId="{00000000-0000-0000-0000-000000000000}"/>
          </ac:spMkLst>
        </pc:spChg>
        <pc:spChg chg="del">
          <ac:chgData name="Sládeček David" userId="S::sladecek@hradebni.cz::474d93f0-3a32-49cc-b837-47806091b590" providerId="AD" clId="Web-{352E8257-35D3-48EC-8FA3-CC0C210675FB}" dt="2026-03-29T14:48:37.458" v="482"/>
          <ac:spMkLst>
            <pc:docMk/>
            <pc:sldMk cId="0" sldId="262"/>
            <ac:spMk id="9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54:52.876" v="614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55:01.721" v="619" actId="14100"/>
          <ac:spMkLst>
            <pc:docMk/>
            <pc:sldMk cId="0" sldId="262"/>
            <ac:spMk id="12" creationId="{00000000-0000-0000-0000-000000000000}"/>
          </ac:spMkLst>
        </pc:spChg>
        <pc:spChg chg="del">
          <ac:chgData name="Sládeček David" userId="S::sladecek@hradebni.cz::474d93f0-3a32-49cc-b837-47806091b590" providerId="AD" clId="Web-{352E8257-35D3-48EC-8FA3-CC0C210675FB}" dt="2026-03-29T14:48:39.145" v="484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54:52.908" v="615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55:01.752" v="620" actId="14100"/>
          <ac:spMkLst>
            <pc:docMk/>
            <pc:sldMk cId="0" sldId="262"/>
            <ac:spMk id="17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50:37.946" v="512" actId="1076"/>
          <ac:spMkLst>
            <pc:docMk/>
            <pc:sldMk cId="0" sldId="262"/>
            <ac:spMk id="18" creationId="{00000000-0000-0000-0000-000000000000}"/>
          </ac:spMkLst>
        </pc:spChg>
        <pc:spChg chg="del">
          <ac:chgData name="Sládeček David" userId="S::sladecek@hradebni.cz::474d93f0-3a32-49cc-b837-47806091b590" providerId="AD" clId="Web-{352E8257-35D3-48EC-8FA3-CC0C210675FB}" dt="2026-03-29T14:48:40.833" v="48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54:52.939" v="616" actId="107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55:25.550" v="640" actId="20577"/>
          <ac:spMkLst>
            <pc:docMk/>
            <pc:sldMk cId="0" sldId="262"/>
            <ac:spMk id="22" creationId="{00000000-0000-0000-0000-000000000000}"/>
          </ac:spMkLst>
        </pc:spChg>
        <pc:spChg chg="del">
          <ac:chgData name="Sládeček David" userId="S::sladecek@hradebni.cz::474d93f0-3a32-49cc-b837-47806091b590" providerId="AD" clId="Web-{352E8257-35D3-48EC-8FA3-CC0C210675FB}" dt="2026-03-29T14:49:21.606" v="494"/>
          <ac:spMkLst>
            <pc:docMk/>
            <pc:sldMk cId="0" sldId="262"/>
            <ac:spMk id="23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49:38.312" v="497" actId="20577"/>
          <ac:spMkLst>
            <pc:docMk/>
            <pc:sldMk cId="0" sldId="262"/>
            <ac:spMk id="24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48:54.414" v="489" actId="1076"/>
          <ac:spMkLst>
            <pc:docMk/>
            <pc:sldMk cId="0" sldId="262"/>
            <ac:spMk id="25" creationId="{C3DAB9BB-51A9-81C6-CBB0-5122C0FBC0EF}"/>
          </ac:spMkLst>
        </pc:spChg>
        <pc:picChg chg="del">
          <ac:chgData name="Sládeček David" userId="S::sladecek@hradebni.cz::474d93f0-3a32-49cc-b837-47806091b590" providerId="AD" clId="Web-{352E8257-35D3-48EC-8FA3-CC0C210675FB}" dt="2026-03-29T14:48:36.786" v="481"/>
          <ac:picMkLst>
            <pc:docMk/>
            <pc:sldMk cId="0" sldId="262"/>
            <ac:picMk id="10" creationId="{00000000-0000-0000-0000-000000000000}"/>
          </ac:picMkLst>
        </pc:picChg>
        <pc:picChg chg="del">
          <ac:chgData name="Sládeček David" userId="S::sladecek@hradebni.cz::474d93f0-3a32-49cc-b837-47806091b590" providerId="AD" clId="Web-{352E8257-35D3-48EC-8FA3-CC0C210675FB}" dt="2026-03-29T14:48:38.536" v="483"/>
          <ac:picMkLst>
            <pc:docMk/>
            <pc:sldMk cId="0" sldId="262"/>
            <ac:picMk id="15" creationId="{00000000-0000-0000-0000-000000000000}"/>
          </ac:picMkLst>
        </pc:picChg>
        <pc:picChg chg="del">
          <ac:chgData name="Sládeček David" userId="S::sladecek@hradebni.cz::474d93f0-3a32-49cc-b837-47806091b590" providerId="AD" clId="Web-{352E8257-35D3-48EC-8FA3-CC0C210675FB}" dt="2026-03-29T14:48:40.052" v="485"/>
          <ac:picMkLst>
            <pc:docMk/>
            <pc:sldMk cId="0" sldId="262"/>
            <ac:picMk id="20" creationId="{00000000-0000-0000-0000-000000000000}"/>
          </ac:picMkLst>
        </pc:picChg>
      </pc:sldChg>
      <pc:sldChg chg="del">
        <pc:chgData name="Sládeček David" userId="S::sladecek@hradebni.cz::474d93f0-3a32-49cc-b837-47806091b590" providerId="AD" clId="Web-{352E8257-35D3-48EC-8FA3-CC0C210675FB}" dt="2026-03-29T14:57:37.713" v="656"/>
        <pc:sldMkLst>
          <pc:docMk/>
          <pc:sldMk cId="0" sldId="263"/>
        </pc:sldMkLst>
      </pc:sldChg>
      <pc:sldChg chg="addSp delSp modSp ord">
        <pc:chgData name="Sládeček David" userId="S::sladecek@hradebni.cz::474d93f0-3a32-49cc-b837-47806091b590" providerId="AD" clId="Web-{352E8257-35D3-48EC-8FA3-CC0C210675FB}" dt="2026-03-29T14:44:49.866" v="403" actId="14100"/>
        <pc:sldMkLst>
          <pc:docMk/>
          <pc:sldMk cId="0" sldId="264"/>
        </pc:sldMkLst>
        <pc:spChg chg="add mod">
          <ac:chgData name="Sládeček David" userId="S::sladecek@hradebni.cz::474d93f0-3a32-49cc-b837-47806091b590" providerId="AD" clId="Web-{352E8257-35D3-48EC-8FA3-CC0C210675FB}" dt="2026-03-29T14:44:49.866" v="403" actId="14100"/>
          <ac:spMkLst>
            <pc:docMk/>
            <pc:sldMk cId="0" sldId="264"/>
            <ac:spMk id="2" creationId="{2B67D073-D4F2-DC11-D2A2-31937518C556}"/>
          </ac:spMkLst>
        </pc:spChg>
        <pc:spChg chg="add del mod">
          <ac:chgData name="Sládeček David" userId="S::sladecek@hradebni.cz::474d93f0-3a32-49cc-b837-47806091b590" providerId="AD" clId="Web-{352E8257-35D3-48EC-8FA3-CC0C210675FB}" dt="2026-03-29T14:36:07.607" v="227"/>
          <ac:spMkLst>
            <pc:docMk/>
            <pc:sldMk cId="0" sldId="264"/>
            <ac:spMk id="3" creationId="{07D8BB64-9E52-F90F-0549-0F0108A846C2}"/>
          </ac:spMkLst>
        </pc:spChg>
        <pc:spChg chg="add del mod">
          <ac:chgData name="Sládeček David" userId="S::sladecek@hradebni.cz::474d93f0-3a32-49cc-b837-47806091b590" providerId="AD" clId="Web-{352E8257-35D3-48EC-8FA3-CC0C210675FB}" dt="2026-03-29T14:36:07.607" v="226"/>
          <ac:spMkLst>
            <pc:docMk/>
            <pc:sldMk cId="0" sldId="264"/>
            <ac:spMk id="5" creationId="{39053A9D-2891-1680-36A5-DB1805925B7E}"/>
          </ac:spMkLst>
        </pc:spChg>
        <pc:spChg chg="del mod">
          <ac:chgData name="Sládeček David" userId="S::sladecek@hradebni.cz::474d93f0-3a32-49cc-b837-47806091b590" providerId="AD" clId="Web-{352E8257-35D3-48EC-8FA3-CC0C210675FB}" dt="2026-03-29T14:34:34.988" v="133"/>
          <ac:spMkLst>
            <pc:docMk/>
            <pc:sldMk cId="0" sldId="264"/>
            <ac:spMk id="6" creationId="{00000000-0000-0000-0000-000000000000}"/>
          </ac:spMkLst>
        </pc:spChg>
        <pc:spChg chg="del mod">
          <ac:chgData name="Sládeček David" userId="S::sladecek@hradebni.cz::474d93f0-3a32-49cc-b837-47806091b590" providerId="AD" clId="Web-{352E8257-35D3-48EC-8FA3-CC0C210675FB}" dt="2026-03-29T14:34:34.988" v="132"/>
          <ac:spMkLst>
            <pc:docMk/>
            <pc:sldMk cId="0" sldId="264"/>
            <ac:spMk id="7" creationId="{00000000-0000-0000-0000-000000000000}"/>
          </ac:spMkLst>
        </pc:spChg>
        <pc:spChg chg="del mod">
          <ac:chgData name="Sládeček David" userId="S::sladecek@hradebni.cz::474d93f0-3a32-49cc-b837-47806091b590" providerId="AD" clId="Web-{352E8257-35D3-48EC-8FA3-CC0C210675FB}" dt="2026-03-29T14:34:34.988" v="130"/>
          <ac:spMkLst>
            <pc:docMk/>
            <pc:sldMk cId="0" sldId="264"/>
            <ac:spMk id="9" creationId="{00000000-0000-0000-0000-000000000000}"/>
          </ac:spMkLst>
        </pc:spChg>
        <pc:spChg chg="del mod">
          <ac:chgData name="Sládeček David" userId="S::sladecek@hradebni.cz::474d93f0-3a32-49cc-b837-47806091b590" providerId="AD" clId="Web-{352E8257-35D3-48EC-8FA3-CC0C210675FB}" dt="2026-03-29T14:34:34.988" v="129"/>
          <ac:spMkLst>
            <pc:docMk/>
            <pc:sldMk cId="0" sldId="264"/>
            <ac:spMk id="10" creationId="{00000000-0000-0000-0000-000000000000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36:30.702" v="236"/>
          <ac:spMkLst>
            <pc:docMk/>
            <pc:sldMk cId="0" sldId="264"/>
            <ac:spMk id="11" creationId="{00000000-0000-0000-0000-000000000000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36:30.702" v="236"/>
          <ac:spMkLst>
            <pc:docMk/>
            <pc:sldMk cId="0" sldId="264"/>
            <ac:spMk id="12" creationId="{00000000-0000-0000-0000-000000000000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36:59.470" v="251" actId="20577"/>
          <ac:spMkLst>
            <pc:docMk/>
            <pc:sldMk cId="0" sldId="264"/>
            <ac:spMk id="14" creationId="{00000000-0000-0000-0000-000000000000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36:30.702" v="236"/>
          <ac:spMkLst>
            <pc:docMk/>
            <pc:sldMk cId="0" sldId="264"/>
            <ac:spMk id="15" creationId="{00000000-0000-0000-0000-000000000000}"/>
          </ac:spMkLst>
        </pc:spChg>
        <pc:spChg chg="del mod">
          <ac:chgData name="Sládeček David" userId="S::sladecek@hradebni.cz::474d93f0-3a32-49cc-b837-47806091b590" providerId="AD" clId="Web-{352E8257-35D3-48EC-8FA3-CC0C210675FB}" dt="2026-03-29T14:34:34.988" v="128"/>
          <ac:spMkLst>
            <pc:docMk/>
            <pc:sldMk cId="0" sldId="264"/>
            <ac:spMk id="16" creationId="{00000000-0000-0000-0000-000000000000}"/>
          </ac:spMkLst>
        </pc:spChg>
        <pc:spChg chg="del mod">
          <ac:chgData name="Sládeček David" userId="S::sladecek@hradebni.cz::474d93f0-3a32-49cc-b837-47806091b590" providerId="AD" clId="Web-{352E8257-35D3-48EC-8FA3-CC0C210675FB}" dt="2026-03-29T14:34:34.988" v="127"/>
          <ac:spMkLst>
            <pc:docMk/>
            <pc:sldMk cId="0" sldId="264"/>
            <ac:spMk id="17" creationId="{00000000-0000-0000-0000-000000000000}"/>
          </ac:spMkLst>
        </pc:spChg>
        <pc:spChg chg="del mod">
          <ac:chgData name="Sládeček David" userId="S::sladecek@hradebni.cz::474d93f0-3a32-49cc-b837-47806091b590" providerId="AD" clId="Web-{352E8257-35D3-48EC-8FA3-CC0C210675FB}" dt="2026-03-29T14:34:34.988" v="125"/>
          <ac:spMkLst>
            <pc:docMk/>
            <pc:sldMk cId="0" sldId="264"/>
            <ac:spMk id="19" creationId="{00000000-0000-0000-0000-000000000000}"/>
          </ac:spMkLst>
        </pc:spChg>
        <pc:spChg chg="del mod">
          <ac:chgData name="Sládeček David" userId="S::sladecek@hradebni.cz::474d93f0-3a32-49cc-b837-47806091b590" providerId="AD" clId="Web-{352E8257-35D3-48EC-8FA3-CC0C210675FB}" dt="2026-03-29T14:34:34.988" v="124"/>
          <ac:spMkLst>
            <pc:docMk/>
            <pc:sldMk cId="0" sldId="264"/>
            <ac:spMk id="20" creationId="{00000000-0000-0000-0000-000000000000}"/>
          </ac:spMkLst>
        </pc:spChg>
        <pc:spChg chg="del mod">
          <ac:chgData name="Sládeček David" userId="S::sladecek@hradebni.cz::474d93f0-3a32-49cc-b837-47806091b590" providerId="AD" clId="Web-{352E8257-35D3-48EC-8FA3-CC0C210675FB}" dt="2026-03-29T14:34:37.567" v="138"/>
          <ac:spMkLst>
            <pc:docMk/>
            <pc:sldMk cId="0" sldId="264"/>
            <ac:spMk id="21" creationId="{00000000-0000-0000-0000-000000000000}"/>
          </ac:spMkLst>
        </pc:spChg>
        <pc:spChg chg="del mod">
          <ac:chgData name="Sládeček David" userId="S::sladecek@hradebni.cz::474d93f0-3a32-49cc-b837-47806091b590" providerId="AD" clId="Web-{352E8257-35D3-48EC-8FA3-CC0C210675FB}" dt="2026-03-29T14:34:37.567" v="137"/>
          <ac:spMkLst>
            <pc:docMk/>
            <pc:sldMk cId="0" sldId="264"/>
            <ac:spMk id="22" creationId="{00000000-0000-0000-0000-000000000000}"/>
          </ac:spMkLst>
        </pc:spChg>
        <pc:spChg chg="del mod">
          <ac:chgData name="Sládeček David" userId="S::sladecek@hradebni.cz::474d93f0-3a32-49cc-b837-47806091b590" providerId="AD" clId="Web-{352E8257-35D3-48EC-8FA3-CC0C210675FB}" dt="2026-03-29T14:34:37.567" v="135"/>
          <ac:spMkLst>
            <pc:docMk/>
            <pc:sldMk cId="0" sldId="264"/>
            <ac:spMk id="24" creationId="{00000000-0000-0000-0000-000000000000}"/>
          </ac:spMkLst>
        </pc:spChg>
        <pc:spChg chg="del mod">
          <ac:chgData name="Sládeček David" userId="S::sladecek@hradebni.cz::474d93f0-3a32-49cc-b837-47806091b590" providerId="AD" clId="Web-{352E8257-35D3-48EC-8FA3-CC0C210675FB}" dt="2026-03-29T14:34:37.567" v="134"/>
          <ac:spMkLst>
            <pc:docMk/>
            <pc:sldMk cId="0" sldId="264"/>
            <ac:spMk id="25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33:47.185" v="101" actId="14100"/>
          <ac:spMkLst>
            <pc:docMk/>
            <pc:sldMk cId="0" sldId="264"/>
            <ac:spMk id="26" creationId="{00000000-0000-0000-0000-000000000000}"/>
          </ac:spMkLst>
        </pc:spChg>
        <pc:spChg chg="mod">
          <ac:chgData name="Sládeček David" userId="S::sladecek@hradebni.cz::474d93f0-3a32-49cc-b837-47806091b590" providerId="AD" clId="Web-{352E8257-35D3-48EC-8FA3-CC0C210675FB}" dt="2026-03-29T14:32:42.692" v="80" actId="20577"/>
          <ac:spMkLst>
            <pc:docMk/>
            <pc:sldMk cId="0" sldId="264"/>
            <ac:spMk id="27" creationId="{B37E73CA-0187-14E8-282E-EC27AA62D7FB}"/>
          </ac:spMkLst>
        </pc:spChg>
        <pc:spChg chg="add del mod">
          <ac:chgData name="Sládeček David" userId="S::sladecek@hradebni.cz::474d93f0-3a32-49cc-b837-47806091b590" providerId="AD" clId="Web-{352E8257-35D3-48EC-8FA3-CC0C210675FB}" dt="2026-03-29T14:36:07.607" v="225"/>
          <ac:spMkLst>
            <pc:docMk/>
            <pc:sldMk cId="0" sldId="264"/>
            <ac:spMk id="28" creationId="{52D42BB9-28A5-2B8E-C944-6242D7704D4B}"/>
          </ac:spMkLst>
        </pc:spChg>
        <pc:spChg chg="add del mod">
          <ac:chgData name="Sládeček David" userId="S::sladecek@hradebni.cz::474d93f0-3a32-49cc-b837-47806091b590" providerId="AD" clId="Web-{352E8257-35D3-48EC-8FA3-CC0C210675FB}" dt="2026-03-29T14:36:07.607" v="224"/>
          <ac:spMkLst>
            <pc:docMk/>
            <pc:sldMk cId="0" sldId="264"/>
            <ac:spMk id="29" creationId="{7B512010-A4BE-570F-0568-F694BEF1DA68}"/>
          </ac:spMkLst>
        </pc:spChg>
        <pc:spChg chg="add del mod">
          <ac:chgData name="Sládeček David" userId="S::sladecek@hradebni.cz::474d93f0-3a32-49cc-b837-47806091b590" providerId="AD" clId="Web-{352E8257-35D3-48EC-8FA3-CC0C210675FB}" dt="2026-03-29T14:36:05.356" v="223"/>
          <ac:spMkLst>
            <pc:docMk/>
            <pc:sldMk cId="0" sldId="264"/>
            <ac:spMk id="30" creationId="{2E592C47-D814-06BF-609D-167526F1E019}"/>
          </ac:spMkLst>
        </pc:spChg>
        <pc:spChg chg="add del mod">
          <ac:chgData name="Sládeček David" userId="S::sladecek@hradebni.cz::474d93f0-3a32-49cc-b837-47806091b590" providerId="AD" clId="Web-{352E8257-35D3-48EC-8FA3-CC0C210675FB}" dt="2026-03-29T14:36:05.356" v="222"/>
          <ac:spMkLst>
            <pc:docMk/>
            <pc:sldMk cId="0" sldId="264"/>
            <ac:spMk id="31" creationId="{8D686ABF-F0E9-8014-E379-6EB4CB27BA7B}"/>
          </ac:spMkLst>
        </pc:spChg>
        <pc:spChg chg="add del mod">
          <ac:chgData name="Sládeček David" userId="S::sladecek@hradebni.cz::474d93f0-3a32-49cc-b837-47806091b590" providerId="AD" clId="Web-{352E8257-35D3-48EC-8FA3-CC0C210675FB}" dt="2026-03-29T14:36:05.356" v="221"/>
          <ac:spMkLst>
            <pc:docMk/>
            <pc:sldMk cId="0" sldId="264"/>
            <ac:spMk id="32" creationId="{1A65B016-2097-8C77-8FDD-CA350475E9CF}"/>
          </ac:spMkLst>
        </pc:spChg>
        <pc:spChg chg="add del mod">
          <ac:chgData name="Sládeček David" userId="S::sladecek@hradebni.cz::474d93f0-3a32-49cc-b837-47806091b590" providerId="AD" clId="Web-{352E8257-35D3-48EC-8FA3-CC0C210675FB}" dt="2026-03-29T14:36:05.356" v="220"/>
          <ac:spMkLst>
            <pc:docMk/>
            <pc:sldMk cId="0" sldId="264"/>
            <ac:spMk id="33" creationId="{C2124C5F-CC22-EE41-266B-44BB5142FA73}"/>
          </ac:spMkLst>
        </pc:spChg>
        <pc:spChg chg="add del mod">
          <ac:chgData name="Sládeček David" userId="S::sladecek@hradebni.cz::474d93f0-3a32-49cc-b837-47806091b590" providerId="AD" clId="Web-{352E8257-35D3-48EC-8FA3-CC0C210675FB}" dt="2026-03-29T14:36:01.497" v="215"/>
          <ac:spMkLst>
            <pc:docMk/>
            <pc:sldMk cId="0" sldId="264"/>
            <ac:spMk id="34" creationId="{0E4CFFE0-C003-CC97-2B01-B443D5E8DBB5}"/>
          </ac:spMkLst>
        </pc:spChg>
        <pc:spChg chg="add del mod">
          <ac:chgData name="Sládeček David" userId="S::sladecek@hradebni.cz::474d93f0-3a32-49cc-b837-47806091b590" providerId="AD" clId="Web-{352E8257-35D3-48EC-8FA3-CC0C210675FB}" dt="2026-03-29T14:36:01.497" v="214"/>
          <ac:spMkLst>
            <pc:docMk/>
            <pc:sldMk cId="0" sldId="264"/>
            <ac:spMk id="35" creationId="{BDCFE6CA-AD7D-E072-F606-2F7DB80B4B50}"/>
          </ac:spMkLst>
        </pc:spChg>
        <pc:spChg chg="add del mod">
          <ac:chgData name="Sládeček David" userId="S::sladecek@hradebni.cz::474d93f0-3a32-49cc-b837-47806091b590" providerId="AD" clId="Web-{352E8257-35D3-48EC-8FA3-CC0C210675FB}" dt="2026-03-29T14:36:01.497" v="213"/>
          <ac:spMkLst>
            <pc:docMk/>
            <pc:sldMk cId="0" sldId="264"/>
            <ac:spMk id="36" creationId="{07223F0A-E20A-C069-B172-87FFAE678E40}"/>
          </ac:spMkLst>
        </pc:spChg>
        <pc:spChg chg="add del mod">
          <ac:chgData name="Sládeček David" userId="S::sladecek@hradebni.cz::474d93f0-3a32-49cc-b837-47806091b590" providerId="AD" clId="Web-{352E8257-35D3-48EC-8FA3-CC0C210675FB}" dt="2026-03-29T14:36:01.497" v="212"/>
          <ac:spMkLst>
            <pc:docMk/>
            <pc:sldMk cId="0" sldId="264"/>
            <ac:spMk id="37" creationId="{062C4F3F-ABE0-C058-EBDF-AB2E09661815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36:33.578" v="241"/>
          <ac:spMkLst>
            <pc:docMk/>
            <pc:sldMk cId="0" sldId="264"/>
            <ac:spMk id="40" creationId="{9E9E7321-D31F-6129-A99D-087FE2802239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36:33.578" v="241"/>
          <ac:spMkLst>
            <pc:docMk/>
            <pc:sldMk cId="0" sldId="264"/>
            <ac:spMk id="41" creationId="{1F5AEDC5-98F0-8F09-7BCB-FB6ACF59B7CA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41:14.906" v="363" actId="20577"/>
          <ac:spMkLst>
            <pc:docMk/>
            <pc:sldMk cId="0" sldId="264"/>
            <ac:spMk id="42" creationId="{8CFC3D2B-BBEE-7C62-EB63-3D4147A7C12B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41:02.280" v="361" actId="20577"/>
          <ac:spMkLst>
            <pc:docMk/>
            <pc:sldMk cId="0" sldId="264"/>
            <ac:spMk id="43" creationId="{02C846C4-7815-F499-6420-B183604B8EC6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36:33.578" v="240"/>
          <ac:spMkLst>
            <pc:docMk/>
            <pc:sldMk cId="0" sldId="264"/>
            <ac:spMk id="45" creationId="{0EEBA962-BE13-8ECD-C1E8-93F315C0DA35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36:33.578" v="240"/>
          <ac:spMkLst>
            <pc:docMk/>
            <pc:sldMk cId="0" sldId="264"/>
            <ac:spMk id="46" creationId="{BEBB4135-77C7-593F-2497-09A53253F208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41:22.328" v="365" actId="20577"/>
          <ac:spMkLst>
            <pc:docMk/>
            <pc:sldMk cId="0" sldId="264"/>
            <ac:spMk id="47" creationId="{1923E9A2-61A0-515B-CFC1-C3A33A768820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40:56.265" v="360" actId="20577"/>
          <ac:spMkLst>
            <pc:docMk/>
            <pc:sldMk cId="0" sldId="264"/>
            <ac:spMk id="48" creationId="{D846FE50-30BC-6FB3-2A32-BD73FD67F585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36:33.578" v="242"/>
          <ac:spMkLst>
            <pc:docMk/>
            <pc:sldMk cId="0" sldId="264"/>
            <ac:spMk id="50" creationId="{A0AA7808-4D8D-6AD4-B147-EEB7A27EC80A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36:33.578" v="242"/>
          <ac:spMkLst>
            <pc:docMk/>
            <pc:sldMk cId="0" sldId="264"/>
            <ac:spMk id="51" creationId="{0BB48C7A-DA20-C7E7-5A47-743882F65E73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41:25.453" v="366" actId="20577"/>
          <ac:spMkLst>
            <pc:docMk/>
            <pc:sldMk cId="0" sldId="264"/>
            <ac:spMk id="52" creationId="{4E9982FF-EF0F-4AFF-43A3-A918056F8991}"/>
          </ac:spMkLst>
        </pc:spChg>
        <pc:spChg chg="mod topLvl">
          <ac:chgData name="Sládeček David" userId="S::sladecek@hradebni.cz::474d93f0-3a32-49cc-b837-47806091b590" providerId="AD" clId="Web-{352E8257-35D3-48EC-8FA3-CC0C210675FB}" dt="2026-03-29T14:40:50.796" v="358" actId="20577"/>
          <ac:spMkLst>
            <pc:docMk/>
            <pc:sldMk cId="0" sldId="264"/>
            <ac:spMk id="53" creationId="{D7E7FEE9-46B5-B9B2-1092-5A13C890458B}"/>
          </ac:spMkLst>
        </pc:spChg>
        <pc:spChg chg="add">
          <ac:chgData name="Sládeček David" userId="S::sladecek@hradebni.cz::474d93f0-3a32-49cc-b837-47806091b590" providerId="AD" clId="Web-{352E8257-35D3-48EC-8FA3-CC0C210675FB}" dt="2026-03-29T14:37:31.097" v="272"/>
          <ac:spMkLst>
            <pc:docMk/>
            <pc:sldMk cId="0" sldId="264"/>
            <ac:spMk id="55" creationId="{0C66A302-7E3C-70E0-D486-10238B91D59D}"/>
          </ac:spMkLst>
        </pc:spChg>
        <pc:spChg chg="add">
          <ac:chgData name="Sládeček David" userId="S::sladecek@hradebni.cz::474d93f0-3a32-49cc-b837-47806091b590" providerId="AD" clId="Web-{352E8257-35D3-48EC-8FA3-CC0C210675FB}" dt="2026-03-29T14:37:31.097" v="272"/>
          <ac:spMkLst>
            <pc:docMk/>
            <pc:sldMk cId="0" sldId="264"/>
            <ac:spMk id="56" creationId="{7B458C62-E433-44FD-4614-29C8298B18AF}"/>
          </ac:spMkLst>
        </pc:spChg>
        <pc:spChg chg="add mod">
          <ac:chgData name="Sládeček David" userId="S::sladecek@hradebni.cz::474d93f0-3a32-49cc-b837-47806091b590" providerId="AD" clId="Web-{352E8257-35D3-48EC-8FA3-CC0C210675FB}" dt="2026-03-29T14:41:18.578" v="364" actId="20577"/>
          <ac:spMkLst>
            <pc:docMk/>
            <pc:sldMk cId="0" sldId="264"/>
            <ac:spMk id="57" creationId="{A4771AE2-B68F-C84D-6A39-9FC473F1F127}"/>
          </ac:spMkLst>
        </pc:spChg>
        <pc:spChg chg="add mod">
          <ac:chgData name="Sládeček David" userId="S::sladecek@hradebni.cz::474d93f0-3a32-49cc-b837-47806091b590" providerId="AD" clId="Web-{352E8257-35D3-48EC-8FA3-CC0C210675FB}" dt="2026-03-29T14:41:09.031" v="362" actId="20577"/>
          <ac:spMkLst>
            <pc:docMk/>
            <pc:sldMk cId="0" sldId="264"/>
            <ac:spMk id="58" creationId="{56117BF6-AAE7-C874-2235-1E000FD7AE27}"/>
          </ac:spMkLst>
        </pc:spChg>
        <pc:spChg chg="add mod">
          <ac:chgData name="Sládeček David" userId="S::sladecek@hradebni.cz::474d93f0-3a32-49cc-b837-47806091b590" providerId="AD" clId="Web-{352E8257-35D3-48EC-8FA3-CC0C210675FB}" dt="2026-03-29T14:41:32.766" v="370" actId="20577"/>
          <ac:spMkLst>
            <pc:docMk/>
            <pc:sldMk cId="0" sldId="264"/>
            <ac:spMk id="59" creationId="{04AF6770-17C0-6304-62DB-79B90FBDA74D}"/>
          </ac:spMkLst>
        </pc:spChg>
        <pc:grpChg chg="add del">
          <ac:chgData name="Sládeček David" userId="S::sladecek@hradebni.cz::474d93f0-3a32-49cc-b837-47806091b590" providerId="AD" clId="Web-{352E8257-35D3-48EC-8FA3-CC0C210675FB}" dt="2026-03-29T14:36:33.578" v="243"/>
          <ac:grpSpMkLst>
            <pc:docMk/>
            <pc:sldMk cId="0" sldId="264"/>
            <ac:grpSpMk id="38" creationId="{A8507034-890F-8C19-6322-3273A80CBDCE}"/>
          </ac:grpSpMkLst>
        </pc:grpChg>
        <pc:grpChg chg="add del mod">
          <ac:chgData name="Sládeček David" userId="S::sladecek@hradebni.cz::474d93f0-3a32-49cc-b837-47806091b590" providerId="AD" clId="Web-{352E8257-35D3-48EC-8FA3-CC0C210675FB}" dt="2026-03-29T14:36:33.578" v="241"/>
          <ac:grpSpMkLst>
            <pc:docMk/>
            <pc:sldMk cId="0" sldId="264"/>
            <ac:grpSpMk id="39" creationId="{5EE18C93-1BF5-EDCF-60A7-AB165661D062}"/>
          </ac:grpSpMkLst>
        </pc:grpChg>
        <pc:grpChg chg="add del mod">
          <ac:chgData name="Sládeček David" userId="S::sladecek@hradebni.cz::474d93f0-3a32-49cc-b837-47806091b590" providerId="AD" clId="Web-{352E8257-35D3-48EC-8FA3-CC0C210675FB}" dt="2026-03-29T14:37:28.597" v="270" actId="1076"/>
          <ac:grpSpMkLst>
            <pc:docMk/>
            <pc:sldMk cId="0" sldId="264"/>
            <ac:grpSpMk id="44" creationId="{6AD08856-1B77-AEB9-60CB-0A0EC6D6C3F1}"/>
          </ac:grpSpMkLst>
        </pc:grpChg>
        <pc:grpChg chg="add del mod">
          <ac:chgData name="Sládeček David" userId="S::sladecek@hradebni.cz::474d93f0-3a32-49cc-b837-47806091b590" providerId="AD" clId="Web-{352E8257-35D3-48EC-8FA3-CC0C210675FB}" dt="2026-03-29T14:40:37.248" v="354" actId="1076"/>
          <ac:grpSpMkLst>
            <pc:docMk/>
            <pc:sldMk cId="0" sldId="264"/>
            <ac:grpSpMk id="49" creationId="{262FFE09-B722-2AA0-82F2-341ACE7B8D0F}"/>
          </ac:grpSpMkLst>
        </pc:grpChg>
        <pc:grpChg chg="add">
          <ac:chgData name="Sládeček David" userId="S::sladecek@hradebni.cz::474d93f0-3a32-49cc-b837-47806091b590" providerId="AD" clId="Web-{352E8257-35D3-48EC-8FA3-CC0C210675FB}" dt="2026-03-29T14:37:31.097" v="272"/>
          <ac:grpSpMkLst>
            <pc:docMk/>
            <pc:sldMk cId="0" sldId="264"/>
            <ac:grpSpMk id="54" creationId="{A8507034-890F-8C19-6322-3273A80CBDCE}"/>
          </ac:grpSpMkLst>
        </pc:grpChg>
        <pc:picChg chg="del mod">
          <ac:chgData name="Sládeček David" userId="S::sladecek@hradebni.cz::474d93f0-3a32-49cc-b837-47806091b590" providerId="AD" clId="Web-{352E8257-35D3-48EC-8FA3-CC0C210675FB}" dt="2026-03-29T14:34:34.988" v="131"/>
          <ac:picMkLst>
            <pc:docMk/>
            <pc:sldMk cId="0" sldId="264"/>
            <ac:picMk id="8" creationId="{00000000-0000-0000-0000-000000000000}"/>
          </ac:picMkLst>
        </pc:picChg>
        <pc:picChg chg="del mod">
          <ac:chgData name="Sládeček David" userId="S::sladecek@hradebni.cz::474d93f0-3a32-49cc-b837-47806091b590" providerId="AD" clId="Web-{352E8257-35D3-48EC-8FA3-CC0C210675FB}" dt="2026-03-29T14:34:46.161" v="146"/>
          <ac:picMkLst>
            <pc:docMk/>
            <pc:sldMk cId="0" sldId="264"/>
            <ac:picMk id="13" creationId="{00000000-0000-0000-0000-000000000000}"/>
          </ac:picMkLst>
        </pc:picChg>
        <pc:picChg chg="del mod">
          <ac:chgData name="Sládeček David" userId="S::sladecek@hradebni.cz::474d93f0-3a32-49cc-b837-47806091b590" providerId="AD" clId="Web-{352E8257-35D3-48EC-8FA3-CC0C210675FB}" dt="2026-03-29T14:34:34.988" v="126"/>
          <ac:picMkLst>
            <pc:docMk/>
            <pc:sldMk cId="0" sldId="264"/>
            <ac:picMk id="18" creationId="{00000000-0000-0000-0000-000000000000}"/>
          </ac:picMkLst>
        </pc:picChg>
        <pc:picChg chg="del mod">
          <ac:chgData name="Sládeček David" userId="S::sladecek@hradebni.cz::474d93f0-3a32-49cc-b837-47806091b590" providerId="AD" clId="Web-{352E8257-35D3-48EC-8FA3-CC0C210675FB}" dt="2026-03-29T14:34:37.567" v="136"/>
          <ac:picMkLst>
            <pc:docMk/>
            <pc:sldMk cId="0" sldId="264"/>
            <ac:picMk id="23" creationId="{00000000-0000-0000-0000-000000000000}"/>
          </ac:picMkLst>
        </pc:picChg>
      </pc:sldChg>
      <pc:sldChg chg="delSp modSp add replId">
        <pc:chgData name="Sládeček David" userId="S::sladecek@hradebni.cz::474d93f0-3a32-49cc-b837-47806091b590" providerId="AD" clId="Web-{352E8257-35D3-48EC-8FA3-CC0C210675FB}" dt="2026-03-29T14:59:48.312" v="679"/>
        <pc:sldMkLst>
          <pc:docMk/>
          <pc:sldMk cId="1693374426" sldId="265"/>
        </pc:sldMkLst>
        <pc:spChg chg="del">
          <ac:chgData name="Sládeček David" userId="S::sladecek@hradebni.cz::474d93f0-3a32-49cc-b837-47806091b590" providerId="AD" clId="Web-{352E8257-35D3-48EC-8FA3-CC0C210675FB}" dt="2026-03-29T14:59:43.406" v="678"/>
          <ac:spMkLst>
            <pc:docMk/>
            <pc:sldMk cId="1693374426" sldId="265"/>
            <ac:spMk id="2" creationId="{17770BC4-0AE4-67ED-2750-A17B3317C23F}"/>
          </ac:spMkLst>
        </pc:spChg>
        <pc:spChg chg="del mod">
          <ac:chgData name="Sládeček David" userId="S::sladecek@hradebni.cz::474d93f0-3a32-49cc-b837-47806091b590" providerId="AD" clId="Web-{352E8257-35D3-48EC-8FA3-CC0C210675FB}" dt="2026-03-29T14:59:48.312" v="679"/>
          <ac:spMkLst>
            <pc:docMk/>
            <pc:sldMk cId="1693374426" sldId="265"/>
            <ac:spMk id="8" creationId="{0A9BF68B-F83A-DCC2-AF00-6C719F1E76D8}"/>
          </ac:spMkLst>
        </pc:spChg>
        <pc:spChg chg="mod">
          <ac:chgData name="Sládeček David" userId="S::sladecek@hradebni.cz::474d93f0-3a32-49cc-b837-47806091b590" providerId="AD" clId="Web-{352E8257-35D3-48EC-8FA3-CC0C210675FB}" dt="2026-03-29T14:59:42.671" v="677" actId="20577"/>
          <ac:spMkLst>
            <pc:docMk/>
            <pc:sldMk cId="1693374426" sldId="265"/>
            <ac:spMk id="9" creationId="{E1CEAB05-5789-7D0C-3374-33480DE6019A}"/>
          </ac:spMkLst>
        </pc:spChg>
        <pc:spChg chg="mod">
          <ac:chgData name="Sládeček David" userId="S::sladecek@hradebni.cz::474d93f0-3a32-49cc-b837-47806091b590" providerId="AD" clId="Web-{352E8257-35D3-48EC-8FA3-CC0C210675FB}" dt="2026-03-29T14:59:12.248" v="672" actId="20577"/>
          <ac:spMkLst>
            <pc:docMk/>
            <pc:sldMk cId="1693374426" sldId="265"/>
            <ac:spMk id="12" creationId="{BF3A1774-35C5-C8E7-D76E-7C8BE2539765}"/>
          </ac:spMkLst>
        </pc:spChg>
      </pc:sldChg>
      <pc:sldChg chg="addSp modSp add del ord replId">
        <pc:chgData name="Sládeček David" userId="S::sladecek@hradebni.cz::474d93f0-3a32-49cc-b837-47806091b590" providerId="AD" clId="Web-{352E8257-35D3-48EC-8FA3-CC0C210675FB}" dt="2026-03-29T15:01:55.535" v="715" actId="20577"/>
        <pc:sldMkLst>
          <pc:docMk/>
          <pc:sldMk cId="2805034094" sldId="266"/>
        </pc:sldMkLst>
        <pc:spChg chg="mod">
          <ac:chgData name="Sládeček David" userId="S::sladecek@hradebni.cz::474d93f0-3a32-49cc-b837-47806091b590" providerId="AD" clId="Web-{352E8257-35D3-48EC-8FA3-CC0C210675FB}" dt="2026-03-29T15:01:39.550" v="708" actId="20577"/>
          <ac:spMkLst>
            <pc:docMk/>
            <pc:sldMk cId="2805034094" sldId="266"/>
            <ac:spMk id="2" creationId="{1AA33DE4-DD95-5941-C52A-95DA6A42A17F}"/>
          </ac:spMkLst>
        </pc:spChg>
        <pc:spChg chg="add mod">
          <ac:chgData name="Sládeček David" userId="S::sladecek@hradebni.cz::474d93f0-3a32-49cc-b837-47806091b590" providerId="AD" clId="Web-{352E8257-35D3-48EC-8FA3-CC0C210675FB}" dt="2026-03-29T15:01:55.535" v="715" actId="20577"/>
          <ac:spMkLst>
            <pc:docMk/>
            <pc:sldMk cId="2805034094" sldId="266"/>
            <ac:spMk id="3" creationId="{006E3DB3-A855-8561-AEF0-89BDB6246F4B}"/>
          </ac:spMkLst>
        </pc:spChg>
        <pc:spChg chg="mod">
          <ac:chgData name="Sládeček David" userId="S::sladecek@hradebni.cz::474d93f0-3a32-49cc-b837-47806091b590" providerId="AD" clId="Web-{352E8257-35D3-48EC-8FA3-CC0C210675FB}" dt="2026-03-29T15:00:46.845" v="698" actId="20577"/>
          <ac:spMkLst>
            <pc:docMk/>
            <pc:sldMk cId="2805034094" sldId="266"/>
            <ac:spMk id="8" creationId="{EA19AE10-783C-980F-442C-61303A2D55A1}"/>
          </ac:spMkLst>
        </pc:spChg>
        <pc:spChg chg="mod">
          <ac:chgData name="Sládeček David" userId="S::sladecek@hradebni.cz::474d93f0-3a32-49cc-b837-47806091b590" providerId="AD" clId="Web-{352E8257-35D3-48EC-8FA3-CC0C210675FB}" dt="2026-03-29T15:01:15.127" v="703" actId="20577"/>
          <ac:spMkLst>
            <pc:docMk/>
            <pc:sldMk cId="2805034094" sldId="266"/>
            <ac:spMk id="9" creationId="{FF61EA64-F1E7-A73C-94B2-4F18717E2FF6}"/>
          </ac:spMkLst>
        </pc:spChg>
        <pc:spChg chg="mod">
          <ac:chgData name="Sládeček David" userId="S::sladecek@hradebni.cz::474d93f0-3a32-49cc-b837-47806091b590" providerId="AD" clId="Web-{352E8257-35D3-48EC-8FA3-CC0C210675FB}" dt="2026-03-29T15:00:30.610" v="697" actId="20577"/>
          <ac:spMkLst>
            <pc:docMk/>
            <pc:sldMk cId="2805034094" sldId="266"/>
            <ac:spMk id="12" creationId="{1E42010C-B74D-A375-23F7-7FC9AB49B69C}"/>
          </ac:spMkLst>
        </pc:spChg>
      </pc:sldChg>
      <pc:sldChg chg="new del ord">
        <pc:chgData name="Sládeček David" userId="S::sladecek@hradebni.cz::474d93f0-3a32-49cc-b837-47806091b590" providerId="AD" clId="Web-{352E8257-35D3-48EC-8FA3-CC0C210675FB}" dt="2026-03-29T15:00:14.672" v="682"/>
        <pc:sldMkLst>
          <pc:docMk/>
          <pc:sldMk cId="4244175481" sldId="266"/>
        </pc:sldMkLst>
      </pc:sldChg>
      <pc:sldChg chg="del">
        <pc:chgData name="Sládeček David" userId="S::sladecek@hradebni.cz::474d93f0-3a32-49cc-b837-47806091b590" providerId="AD" clId="Web-{352E8257-35D3-48EC-8FA3-CC0C210675FB}" dt="2026-03-29T14:57:34.385" v="654"/>
        <pc:sldMkLst>
          <pc:docMk/>
          <pc:sldMk cId="0" sldId="268"/>
        </pc:sldMkLst>
      </pc:sldChg>
      <pc:sldChg chg="del">
        <pc:chgData name="Sládeček David" userId="S::sladecek@hradebni.cz::474d93f0-3a32-49cc-b837-47806091b590" providerId="AD" clId="Web-{352E8257-35D3-48EC-8FA3-CC0C210675FB}" dt="2026-03-29T14:57:34.369" v="653"/>
        <pc:sldMkLst>
          <pc:docMk/>
          <pc:sldMk cId="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C0AFD-19C8-4F60-A212-D1160A075A71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485B9-29E6-4048-95BB-71D43105C6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2755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485B9-29E6-4048-95BB-71D43105C69A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060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vás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překvapen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kolik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toho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nasbírali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vás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tom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přemýšlel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poprvé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CE895-1F7F-57B7-E327-21193375F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F31F77-3E7E-04DE-8B0D-61E564714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2CC30-790C-35AE-D535-943D402C7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vás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překvapen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kolik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toho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nasbírali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vás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tom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přemýšlel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poprvé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36F6A-2658-13A5-9F23-95709CE5DF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92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656E9-7E6A-BCCA-DB84-129F1869B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81321-402A-BFD4-D68E-F23EB977B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A6490-48E7-485C-1E48-FC744DC1D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vás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překvapen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kolik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toho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nasbírali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vás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tom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přemýšlel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poprvé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6581C-5DF1-8600-0AB5-E049C051B0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46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51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83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1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20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3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0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664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51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836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203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12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53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158998"/>
          </a:xfrm>
        </p:spPr>
        <p:txBody>
          <a:bodyPr/>
          <a:lstStyle/>
          <a:p>
            <a:r>
              <a:rPr lang="cs-CZ">
                <a:ea typeface="+mj-lt"/>
                <a:cs typeface="+mj-lt"/>
              </a:rPr>
              <a:t>Reklama a manipulace v médiích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Digitální a mediální gramotnost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F355617E-9F8C-51B8-9B21-EE629343E955}"/>
              </a:ext>
            </a:extLst>
          </p:cNvPr>
          <p:cNvSpPr txBox="1"/>
          <p:nvPr/>
        </p:nvSpPr>
        <p:spPr>
          <a:xfrm>
            <a:off x="1097280" y="3917950"/>
            <a:ext cx="95885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>
                <a:ea typeface="+mn-lt"/>
                <a:cs typeface="+mn-lt"/>
              </a:rPr>
              <a:t>Cílová skupina · Emocionální apely · Vizuální manipulace · Skrytá reklama · Dark patterns</a:t>
            </a:r>
            <a:endParaRPr lang="cs-CZ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63FA03-DF84-D390-8E6E-42A953B23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cs-CZ" dirty="0"/>
              <a:t>Na úvod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E2A44CA-0FF0-446E-8AEB-879B2AFB5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773434" cy="4023360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cs-CZ" sz="2400" b="1">
                <a:ea typeface="+mn-lt"/>
                <a:cs typeface="+mn-lt"/>
              </a:rPr>
              <a:t>Vzpomínáte si na nějakou reklamu, která vás zaujala nebo naopak otravovala?</a:t>
            </a:r>
          </a:p>
          <a:p>
            <a:endParaRPr lang="cs-CZ" sz="2400" b="1" dirty="0">
              <a:ea typeface="Calibri"/>
              <a:cs typeface="Calibri"/>
            </a:endParaRPr>
          </a:p>
          <a:p>
            <a:r>
              <a:rPr lang="cs-CZ" sz="2400">
                <a:ea typeface="+mn-lt"/>
                <a:cs typeface="+mn-lt"/>
              </a:rPr>
              <a:t>Zamyslete se:</a:t>
            </a:r>
          </a:p>
          <a:p>
            <a:r>
              <a:rPr lang="cs-CZ" sz="2400">
                <a:ea typeface="+mn-lt"/>
                <a:cs typeface="+mn-lt"/>
              </a:rPr>
              <a:t>• Proč vás ta reklama zaujala? Co udělala?</a:t>
            </a:r>
            <a:endParaRPr lang="cs-CZ" sz="2400">
              <a:ea typeface="Calibri"/>
              <a:cs typeface="Calibri"/>
            </a:endParaRPr>
          </a:p>
          <a:p>
            <a:r>
              <a:rPr lang="cs-CZ" sz="2400">
                <a:ea typeface="+mn-lt"/>
                <a:cs typeface="+mn-lt"/>
              </a:rPr>
              <a:t>• Kdo si myslí, že reklamy na ně nefungují?</a:t>
            </a:r>
            <a:endParaRPr lang="cs-CZ" sz="2400">
              <a:ea typeface="Calibri"/>
              <a:cs typeface="Calibri"/>
            </a:endParaRPr>
          </a:p>
          <a:p>
            <a:r>
              <a:rPr lang="cs-CZ" sz="2400">
                <a:ea typeface="+mn-lt"/>
                <a:cs typeface="+mn-lt"/>
              </a:rPr>
              <a:t>• Co si myslíte, že reklamy chtějí získat?</a:t>
            </a:r>
            <a:endParaRPr lang="cs-CZ" sz="2400">
              <a:ea typeface="Calibri"/>
              <a:cs typeface="Calibri"/>
            </a:endParaRPr>
          </a:p>
          <a:p>
            <a:endParaRPr lang="cs-CZ" sz="2400" dirty="0">
              <a:ea typeface="Calibri"/>
              <a:cs typeface="Calibri"/>
            </a:endParaRPr>
          </a:p>
          <a:p>
            <a:r>
              <a:rPr lang="cs-CZ" b="1"/>
              <a:t>Spoiler: reklamy fungují na všechny – i na ty, co si to nemyslí.</a:t>
            </a:r>
            <a:endParaRPr lang="cs-CZ" b="1">
              <a:solidFill>
                <a:srgbClr val="000000"/>
              </a:solidFill>
              <a:ea typeface="Calibri"/>
              <a:cs typeface="Calibri"/>
            </a:endParaRPr>
          </a:p>
          <a:p>
            <a:endParaRPr lang="cs-CZ" dirty="0">
              <a:ea typeface="Calibri"/>
              <a:cs typeface="Calibri"/>
            </a:endParaRPr>
          </a:p>
        </p:txBody>
      </p:sp>
      <p:pic>
        <p:nvPicPr>
          <p:cNvPr id="5" name="Grafický objekt 4" descr="Otazník se souvislou výplní">
            <a:extLst>
              <a:ext uri="{FF2B5EF4-FFF2-40B4-BE49-F238E27FC236}">
                <a16:creationId xmlns:a16="http://schemas.microsoft.com/office/drawing/2014/main" id="{C79CB0FB-0888-9126-DB8B-E0C13B088E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371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4800" y="0"/>
            <a:ext cx="1158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je cloud?</a:t>
            </a:r>
            <a:endParaRPr lang="en-US" sz="3467" dirty="0"/>
          </a:p>
        </p:txBody>
      </p:sp>
      <p:sp>
        <p:nvSpPr>
          <p:cNvPr id="7" name="Shape 4"/>
          <p:cNvSpPr/>
          <p:nvPr/>
        </p:nvSpPr>
        <p:spPr>
          <a:xfrm>
            <a:off x="487680" y="1944033"/>
            <a:ext cx="5242560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8" name="Text 5"/>
          <p:cNvSpPr/>
          <p:nvPr/>
        </p:nvSpPr>
        <p:spPr>
          <a:xfrm>
            <a:off x="670560" y="1993984"/>
            <a:ext cx="4876800" cy="13898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b="1" dirty="0" err="1">
                <a:solidFill>
                  <a:srgbClr val="334155"/>
                </a:solidFill>
                <a:ea typeface="+mn-lt"/>
                <a:cs typeface="+mn-lt"/>
              </a:rPr>
              <a:t>Reklama</a:t>
            </a:r>
            <a:r>
              <a:rPr lang="en-US" sz="1700" b="1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700" dirty="0">
                <a:solidFill>
                  <a:srgbClr val="334155"/>
                </a:solidFill>
                <a:ea typeface="+mn-lt"/>
                <a:cs typeface="+mn-lt"/>
              </a:rPr>
              <a:t>= </a:t>
            </a:r>
            <a:r>
              <a:rPr lang="en-US" sz="1700" dirty="0" err="1">
                <a:solidFill>
                  <a:srgbClr val="334155"/>
                </a:solidFill>
                <a:ea typeface="+mn-lt"/>
                <a:cs typeface="+mn-lt"/>
              </a:rPr>
              <a:t>placené</a:t>
            </a:r>
            <a:r>
              <a:rPr lang="en-US" sz="1700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rgbClr val="334155"/>
                </a:solidFill>
                <a:ea typeface="+mn-lt"/>
                <a:cs typeface="+mn-lt"/>
              </a:rPr>
              <a:t>sdělení</a:t>
            </a:r>
            <a:r>
              <a:rPr lang="en-US" sz="1700" dirty="0">
                <a:solidFill>
                  <a:srgbClr val="334155"/>
                </a:solidFill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rgbClr val="334155"/>
                </a:solidFill>
                <a:ea typeface="+mn-lt"/>
                <a:cs typeface="+mn-lt"/>
              </a:rPr>
              <a:t>které</a:t>
            </a:r>
            <a:r>
              <a:rPr lang="en-US" sz="1700" dirty="0">
                <a:solidFill>
                  <a:srgbClr val="334155"/>
                </a:solidFill>
                <a:ea typeface="+mn-lt"/>
                <a:cs typeface="+mn-lt"/>
              </a:rPr>
              <a:t> se </a:t>
            </a:r>
            <a:r>
              <a:rPr lang="en-US" sz="1700" dirty="0" err="1">
                <a:solidFill>
                  <a:srgbClr val="334155"/>
                </a:solidFill>
                <a:ea typeface="+mn-lt"/>
                <a:cs typeface="+mn-lt"/>
              </a:rPr>
              <a:t>snaží</a:t>
            </a:r>
            <a:r>
              <a:rPr lang="en-US" sz="1700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rgbClr val="334155"/>
                </a:solidFill>
                <a:ea typeface="+mn-lt"/>
                <a:cs typeface="+mn-lt"/>
              </a:rPr>
              <a:t>ovlivnit</a:t>
            </a:r>
            <a:r>
              <a:rPr lang="en-US" sz="1700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rgbClr val="334155"/>
                </a:solidFill>
                <a:ea typeface="+mn-lt"/>
                <a:cs typeface="+mn-lt"/>
              </a:rPr>
              <a:t>vaše</a:t>
            </a:r>
            <a:r>
              <a:rPr lang="en-US" sz="1700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rgbClr val="334155"/>
                </a:solidFill>
                <a:ea typeface="+mn-lt"/>
                <a:cs typeface="+mn-lt"/>
              </a:rPr>
              <a:t>chování</a:t>
            </a:r>
            <a:r>
              <a:rPr lang="en-US" sz="1700" dirty="0">
                <a:solidFill>
                  <a:srgbClr val="334155"/>
                </a:solidFill>
                <a:ea typeface="+mn-lt"/>
                <a:cs typeface="+mn-lt"/>
              </a:rPr>
              <a:t>, </a:t>
            </a:r>
            <a:r>
              <a:rPr lang="en-US" sz="1700" dirty="0" err="1">
                <a:solidFill>
                  <a:srgbClr val="334155"/>
                </a:solidFill>
                <a:ea typeface="+mn-lt"/>
                <a:cs typeface="+mn-lt"/>
              </a:rPr>
              <a:t>postoje</a:t>
            </a:r>
            <a:r>
              <a:rPr lang="en-US" sz="1700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rgbClr val="334155"/>
                </a:solidFill>
                <a:ea typeface="+mn-lt"/>
                <a:cs typeface="+mn-lt"/>
              </a:rPr>
              <a:t>nebo</a:t>
            </a:r>
            <a:r>
              <a:rPr lang="en-US" sz="1700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rgbClr val="334155"/>
                </a:solidFill>
                <a:ea typeface="+mn-lt"/>
                <a:cs typeface="+mn-lt"/>
              </a:rPr>
              <a:t>rozhodnutí</a:t>
            </a:r>
            <a:endParaRPr lang="cs-CZ" dirty="0" err="1"/>
          </a:p>
        </p:txBody>
      </p:sp>
      <p:sp>
        <p:nvSpPr>
          <p:cNvPr id="9" name="Shape 6"/>
          <p:cNvSpPr/>
          <p:nvPr/>
        </p:nvSpPr>
        <p:spPr>
          <a:xfrm>
            <a:off x="6096000" y="1935480"/>
            <a:ext cx="5730240" cy="121556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0" name="Text 7"/>
          <p:cNvSpPr/>
          <p:nvPr/>
        </p:nvSpPr>
        <p:spPr>
          <a:xfrm>
            <a:off x="6278880" y="2033016"/>
            <a:ext cx="5181600" cy="13898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b="1" dirty="0" err="1">
                <a:solidFill>
                  <a:srgbClr val="334155"/>
                </a:solidFill>
                <a:ea typeface="+mn-lt"/>
                <a:cs typeface="+mn-lt"/>
              </a:rPr>
              <a:t>Formáty</a:t>
            </a:r>
            <a:r>
              <a:rPr lang="en-US" sz="1700" dirty="0">
                <a:solidFill>
                  <a:srgbClr val="334155"/>
                </a:solidFill>
                <a:ea typeface="+mn-lt"/>
                <a:cs typeface="+mn-lt"/>
              </a:rPr>
              <a:t>: TV spot, banner, influencer post, </a:t>
            </a:r>
            <a:r>
              <a:rPr lang="en-US" sz="1700" dirty="0" err="1">
                <a:solidFill>
                  <a:srgbClr val="334155"/>
                </a:solidFill>
                <a:ea typeface="+mn-lt"/>
                <a:cs typeface="+mn-lt"/>
              </a:rPr>
              <a:t>sponzorovaný</a:t>
            </a:r>
            <a:r>
              <a:rPr lang="en-US" sz="1700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rgbClr val="334155"/>
                </a:solidFill>
                <a:ea typeface="+mn-lt"/>
                <a:cs typeface="+mn-lt"/>
              </a:rPr>
              <a:t>obsah</a:t>
            </a:r>
            <a:r>
              <a:rPr lang="en-US" sz="1700" dirty="0">
                <a:solidFill>
                  <a:srgbClr val="334155"/>
                </a:solidFill>
                <a:ea typeface="+mn-lt"/>
                <a:cs typeface="+mn-lt"/>
              </a:rPr>
              <a:t>, product placement</a:t>
            </a:r>
            <a:endParaRPr lang="cs-CZ" dirty="0"/>
          </a:p>
        </p:txBody>
      </p:sp>
      <p:sp>
        <p:nvSpPr>
          <p:cNvPr id="11" name="Shape 8"/>
          <p:cNvSpPr/>
          <p:nvPr/>
        </p:nvSpPr>
        <p:spPr>
          <a:xfrm>
            <a:off x="487680" y="3291840"/>
            <a:ext cx="3657600" cy="188548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3" name="Text 10"/>
          <p:cNvSpPr/>
          <p:nvPr/>
        </p:nvSpPr>
        <p:spPr>
          <a:xfrm>
            <a:off x="670560" y="3438144"/>
            <a:ext cx="329184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b="1" dirty="0" err="1">
                <a:solidFill>
                  <a:srgbClr val="1A2A4A"/>
                </a:solidFill>
                <a:latin typeface="Calibri"/>
                <a:ea typeface="Calibri"/>
                <a:cs typeface="Calibri"/>
              </a:rPr>
              <a:t>Informovat</a:t>
            </a:r>
            <a:endParaRPr lang="cs-CZ" dirty="0" err="1"/>
          </a:p>
        </p:txBody>
      </p:sp>
      <p:sp>
        <p:nvSpPr>
          <p:cNvPr id="14" name="Text 11"/>
          <p:cNvSpPr/>
          <p:nvPr/>
        </p:nvSpPr>
        <p:spPr>
          <a:xfrm>
            <a:off x="670560" y="4023360"/>
            <a:ext cx="3291840" cy="1153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Přístup z jakéhokoliv zařízení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Drive, OneDrive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28160" y="3291840"/>
            <a:ext cx="3657600" cy="188548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6" name="Shape 13"/>
          <p:cNvSpPr/>
          <p:nvPr/>
        </p:nvSpPr>
        <p:spPr>
          <a:xfrm>
            <a:off x="4328160" y="3291840"/>
            <a:ext cx="3657600" cy="97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7" name="Text 14"/>
          <p:cNvSpPr/>
          <p:nvPr/>
        </p:nvSpPr>
        <p:spPr>
          <a:xfrm>
            <a:off x="4511040" y="3438144"/>
            <a:ext cx="329184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b="1" dirty="0" err="1">
                <a:solidFill>
                  <a:srgbClr val="1A2A4A"/>
                </a:solidFill>
                <a:latin typeface="Calibri"/>
                <a:ea typeface="Calibri"/>
                <a:cs typeface="Calibri"/>
              </a:rPr>
              <a:t>Přesvědčit</a:t>
            </a:r>
            <a:endParaRPr lang="cs-CZ" dirty="0" err="1"/>
          </a:p>
        </p:txBody>
      </p:sp>
      <p:sp>
        <p:nvSpPr>
          <p:cNvPr id="18" name="Text 15"/>
          <p:cNvSpPr/>
          <p:nvPr/>
        </p:nvSpPr>
        <p:spPr>
          <a:xfrm>
            <a:off x="4511040" y="4023360"/>
            <a:ext cx="3291840" cy="1153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Více lidí edituje naráz,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změny v reálném čase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68640" y="3291840"/>
            <a:ext cx="3657600" cy="188548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20" name="Shape 17"/>
          <p:cNvSpPr/>
          <p:nvPr/>
        </p:nvSpPr>
        <p:spPr>
          <a:xfrm>
            <a:off x="8168640" y="3291840"/>
            <a:ext cx="3657600" cy="975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1" name="Text 18"/>
          <p:cNvSpPr/>
          <p:nvPr/>
        </p:nvSpPr>
        <p:spPr>
          <a:xfrm>
            <a:off x="8351520" y="3438144"/>
            <a:ext cx="329184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b="1" dirty="0" err="1">
                <a:solidFill>
                  <a:srgbClr val="1A2A4A"/>
                </a:solidFill>
                <a:latin typeface="Calibri"/>
                <a:ea typeface="Calibri"/>
                <a:cs typeface="Calibri"/>
              </a:rPr>
              <a:t>Manipulovat</a:t>
            </a:r>
            <a:endParaRPr lang="cs-CZ" dirty="0" err="1"/>
          </a:p>
        </p:txBody>
      </p:sp>
      <p:sp>
        <p:nvSpPr>
          <p:cNvPr id="22" name="Text 19"/>
          <p:cNvSpPr/>
          <p:nvPr/>
        </p:nvSpPr>
        <p:spPr>
          <a:xfrm>
            <a:off x="8351520" y="4023360"/>
            <a:ext cx="3291840" cy="1153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 neztratí se zařízením,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automatické verze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8FD11EF3-24C5-70C6-36E5-F3CD66C0124B}"/>
              </a:ext>
            </a:extLst>
          </p:cNvPr>
          <p:cNvSpPr/>
          <p:nvPr/>
        </p:nvSpPr>
        <p:spPr>
          <a:xfrm>
            <a:off x="487680" y="3304032"/>
            <a:ext cx="3657600" cy="97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9A2890EC-D30A-ADAB-2999-308996578F15}"/>
              </a:ext>
            </a:extLst>
          </p:cNvPr>
          <p:cNvSpPr/>
          <p:nvPr/>
        </p:nvSpPr>
        <p:spPr>
          <a:xfrm>
            <a:off x="8168640" y="3283924"/>
            <a:ext cx="3657600" cy="97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7" name="Nadpis 1">
            <a:extLst>
              <a:ext uri="{FF2B5EF4-FFF2-40B4-BE49-F238E27FC236}">
                <a16:creationId xmlns:a16="http://schemas.microsoft.com/office/drawing/2014/main" id="{F4A461C6-7FEA-5250-E39C-E23A5C21CE19}"/>
              </a:ext>
            </a:extLst>
          </p:cNvPr>
          <p:cNvSpPr txBox="1">
            <a:spLocks/>
          </p:cNvSpPr>
          <p:nvPr/>
        </p:nvSpPr>
        <p:spPr>
          <a:xfrm>
            <a:off x="1066800" y="1054698"/>
            <a:ext cx="10058400" cy="987461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/>
              <a:t>Co je reklama?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921C39C7-7652-7B51-0CC3-D953309E31B5}"/>
              </a:ext>
            </a:extLst>
          </p:cNvPr>
          <p:cNvSpPr txBox="1"/>
          <p:nvPr/>
        </p:nvSpPr>
        <p:spPr>
          <a:xfrm>
            <a:off x="591312" y="5480425"/>
            <a:ext cx="1086916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1600">
                <a:ea typeface="+mn-lt"/>
                <a:cs typeface="+mn-lt"/>
              </a:rPr>
              <a:t>Klíčová otázka: co chce reklama, abychom cítili, věřili nebo udělali?</a:t>
            </a:r>
            <a:endParaRPr lang="cs-CZ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4800" y="0"/>
            <a:ext cx="1158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3467" dirty="0"/>
          </a:p>
        </p:txBody>
      </p:sp>
      <p:grpSp>
        <p:nvGrpSpPr>
          <p:cNvPr id="38" name="Skupina 37">
            <a:extLst>
              <a:ext uri="{FF2B5EF4-FFF2-40B4-BE49-F238E27FC236}">
                <a16:creationId xmlns:a16="http://schemas.microsoft.com/office/drawing/2014/main" id="{A8507034-890F-8C19-6322-3273A80CBDCE}"/>
              </a:ext>
            </a:extLst>
          </p:cNvPr>
          <p:cNvGrpSpPr/>
          <p:nvPr/>
        </p:nvGrpSpPr>
        <p:grpSpPr>
          <a:xfrm>
            <a:off x="6217920" y="2233365"/>
            <a:ext cx="5033067" cy="1546155"/>
            <a:chOff x="6217920" y="2233365"/>
            <a:chExt cx="5033067" cy="1546155"/>
          </a:xfrm>
        </p:grpSpPr>
        <p:sp>
          <p:nvSpPr>
            <p:cNvPr id="11" name="Shape 8"/>
            <p:cNvSpPr/>
            <p:nvPr/>
          </p:nvSpPr>
          <p:spPr>
            <a:xfrm>
              <a:off x="6217920" y="2233365"/>
              <a:ext cx="5033067" cy="1546155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cs-CZ" sz="2400"/>
            </a:p>
          </p:txBody>
        </p:sp>
        <p:sp>
          <p:nvSpPr>
            <p:cNvPr id="12" name="Shape 9"/>
            <p:cNvSpPr/>
            <p:nvPr/>
          </p:nvSpPr>
          <p:spPr>
            <a:xfrm>
              <a:off x="6217920" y="2233365"/>
              <a:ext cx="79658" cy="1546155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cs-CZ" sz="2400"/>
            </a:p>
          </p:txBody>
        </p:sp>
        <p:sp>
          <p:nvSpPr>
            <p:cNvPr id="14" name="Text 10"/>
            <p:cNvSpPr/>
            <p:nvPr/>
          </p:nvSpPr>
          <p:spPr>
            <a:xfrm>
              <a:off x="6435374" y="2395091"/>
              <a:ext cx="3899166" cy="4097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850" b="1" dirty="0" err="1">
                  <a:solidFill>
                    <a:srgbClr val="1A2A4A"/>
                  </a:solidFill>
                  <a:latin typeface="Calibri"/>
                  <a:ea typeface="Calibri"/>
                  <a:cs typeface="Calibri"/>
                </a:rPr>
                <a:t>Psychografické</a:t>
              </a:r>
              <a:r>
                <a:rPr lang="en-US" sz="1850" b="1" dirty="0">
                  <a:solidFill>
                    <a:srgbClr val="1A2A4A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850" b="1" dirty="0" err="1">
                  <a:solidFill>
                    <a:srgbClr val="1A2A4A"/>
                  </a:solidFill>
                  <a:latin typeface="Calibri"/>
                  <a:ea typeface="Calibri"/>
                  <a:cs typeface="Calibri"/>
                </a:rPr>
                <a:t>faktory</a:t>
              </a:r>
              <a:endParaRPr lang="cs-CZ" dirty="0" err="1"/>
            </a:p>
          </p:txBody>
        </p:sp>
        <p:sp>
          <p:nvSpPr>
            <p:cNvPr id="15" name="Text 11"/>
            <p:cNvSpPr/>
            <p:nvPr/>
          </p:nvSpPr>
          <p:spPr>
            <a:xfrm>
              <a:off x="6437376" y="2805843"/>
              <a:ext cx="4695740" cy="86913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500" dirty="0" err="1">
                  <a:solidFill>
                    <a:srgbClr val="334155"/>
                  </a:solidFill>
                  <a:ea typeface="+mn-lt"/>
                  <a:cs typeface="+mn-lt"/>
                </a:rPr>
                <a:t>Věk</a:t>
              </a:r>
              <a:r>
                <a:rPr lang="en-US" sz="1500" dirty="0">
                  <a:solidFill>
                    <a:srgbClr val="334155"/>
                  </a:solidFill>
                  <a:ea typeface="+mn-lt"/>
                  <a:cs typeface="+mn-lt"/>
                </a:rPr>
                <a:t>, </a:t>
              </a:r>
              <a:r>
                <a:rPr lang="en-US" sz="1500" dirty="0" err="1">
                  <a:solidFill>
                    <a:srgbClr val="334155"/>
                  </a:solidFill>
                  <a:ea typeface="+mn-lt"/>
                  <a:cs typeface="+mn-lt"/>
                </a:rPr>
                <a:t>pohlaví</a:t>
              </a:r>
              <a:r>
                <a:rPr lang="en-US" sz="1500" dirty="0">
                  <a:solidFill>
                    <a:srgbClr val="334155"/>
                  </a:solidFill>
                  <a:ea typeface="+mn-lt"/>
                  <a:cs typeface="+mn-lt"/>
                </a:rPr>
                <a:t>, </a:t>
              </a:r>
              <a:r>
                <a:rPr lang="en-US" sz="1500" dirty="0" err="1">
                  <a:solidFill>
                    <a:srgbClr val="334155"/>
                  </a:solidFill>
                  <a:ea typeface="+mn-lt"/>
                  <a:cs typeface="+mn-lt"/>
                </a:rPr>
                <a:t>příjem</a:t>
              </a:r>
              <a:r>
                <a:rPr lang="en-US" sz="1500" dirty="0">
                  <a:solidFill>
                    <a:srgbClr val="334155"/>
                  </a:solidFill>
                  <a:ea typeface="+mn-lt"/>
                  <a:cs typeface="+mn-lt"/>
                </a:rPr>
                <a:t>, </a:t>
              </a:r>
              <a:r>
                <a:rPr lang="en-US" sz="1500" dirty="0" err="1">
                  <a:solidFill>
                    <a:srgbClr val="334155"/>
                  </a:solidFill>
                  <a:ea typeface="+mn-lt"/>
                  <a:cs typeface="+mn-lt"/>
                </a:rPr>
                <a:t>vzdělání</a:t>
              </a:r>
            </a:p>
            <a:p>
              <a:r>
                <a:rPr lang="en-US" sz="1500" b="1" dirty="0" err="1">
                  <a:solidFill>
                    <a:srgbClr val="334155"/>
                  </a:solidFill>
                  <a:ea typeface="+mn-lt"/>
                  <a:cs typeface="+mn-lt"/>
                </a:rPr>
                <a:t>Příklad</a:t>
              </a:r>
              <a:r>
                <a:rPr lang="en-US" sz="1500" dirty="0">
                  <a:solidFill>
                    <a:srgbClr val="334155"/>
                  </a:solidFill>
                  <a:ea typeface="+mn-lt"/>
                  <a:cs typeface="+mn-lt"/>
                </a:rPr>
                <a:t>: </a:t>
              </a:r>
              <a:r>
                <a:rPr lang="en-US" sz="1500" dirty="0" err="1">
                  <a:solidFill>
                    <a:srgbClr val="334155"/>
                  </a:solidFill>
                  <a:ea typeface="+mn-lt"/>
                  <a:cs typeface="+mn-lt"/>
                </a:rPr>
                <a:t>reklama</a:t>
              </a:r>
              <a:r>
                <a:rPr lang="en-US" sz="1500" dirty="0">
                  <a:solidFill>
                    <a:srgbClr val="334155"/>
                  </a:solidFill>
                  <a:ea typeface="+mn-lt"/>
                  <a:cs typeface="+mn-lt"/>
                </a:rPr>
                <a:t> </a:t>
              </a:r>
              <a:r>
                <a:rPr lang="en-US" sz="1500" dirty="0" err="1">
                  <a:solidFill>
                    <a:srgbClr val="334155"/>
                  </a:solidFill>
                  <a:ea typeface="+mn-lt"/>
                  <a:cs typeface="+mn-lt"/>
                </a:rPr>
                <a:t>na</a:t>
              </a:r>
              <a:r>
                <a:rPr lang="en-US" sz="1500" dirty="0">
                  <a:solidFill>
                    <a:srgbClr val="334155"/>
                  </a:solidFill>
                  <a:ea typeface="+mn-lt"/>
                  <a:cs typeface="+mn-lt"/>
                </a:rPr>
                <a:t> </a:t>
              </a:r>
              <a:r>
                <a:rPr lang="en-US" sz="1500" dirty="0" err="1">
                  <a:solidFill>
                    <a:srgbClr val="334155"/>
                  </a:solidFill>
                  <a:ea typeface="+mn-lt"/>
                  <a:cs typeface="+mn-lt"/>
                </a:rPr>
                <a:t>pleny</a:t>
              </a:r>
              <a:r>
                <a:rPr lang="en-US" sz="1500" dirty="0">
                  <a:solidFill>
                    <a:srgbClr val="334155"/>
                  </a:solidFill>
                  <a:ea typeface="+mn-lt"/>
                  <a:cs typeface="+mn-lt"/>
                </a:rPr>
                <a:t> vs. </a:t>
              </a:r>
              <a:r>
                <a:rPr lang="en-US" sz="1500" dirty="0" err="1">
                  <a:solidFill>
                    <a:srgbClr val="334155"/>
                  </a:solidFill>
                  <a:ea typeface="+mn-lt"/>
                  <a:cs typeface="+mn-lt"/>
                </a:rPr>
                <a:t>energetický</a:t>
              </a:r>
              <a:r>
                <a:rPr lang="en-US" sz="1500" dirty="0">
                  <a:solidFill>
                    <a:srgbClr val="334155"/>
                  </a:solidFill>
                  <a:ea typeface="+mn-lt"/>
                  <a:cs typeface="+mn-lt"/>
                </a:rPr>
                <a:t> drink</a:t>
              </a:r>
              <a:endParaRPr lang="en-US" dirty="0"/>
            </a:p>
          </p:txBody>
        </p:sp>
      </p:grpSp>
      <p:sp>
        <p:nvSpPr>
          <p:cNvPr id="26" name="Text 20"/>
          <p:cNvSpPr/>
          <p:nvPr/>
        </p:nvSpPr>
        <p:spPr>
          <a:xfrm>
            <a:off x="0" y="6584862"/>
            <a:ext cx="11310583" cy="273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27" name="Nadpis 1">
            <a:extLst>
              <a:ext uri="{FF2B5EF4-FFF2-40B4-BE49-F238E27FC236}">
                <a16:creationId xmlns:a16="http://schemas.microsoft.com/office/drawing/2014/main" id="{B37E73CA-0187-14E8-282E-EC27AA62D7FB}"/>
              </a:ext>
            </a:extLst>
          </p:cNvPr>
          <p:cNvSpPr txBox="1">
            <a:spLocks/>
          </p:cNvSpPr>
          <p:nvPr/>
        </p:nvSpPr>
        <p:spPr>
          <a:xfrm>
            <a:off x="426720" y="658459"/>
            <a:ext cx="10058400" cy="987461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/>
              <a:t>Cílová skupina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2B67D073-D4F2-DC11-D2A2-31937518C556}"/>
              </a:ext>
            </a:extLst>
          </p:cNvPr>
          <p:cNvSpPr txBox="1"/>
          <p:nvPr/>
        </p:nvSpPr>
        <p:spPr>
          <a:xfrm>
            <a:off x="959745" y="1747978"/>
            <a:ext cx="1043338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2000">
                <a:ea typeface="+mn-lt"/>
                <a:cs typeface="+mn-lt"/>
              </a:rPr>
              <a:t>Reklama není pro všechny – je navržená přesně pro konkrétního člověka</a:t>
            </a:r>
            <a:endParaRPr lang="cs-CZ" sz="2000">
              <a:ea typeface="Calibri"/>
              <a:cs typeface="Calibri"/>
            </a:endParaRPr>
          </a:p>
        </p:txBody>
      </p:sp>
      <p:grpSp>
        <p:nvGrpSpPr>
          <p:cNvPr id="39" name="Skupina 38">
            <a:extLst>
              <a:ext uri="{FF2B5EF4-FFF2-40B4-BE49-F238E27FC236}">
                <a16:creationId xmlns:a16="http://schemas.microsoft.com/office/drawing/2014/main" id="{5EE18C93-1BF5-EDCF-60A7-AB165661D062}"/>
              </a:ext>
            </a:extLst>
          </p:cNvPr>
          <p:cNvGrpSpPr/>
          <p:nvPr/>
        </p:nvGrpSpPr>
        <p:grpSpPr>
          <a:xfrm>
            <a:off x="719009" y="2233365"/>
            <a:ext cx="5033067" cy="1546155"/>
            <a:chOff x="6217920" y="2233365"/>
            <a:chExt cx="5033067" cy="1546155"/>
          </a:xfrm>
        </p:grpSpPr>
        <p:sp>
          <p:nvSpPr>
            <p:cNvPr id="40" name="Shape 8">
              <a:extLst>
                <a:ext uri="{FF2B5EF4-FFF2-40B4-BE49-F238E27FC236}">
                  <a16:creationId xmlns:a16="http://schemas.microsoft.com/office/drawing/2014/main" id="{9E9E7321-D31F-6129-A99D-087FE2802239}"/>
                </a:ext>
              </a:extLst>
            </p:cNvPr>
            <p:cNvSpPr/>
            <p:nvPr/>
          </p:nvSpPr>
          <p:spPr>
            <a:xfrm>
              <a:off x="6217920" y="2233365"/>
              <a:ext cx="5033067" cy="1546155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cs-CZ" sz="2400"/>
            </a:p>
          </p:txBody>
        </p:sp>
        <p:sp>
          <p:nvSpPr>
            <p:cNvPr id="41" name="Shape 9">
              <a:extLst>
                <a:ext uri="{FF2B5EF4-FFF2-40B4-BE49-F238E27FC236}">
                  <a16:creationId xmlns:a16="http://schemas.microsoft.com/office/drawing/2014/main" id="{1F5AEDC5-98F0-8F09-7BCB-FB6ACF59B7CA}"/>
                </a:ext>
              </a:extLst>
            </p:cNvPr>
            <p:cNvSpPr/>
            <p:nvPr/>
          </p:nvSpPr>
          <p:spPr>
            <a:xfrm>
              <a:off x="6217920" y="2233365"/>
              <a:ext cx="79658" cy="1546155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cs-CZ" sz="2400"/>
            </a:p>
          </p:txBody>
        </p:sp>
        <p:sp>
          <p:nvSpPr>
            <p:cNvPr id="42" name="Text 10">
              <a:extLst>
                <a:ext uri="{FF2B5EF4-FFF2-40B4-BE49-F238E27FC236}">
                  <a16:creationId xmlns:a16="http://schemas.microsoft.com/office/drawing/2014/main" id="{8CFC3D2B-BBEE-7C62-EB63-3D4147A7C12B}"/>
                </a:ext>
              </a:extLst>
            </p:cNvPr>
            <p:cNvSpPr/>
            <p:nvPr/>
          </p:nvSpPr>
          <p:spPr>
            <a:xfrm>
              <a:off x="6435374" y="2395091"/>
              <a:ext cx="3899166" cy="4097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 err="1">
                  <a:solidFill>
                    <a:srgbClr val="1A2A4A"/>
                  </a:solidFill>
                  <a:latin typeface="Calibri"/>
                  <a:ea typeface="Calibri"/>
                  <a:cs typeface="Calibri"/>
                </a:rPr>
                <a:t>Demografické</a:t>
              </a:r>
              <a:r>
                <a:rPr lang="en-US" sz="2000" b="1" dirty="0">
                  <a:solidFill>
                    <a:srgbClr val="1A2A4A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2000" b="1" dirty="0" err="1">
                  <a:solidFill>
                    <a:srgbClr val="1A2A4A"/>
                  </a:solidFill>
                  <a:latin typeface="Calibri"/>
                  <a:ea typeface="Calibri"/>
                  <a:cs typeface="Calibri"/>
                </a:rPr>
                <a:t>faktory</a:t>
              </a:r>
              <a:endParaRPr lang="en-US" sz="2000">
                <a:ea typeface="Calibri"/>
                <a:cs typeface="Calibri"/>
              </a:endParaRPr>
            </a:p>
          </p:txBody>
        </p:sp>
        <p:sp>
          <p:nvSpPr>
            <p:cNvPr id="43" name="Text 11">
              <a:extLst>
                <a:ext uri="{FF2B5EF4-FFF2-40B4-BE49-F238E27FC236}">
                  <a16:creationId xmlns:a16="http://schemas.microsoft.com/office/drawing/2014/main" id="{02C846C4-7815-F499-6420-B183604B8EC6}"/>
                </a:ext>
              </a:extLst>
            </p:cNvPr>
            <p:cNvSpPr/>
            <p:nvPr/>
          </p:nvSpPr>
          <p:spPr>
            <a:xfrm>
              <a:off x="6437376" y="2805843"/>
              <a:ext cx="4695740" cy="86913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Věk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,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pohlaví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,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příjem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,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vzdělání</a:t>
              </a:r>
              <a:endParaRPr lang="en-US" dirty="0">
                <a:solidFill>
                  <a:srgbClr val="334155"/>
                </a:solidFill>
                <a:ea typeface="+mn-lt"/>
                <a:cs typeface="+mn-lt"/>
              </a:endParaRPr>
            </a:p>
            <a:p>
              <a:r>
                <a:rPr lang="en-US" b="1" dirty="0" err="1">
                  <a:solidFill>
                    <a:srgbClr val="334155"/>
                  </a:solidFill>
                  <a:ea typeface="+mn-lt"/>
                  <a:cs typeface="+mn-lt"/>
                </a:rPr>
                <a:t>Příklad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: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reklama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na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pleny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 vs.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energetický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 drink</a:t>
              </a:r>
              <a:endParaRPr lang="en-US" dirty="0"/>
            </a:p>
          </p:txBody>
        </p:sp>
      </p:grpSp>
      <p:grpSp>
        <p:nvGrpSpPr>
          <p:cNvPr id="44" name="Skupina 43">
            <a:extLst>
              <a:ext uri="{FF2B5EF4-FFF2-40B4-BE49-F238E27FC236}">
                <a16:creationId xmlns:a16="http://schemas.microsoft.com/office/drawing/2014/main" id="{6AD08856-1B77-AEB9-60CB-0A0EC6D6C3F1}"/>
              </a:ext>
            </a:extLst>
          </p:cNvPr>
          <p:cNvGrpSpPr/>
          <p:nvPr/>
        </p:nvGrpSpPr>
        <p:grpSpPr>
          <a:xfrm>
            <a:off x="719009" y="4161111"/>
            <a:ext cx="5033067" cy="1546155"/>
            <a:chOff x="6217920" y="2233365"/>
            <a:chExt cx="5033067" cy="1546155"/>
          </a:xfrm>
        </p:grpSpPr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0EEBA962-BE13-8ECD-C1E8-93F315C0DA35}"/>
                </a:ext>
              </a:extLst>
            </p:cNvPr>
            <p:cNvSpPr/>
            <p:nvPr/>
          </p:nvSpPr>
          <p:spPr>
            <a:xfrm>
              <a:off x="6217920" y="2233365"/>
              <a:ext cx="5033067" cy="1546155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cs-CZ" sz="2400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BEBB4135-77C7-593F-2497-09A53253F208}"/>
                </a:ext>
              </a:extLst>
            </p:cNvPr>
            <p:cNvSpPr/>
            <p:nvPr/>
          </p:nvSpPr>
          <p:spPr>
            <a:xfrm>
              <a:off x="6217920" y="2233365"/>
              <a:ext cx="79658" cy="1546155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cs-CZ" sz="2400"/>
            </a:p>
          </p:txBody>
        </p:sp>
        <p:sp>
          <p:nvSpPr>
            <p:cNvPr id="47" name="Text 10">
              <a:extLst>
                <a:ext uri="{FF2B5EF4-FFF2-40B4-BE49-F238E27FC236}">
                  <a16:creationId xmlns:a16="http://schemas.microsoft.com/office/drawing/2014/main" id="{1923E9A2-61A0-515B-CFC1-C3A33A768820}"/>
                </a:ext>
              </a:extLst>
            </p:cNvPr>
            <p:cNvSpPr/>
            <p:nvPr/>
          </p:nvSpPr>
          <p:spPr>
            <a:xfrm>
              <a:off x="6435374" y="2395091"/>
              <a:ext cx="3899166" cy="4097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 err="1">
                  <a:solidFill>
                    <a:srgbClr val="1A2A4A"/>
                  </a:solidFill>
                  <a:latin typeface="Calibri"/>
                  <a:ea typeface="Calibri"/>
                  <a:cs typeface="Calibri"/>
                </a:rPr>
                <a:t>Behaviorální</a:t>
              </a:r>
              <a:r>
                <a:rPr lang="en-US" sz="2000" b="1" dirty="0">
                  <a:solidFill>
                    <a:srgbClr val="1A2A4A"/>
                  </a:solidFill>
                  <a:latin typeface="Calibri"/>
                  <a:ea typeface="Calibri"/>
                  <a:cs typeface="Calibri"/>
                </a:rPr>
                <a:t> data</a:t>
              </a:r>
              <a:endParaRPr lang="cs-CZ" sz="2000">
                <a:ea typeface="Calibri"/>
                <a:cs typeface="Calibri"/>
              </a:endParaRPr>
            </a:p>
          </p:txBody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D846FE50-30BC-6FB3-2A32-BD73FD67F585}"/>
                </a:ext>
              </a:extLst>
            </p:cNvPr>
            <p:cNvSpPr/>
            <p:nvPr/>
          </p:nvSpPr>
          <p:spPr>
            <a:xfrm>
              <a:off x="6437376" y="2805843"/>
              <a:ext cx="4695740" cy="86913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Co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jste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hledali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, co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jste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koupili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,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kde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jste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byli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?</a:t>
              </a:r>
              <a:endParaRPr lang="cs-CZ">
                <a:solidFill>
                  <a:srgbClr val="000000"/>
                </a:solidFill>
                <a:ea typeface="+mn-lt"/>
                <a:cs typeface="+mn-lt"/>
              </a:endParaRPr>
            </a:p>
            <a:p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 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Základ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cílené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 online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reklamy</a:t>
              </a:r>
              <a:endParaRPr lang="cs-CZ" dirty="0">
                <a:ea typeface="Calibri"/>
                <a:cs typeface="Calibri"/>
              </a:endParaRPr>
            </a:p>
          </p:txBody>
        </p:sp>
      </p:grpSp>
      <p:grpSp>
        <p:nvGrpSpPr>
          <p:cNvPr id="49" name="Skupina 48">
            <a:extLst>
              <a:ext uri="{FF2B5EF4-FFF2-40B4-BE49-F238E27FC236}">
                <a16:creationId xmlns:a16="http://schemas.microsoft.com/office/drawing/2014/main" id="{262FFE09-B722-2AA0-82F2-341ACE7B8D0F}"/>
              </a:ext>
            </a:extLst>
          </p:cNvPr>
          <p:cNvGrpSpPr/>
          <p:nvPr/>
        </p:nvGrpSpPr>
        <p:grpSpPr>
          <a:xfrm>
            <a:off x="6217919" y="4161111"/>
            <a:ext cx="5033067" cy="1546155"/>
            <a:chOff x="6217920" y="2233365"/>
            <a:chExt cx="5033067" cy="1546155"/>
          </a:xfrm>
        </p:grpSpPr>
        <p:sp>
          <p:nvSpPr>
            <p:cNvPr id="50" name="Shape 8">
              <a:extLst>
                <a:ext uri="{FF2B5EF4-FFF2-40B4-BE49-F238E27FC236}">
                  <a16:creationId xmlns:a16="http://schemas.microsoft.com/office/drawing/2014/main" id="{A0AA7808-4D8D-6AD4-B147-EEB7A27EC80A}"/>
                </a:ext>
              </a:extLst>
            </p:cNvPr>
            <p:cNvSpPr/>
            <p:nvPr/>
          </p:nvSpPr>
          <p:spPr>
            <a:xfrm>
              <a:off x="6217920" y="2233365"/>
              <a:ext cx="5033067" cy="1546155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cs-CZ" sz="2400"/>
            </a:p>
          </p:txBody>
        </p:sp>
        <p:sp>
          <p:nvSpPr>
            <p:cNvPr id="51" name="Shape 9">
              <a:extLst>
                <a:ext uri="{FF2B5EF4-FFF2-40B4-BE49-F238E27FC236}">
                  <a16:creationId xmlns:a16="http://schemas.microsoft.com/office/drawing/2014/main" id="{0BB48C7A-DA20-C7E7-5A47-743882F65E73}"/>
                </a:ext>
              </a:extLst>
            </p:cNvPr>
            <p:cNvSpPr/>
            <p:nvPr/>
          </p:nvSpPr>
          <p:spPr>
            <a:xfrm>
              <a:off x="6217920" y="2233365"/>
              <a:ext cx="79658" cy="1546155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cs-CZ" sz="240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E9982FF-EF0F-4AFF-43A3-A918056F8991}"/>
                </a:ext>
              </a:extLst>
            </p:cNvPr>
            <p:cNvSpPr/>
            <p:nvPr/>
          </p:nvSpPr>
          <p:spPr>
            <a:xfrm>
              <a:off x="6435374" y="2395091"/>
              <a:ext cx="3899166" cy="4097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solidFill>
                    <a:srgbClr val="1A2A4A"/>
                  </a:solidFill>
                  <a:latin typeface="Calibri"/>
                  <a:ea typeface="Calibri"/>
                  <a:cs typeface="Calibri"/>
                </a:rPr>
                <a:t>Jak se </a:t>
              </a:r>
              <a:r>
                <a:rPr lang="en-US" sz="2000" b="1" dirty="0" err="1">
                  <a:solidFill>
                    <a:srgbClr val="1A2A4A"/>
                  </a:solidFill>
                  <a:latin typeface="Calibri"/>
                  <a:ea typeface="Calibri"/>
                  <a:cs typeface="Calibri"/>
                </a:rPr>
                <a:t>zjišťují</a:t>
              </a:r>
              <a:endParaRPr lang="cs-CZ" sz="2000">
                <a:ea typeface="Calibri"/>
                <a:cs typeface="Calibri"/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D7E7FEE9-46B5-B9B2-1092-5A13C890458B}"/>
                </a:ext>
              </a:extLst>
            </p:cNvPr>
            <p:cNvSpPr/>
            <p:nvPr/>
          </p:nvSpPr>
          <p:spPr>
            <a:xfrm>
              <a:off x="6437376" y="2805843"/>
              <a:ext cx="4695740" cy="86913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Cookies,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lajky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,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sledovaný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čas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videa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,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nákupní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historie</a:t>
              </a:r>
              <a:endParaRPr lang="cs-CZ">
                <a:ea typeface="+mn-lt"/>
                <a:cs typeface="+mn-lt"/>
              </a:endParaRPr>
            </a:p>
          </p:txBody>
        </p:sp>
      </p:grpSp>
      <p:grpSp>
        <p:nvGrpSpPr>
          <p:cNvPr id="54" name="Skupina 53">
            <a:extLst>
              <a:ext uri="{FF2B5EF4-FFF2-40B4-BE49-F238E27FC236}">
                <a16:creationId xmlns:a16="http://schemas.microsoft.com/office/drawing/2014/main" id="{A8507034-890F-8C19-6322-3273A80CBDCE}"/>
              </a:ext>
            </a:extLst>
          </p:cNvPr>
          <p:cNvGrpSpPr/>
          <p:nvPr/>
        </p:nvGrpSpPr>
        <p:grpSpPr>
          <a:xfrm>
            <a:off x="6217920" y="2233365"/>
            <a:ext cx="5033067" cy="1546155"/>
            <a:chOff x="6217920" y="2233365"/>
            <a:chExt cx="5033067" cy="1546155"/>
          </a:xfrm>
        </p:grpSpPr>
        <p:sp>
          <p:nvSpPr>
            <p:cNvPr id="55" name="Shape 8">
              <a:extLst>
                <a:ext uri="{FF2B5EF4-FFF2-40B4-BE49-F238E27FC236}">
                  <a16:creationId xmlns:a16="http://schemas.microsoft.com/office/drawing/2014/main" id="{0C66A302-7E3C-70E0-D486-10238B91D59D}"/>
                </a:ext>
              </a:extLst>
            </p:cNvPr>
            <p:cNvSpPr/>
            <p:nvPr/>
          </p:nvSpPr>
          <p:spPr>
            <a:xfrm>
              <a:off x="6217920" y="2233365"/>
              <a:ext cx="5033067" cy="1546155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>
              <a:defPPr>
                <a:defRPr lang="cs-CZ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cs-CZ" sz="2400"/>
            </a:p>
          </p:txBody>
        </p:sp>
        <p:sp>
          <p:nvSpPr>
            <p:cNvPr id="56" name="Shape 9">
              <a:extLst>
                <a:ext uri="{FF2B5EF4-FFF2-40B4-BE49-F238E27FC236}">
                  <a16:creationId xmlns:a16="http://schemas.microsoft.com/office/drawing/2014/main" id="{7B458C62-E433-44FD-4614-29C8298B18AF}"/>
                </a:ext>
              </a:extLst>
            </p:cNvPr>
            <p:cNvSpPr/>
            <p:nvPr/>
          </p:nvSpPr>
          <p:spPr>
            <a:xfrm>
              <a:off x="6217920" y="2233365"/>
              <a:ext cx="79658" cy="1546155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>
              <a:defPPr>
                <a:defRPr lang="cs-CZ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cs-CZ" sz="2400"/>
            </a:p>
          </p:txBody>
        </p:sp>
        <p:sp>
          <p:nvSpPr>
            <p:cNvPr id="57" name="Text 10">
              <a:extLst>
                <a:ext uri="{FF2B5EF4-FFF2-40B4-BE49-F238E27FC236}">
                  <a16:creationId xmlns:a16="http://schemas.microsoft.com/office/drawing/2014/main" id="{A4771AE2-B68F-C84D-6A39-9FC473F1F127}"/>
                </a:ext>
              </a:extLst>
            </p:cNvPr>
            <p:cNvSpPr/>
            <p:nvPr/>
          </p:nvSpPr>
          <p:spPr>
            <a:xfrm>
              <a:off x="6435374" y="2395091"/>
              <a:ext cx="3899166" cy="4097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cs-CZ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1" dirty="0" err="1">
                  <a:solidFill>
                    <a:srgbClr val="1A2A4A"/>
                  </a:solidFill>
                  <a:latin typeface="Calibri"/>
                  <a:ea typeface="Calibri"/>
                  <a:cs typeface="Calibri"/>
                </a:rPr>
                <a:t>Psychografické</a:t>
              </a:r>
              <a:r>
                <a:rPr lang="en-US" sz="2000" b="1" dirty="0">
                  <a:solidFill>
                    <a:srgbClr val="1A2A4A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2000" b="1" dirty="0" err="1">
                  <a:solidFill>
                    <a:srgbClr val="1A2A4A"/>
                  </a:solidFill>
                  <a:latin typeface="Calibri"/>
                  <a:ea typeface="Calibri"/>
                  <a:cs typeface="Calibri"/>
                </a:rPr>
                <a:t>faktory</a:t>
              </a:r>
              <a:endParaRPr lang="en-US" sz="2000">
                <a:ea typeface="Calibri"/>
                <a:cs typeface="Calibri"/>
              </a:endParaRPr>
            </a:p>
          </p:txBody>
        </p:sp>
        <p:sp>
          <p:nvSpPr>
            <p:cNvPr id="58" name="Text 11">
              <a:extLst>
                <a:ext uri="{FF2B5EF4-FFF2-40B4-BE49-F238E27FC236}">
                  <a16:creationId xmlns:a16="http://schemas.microsoft.com/office/drawing/2014/main" id="{56117BF6-AAE7-C874-2235-1E000FD7AE27}"/>
                </a:ext>
              </a:extLst>
            </p:cNvPr>
            <p:cNvSpPr/>
            <p:nvPr/>
          </p:nvSpPr>
          <p:spPr>
            <a:xfrm>
              <a:off x="6437376" y="2805843"/>
              <a:ext cx="4695740" cy="86913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defPPr>
                <a:defRPr lang="cs-CZ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Hodnoty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,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životní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styl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,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zájmy</a:t>
              </a:r>
              <a:br>
                <a:rPr lang="en-US" dirty="0">
                  <a:ea typeface="+mn-lt"/>
                  <a:cs typeface="+mn-lt"/>
                </a:rPr>
              </a:br>
              <a:r>
                <a:rPr lang="en-US" b="1" dirty="0" err="1">
                  <a:solidFill>
                    <a:srgbClr val="334155"/>
                  </a:solidFill>
                  <a:ea typeface="+mn-lt"/>
                  <a:cs typeface="+mn-lt"/>
                </a:rPr>
                <a:t>Příklad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: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outdoorový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 </a:t>
              </a:r>
              <a:r>
                <a:rPr lang="en-US" dirty="0" err="1">
                  <a:solidFill>
                    <a:srgbClr val="334155"/>
                  </a:solidFill>
                  <a:ea typeface="+mn-lt"/>
                  <a:cs typeface="+mn-lt"/>
                </a:rPr>
                <a:t>typ</a:t>
              </a:r>
              <a:r>
                <a:rPr lang="en-US" dirty="0">
                  <a:solidFill>
                    <a:srgbClr val="334155"/>
                  </a:solidFill>
                  <a:ea typeface="+mn-lt"/>
                  <a:cs typeface="+mn-lt"/>
                </a:rPr>
                <a:t> vs. gamer</a:t>
              </a:r>
              <a:endParaRPr lang="cs-CZ" dirty="0">
                <a:ea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59" name="TextovéPole 58">
            <a:extLst>
              <a:ext uri="{FF2B5EF4-FFF2-40B4-BE49-F238E27FC236}">
                <a16:creationId xmlns:a16="http://schemas.microsoft.com/office/drawing/2014/main" id="{04AF6770-17C0-6304-62DB-79B90FBDA74D}"/>
              </a:ext>
            </a:extLst>
          </p:cNvPr>
          <p:cNvSpPr txBox="1"/>
          <p:nvPr/>
        </p:nvSpPr>
        <p:spPr>
          <a:xfrm>
            <a:off x="516193" y="5904858"/>
            <a:ext cx="1087693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2000">
                <a:ea typeface="+mn-lt"/>
                <a:cs typeface="+mn-lt"/>
              </a:rPr>
              <a:t>Pokud je reklama zadarmo, produktem jste vy jako osoba – pozornost a </a:t>
            </a:r>
            <a:r>
              <a:rPr lang="cs-CZ" sz="2000" b="1">
                <a:ea typeface="+mn-lt"/>
                <a:cs typeface="+mn-lt"/>
              </a:rPr>
              <a:t>data</a:t>
            </a:r>
            <a:endParaRPr lang="cs-CZ" sz="2000" b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6094635" y="2354512"/>
            <a:ext cx="4693920" cy="3718560"/>
          </a:xfrm>
          <a:prstGeom prst="rect">
            <a:avLst/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8" name="Text 5"/>
          <p:cNvSpPr/>
          <p:nvPr/>
        </p:nvSpPr>
        <p:spPr>
          <a:xfrm>
            <a:off x="6216555" y="2437673"/>
            <a:ext cx="49987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 dirty="0" err="1">
                <a:solidFill>
                  <a:srgbClr val="1A2A4A"/>
                </a:solidFill>
                <a:latin typeface="Calibri"/>
                <a:ea typeface="Calibri"/>
                <a:cs typeface="Calibri"/>
              </a:rPr>
              <a:t>Vizuální</a:t>
            </a:r>
            <a:r>
              <a:rPr lang="en-US" sz="2000" b="1" dirty="0">
                <a:solidFill>
                  <a:srgbClr val="1A2A4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dirty="0" err="1">
                <a:solidFill>
                  <a:srgbClr val="1A2A4A"/>
                </a:solidFill>
                <a:latin typeface="Calibri"/>
                <a:ea typeface="Calibri"/>
                <a:cs typeface="Calibri"/>
              </a:rPr>
              <a:t>manipulace</a:t>
            </a:r>
            <a:endParaRPr lang="cs-CZ" sz="2000" dirty="0" err="1">
              <a:ea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20650" y="2824177"/>
            <a:ext cx="3892341" cy="343650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334155"/>
                </a:solidFill>
                <a:ea typeface="+mn-lt"/>
                <a:cs typeface="+mn-lt"/>
              </a:rPr>
              <a:t>Retuš</a:t>
            </a:r>
            <a:r>
              <a:rPr lang="en-US" b="1" dirty="0">
                <a:solidFill>
                  <a:srgbClr val="334155"/>
                </a:solidFill>
                <a:ea typeface="+mn-lt"/>
                <a:cs typeface="+mn-lt"/>
              </a:rPr>
              <a:t> a </a:t>
            </a:r>
            <a:r>
              <a:rPr lang="en-US" b="1" dirty="0" err="1">
                <a:solidFill>
                  <a:srgbClr val="334155"/>
                </a:solidFill>
                <a:ea typeface="+mn-lt"/>
                <a:cs typeface="+mn-lt"/>
              </a:rPr>
              <a:t>filtry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–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nereálné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tělo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,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dokonalá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pleť</a:t>
            </a:r>
            <a:endParaRPr lang="cs-CZ" dirty="0" err="1"/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334155"/>
                </a:solidFill>
                <a:ea typeface="+mn-lt"/>
                <a:cs typeface="+mn-lt"/>
              </a:rPr>
              <a:t>Barvy</a:t>
            </a:r>
            <a:r>
              <a:rPr lang="en-US" b="1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b="1" dirty="0" err="1">
                <a:solidFill>
                  <a:srgbClr val="334155"/>
                </a:solidFill>
                <a:ea typeface="+mn-lt"/>
                <a:cs typeface="+mn-lt"/>
              </a:rPr>
              <a:t>záměrně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–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červená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= urgence,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modrá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=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důvěra</a:t>
            </a:r>
            <a:endParaRPr lang="en-US" dirty="0" err="1"/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334155"/>
                </a:solidFill>
                <a:ea typeface="+mn-lt"/>
                <a:cs typeface="+mn-lt"/>
              </a:rPr>
              <a:t>Velikost</a:t>
            </a:r>
            <a:r>
              <a:rPr lang="en-US" b="1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b="1" dirty="0" err="1">
                <a:solidFill>
                  <a:srgbClr val="334155"/>
                </a:solidFill>
                <a:ea typeface="+mn-lt"/>
                <a:cs typeface="+mn-lt"/>
              </a:rPr>
              <a:t>produktu</a:t>
            </a:r>
            <a:r>
              <a:rPr lang="en-US" b="1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–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vypadá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větší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lepší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než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je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Falešné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„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před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a po"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fotky</a:t>
            </a:r>
            <a:endParaRPr lang="en-US" dirty="0" err="1"/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Jídlo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ve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fotce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≠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jídlo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v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krabičce</a:t>
            </a:r>
            <a:endParaRPr lang="en-US" dirty="0" err="1"/>
          </a:p>
          <a:p>
            <a:endParaRPr lang="en-US" sz="17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036318" y="2375665"/>
            <a:ext cx="4718486" cy="3663287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1" name="Text 8"/>
          <p:cNvSpPr/>
          <p:nvPr/>
        </p:nvSpPr>
        <p:spPr>
          <a:xfrm>
            <a:off x="1220567" y="2437672"/>
            <a:ext cx="49987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 dirty="0" err="1">
                <a:solidFill>
                  <a:srgbClr val="1A2A4A"/>
                </a:solidFill>
                <a:ea typeface="Calibri"/>
                <a:cs typeface="Calibri"/>
              </a:rPr>
              <a:t>Emocionální</a:t>
            </a:r>
            <a:r>
              <a:rPr lang="en-US" sz="2000" b="1" dirty="0">
                <a:solidFill>
                  <a:srgbClr val="1A2A4A"/>
                </a:solidFill>
                <a:ea typeface="Calibri"/>
                <a:cs typeface="Calibri"/>
              </a:rPr>
              <a:t> </a:t>
            </a:r>
            <a:r>
              <a:rPr lang="en-US" sz="2000" b="1" dirty="0" err="1">
                <a:solidFill>
                  <a:srgbClr val="1A2A4A"/>
                </a:solidFill>
                <a:ea typeface="Calibri"/>
                <a:cs typeface="Calibri"/>
              </a:rPr>
              <a:t>apely</a:t>
            </a:r>
            <a:endParaRPr lang="en-US" sz="2000" b="1" dirty="0">
              <a:solidFill>
                <a:srgbClr val="1A2A4A"/>
              </a:solidFill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334524" y="3093491"/>
            <a:ext cx="4323325" cy="28962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buSzPct val="100000"/>
              <a:buFont typeface="Arial"/>
              <a:buChar char="•"/>
            </a:pPr>
            <a:r>
              <a:rPr lang="en-US" b="1" dirty="0">
                <a:solidFill>
                  <a:srgbClr val="334155"/>
                </a:solidFill>
                <a:ea typeface="+mn-lt"/>
                <a:cs typeface="+mn-lt"/>
              </a:rPr>
              <a:t>Radost a humor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–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produkt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=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dobrá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nálada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b="1" dirty="0">
                <a:solidFill>
                  <a:srgbClr val="334155"/>
                </a:solidFill>
                <a:ea typeface="+mn-lt"/>
                <a:cs typeface="+mn-lt"/>
              </a:rPr>
              <a:t>Strach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b="1" dirty="0">
                <a:solidFill>
                  <a:srgbClr val="334155"/>
                </a:solidFill>
                <a:ea typeface="+mn-lt"/>
                <a:cs typeface="+mn-lt"/>
              </a:rPr>
              <a:t>a </a:t>
            </a:r>
            <a:r>
              <a:rPr lang="en-US" b="1" dirty="0" err="1">
                <a:solidFill>
                  <a:srgbClr val="334155"/>
                </a:solidFill>
                <a:ea typeface="+mn-lt"/>
                <a:cs typeface="+mn-lt"/>
              </a:rPr>
              <a:t>úzkost</a:t>
            </a:r>
            <a:r>
              <a:rPr lang="en-US" b="1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– „bez toho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něco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ztratíš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"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b="1" dirty="0">
                <a:solidFill>
                  <a:srgbClr val="334155"/>
                </a:solidFill>
                <a:ea typeface="+mn-lt"/>
                <a:cs typeface="+mn-lt"/>
              </a:rPr>
              <a:t>FOMO 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– „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zbývají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2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kusy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/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akce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končí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dnes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"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b="1" dirty="0" err="1">
                <a:solidFill>
                  <a:srgbClr val="334155"/>
                </a:solidFill>
                <a:ea typeface="+mn-lt"/>
                <a:cs typeface="+mn-lt"/>
              </a:rPr>
              <a:t>Sounáležitost</a:t>
            </a:r>
            <a:r>
              <a:rPr lang="en-US" b="1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– „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všichni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to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mají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"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b="1" dirty="0" err="1">
                <a:solidFill>
                  <a:srgbClr val="334155"/>
                </a:solidFill>
                <a:ea typeface="+mn-lt"/>
                <a:cs typeface="+mn-lt"/>
              </a:rPr>
              <a:t>Autorita</a:t>
            </a:r>
            <a:r>
              <a:rPr lang="en-US" b="1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– </a:t>
            </a:r>
            <a:r>
              <a:rPr lang="en-US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celebrity, „</a:t>
            </a:r>
            <a:r>
              <a:rPr lang="en-US" dirty="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experti</a:t>
            </a:r>
            <a:r>
              <a:rPr lang="en-US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", </a:t>
            </a:r>
            <a:r>
              <a:rPr lang="en-US" dirty="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statistiky</a:t>
            </a:r>
            <a:endParaRPr lang="en-US" dirty="0" err="1">
              <a:ea typeface="Calibri" panose="020F0502020204030204"/>
              <a:cs typeface="Calibri" panose="020F0502020204030204"/>
            </a:endParaRPr>
          </a:p>
          <a:p>
            <a:pPr marL="456565" indent="-456565">
              <a:buSzPct val="100000"/>
              <a:buFont typeface="Arial"/>
              <a:buChar char="•"/>
            </a:pPr>
            <a:endParaRPr lang="en-US" sz="17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15" name="Nadpis 1">
            <a:extLst>
              <a:ext uri="{FF2B5EF4-FFF2-40B4-BE49-F238E27FC236}">
                <a16:creationId xmlns:a16="http://schemas.microsoft.com/office/drawing/2014/main" id="{0AE5D91D-E33D-8133-4169-3BDADE987344}"/>
              </a:ext>
            </a:extLst>
          </p:cNvPr>
          <p:cNvSpPr txBox="1">
            <a:spLocks/>
          </p:cNvSpPr>
          <p:nvPr/>
        </p:nvSpPr>
        <p:spPr>
          <a:xfrm>
            <a:off x="464024" y="724877"/>
            <a:ext cx="10058400" cy="987461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>
                <a:ea typeface="+mj-lt"/>
                <a:cs typeface="+mj-lt"/>
              </a:rPr>
              <a:t>Emocionální apely a vizuální manipulace</a:t>
            </a:r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94E0A4C4-CA9D-D25F-FED0-588AE34EBE48}"/>
              </a:ext>
            </a:extLst>
          </p:cNvPr>
          <p:cNvSpPr txBox="1"/>
          <p:nvPr/>
        </p:nvSpPr>
        <p:spPr>
          <a:xfrm>
            <a:off x="1039357" y="1747978"/>
            <a:ext cx="103537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2000">
                <a:ea typeface="+mn-lt"/>
                <a:cs typeface="+mn-lt"/>
              </a:rPr>
              <a:t>Emoce i vizuál jsou záměrně navrženy – nic není náhoda</a:t>
            </a:r>
            <a:endParaRPr lang="cs-CZ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4800" y="0"/>
            <a:ext cx="1158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45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7680" y="1749552"/>
            <a:ext cx="987552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850" dirty="0" err="1">
                <a:solidFill>
                  <a:srgbClr val="1A2A4A"/>
                </a:solidFill>
                <a:ea typeface="+mn-lt"/>
                <a:cs typeface="+mn-lt"/>
              </a:rPr>
              <a:t>Manipulace</a:t>
            </a:r>
            <a:r>
              <a:rPr lang="en-US" sz="1850" dirty="0">
                <a:solidFill>
                  <a:srgbClr val="1A2A4A"/>
                </a:solidFill>
                <a:ea typeface="+mn-lt"/>
                <a:cs typeface="+mn-lt"/>
              </a:rPr>
              <a:t>, </a:t>
            </a:r>
            <a:r>
              <a:rPr lang="en-US" sz="1850" dirty="0" err="1">
                <a:solidFill>
                  <a:srgbClr val="1A2A4A"/>
                </a:solidFill>
                <a:ea typeface="+mn-lt"/>
                <a:cs typeface="+mn-lt"/>
              </a:rPr>
              <a:t>která</a:t>
            </a:r>
            <a:r>
              <a:rPr lang="en-US" sz="1850" dirty="0">
                <a:solidFill>
                  <a:srgbClr val="1A2A4A"/>
                </a:solidFill>
                <a:ea typeface="+mn-lt"/>
                <a:cs typeface="+mn-lt"/>
              </a:rPr>
              <a:t> se za </a:t>
            </a:r>
            <a:r>
              <a:rPr lang="en-US" sz="1850" dirty="0" err="1">
                <a:solidFill>
                  <a:srgbClr val="1A2A4A"/>
                </a:solidFill>
                <a:ea typeface="+mn-lt"/>
                <a:cs typeface="+mn-lt"/>
              </a:rPr>
              <a:t>reklamu</a:t>
            </a:r>
            <a:r>
              <a:rPr lang="en-US" sz="1850" dirty="0">
                <a:solidFill>
                  <a:srgbClr val="1A2A4A"/>
                </a:solidFill>
                <a:ea typeface="+mn-lt"/>
                <a:cs typeface="+mn-lt"/>
              </a:rPr>
              <a:t> </a:t>
            </a:r>
            <a:r>
              <a:rPr lang="en-US" sz="1850" dirty="0" err="1">
                <a:solidFill>
                  <a:srgbClr val="1A2A4A"/>
                </a:solidFill>
                <a:ea typeface="+mn-lt"/>
                <a:cs typeface="+mn-lt"/>
              </a:rPr>
              <a:t>nepovažuje</a:t>
            </a:r>
            <a:r>
              <a:rPr lang="en-US" sz="1850" dirty="0">
                <a:solidFill>
                  <a:srgbClr val="1A2A4A"/>
                </a:solidFill>
                <a:ea typeface="+mn-lt"/>
                <a:cs typeface="+mn-lt"/>
              </a:rPr>
              <a:t> – </a:t>
            </a:r>
            <a:r>
              <a:rPr lang="en-US" sz="1850" dirty="0" err="1">
                <a:solidFill>
                  <a:srgbClr val="1A2A4A"/>
                </a:solidFill>
                <a:ea typeface="+mn-lt"/>
                <a:cs typeface="+mn-lt"/>
              </a:rPr>
              <a:t>nebo</a:t>
            </a:r>
            <a:r>
              <a:rPr lang="en-US" sz="1850" dirty="0">
                <a:solidFill>
                  <a:srgbClr val="1A2A4A"/>
                </a:solidFill>
                <a:ea typeface="+mn-lt"/>
                <a:cs typeface="+mn-lt"/>
              </a:rPr>
              <a:t> ji </a:t>
            </a:r>
            <a:r>
              <a:rPr lang="en-US" sz="1850" dirty="0" err="1">
                <a:solidFill>
                  <a:srgbClr val="1A2A4A"/>
                </a:solidFill>
                <a:ea typeface="+mn-lt"/>
                <a:cs typeface="+mn-lt"/>
              </a:rPr>
              <a:t>nevidíte</a:t>
            </a:r>
            <a:endParaRPr lang="cs-CZ" dirty="0" err="1"/>
          </a:p>
        </p:txBody>
      </p:sp>
      <p:sp>
        <p:nvSpPr>
          <p:cNvPr id="8" name="Shape 5"/>
          <p:cNvSpPr/>
          <p:nvPr/>
        </p:nvSpPr>
        <p:spPr>
          <a:xfrm>
            <a:off x="487680" y="2377440"/>
            <a:ext cx="359664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1" name="Text 7"/>
          <p:cNvSpPr/>
          <p:nvPr/>
        </p:nvSpPr>
        <p:spPr>
          <a:xfrm>
            <a:off x="609600" y="2534844"/>
            <a:ext cx="33528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000" b="1" dirty="0" err="1">
                <a:solidFill>
                  <a:srgbClr val="1A2A4A"/>
                </a:solidFill>
                <a:latin typeface="Calibri"/>
                <a:ea typeface="Calibri"/>
                <a:cs typeface="Calibri"/>
              </a:rPr>
              <a:t>Skrytá</a:t>
            </a:r>
            <a:r>
              <a:rPr lang="en-US" sz="2000" b="1" dirty="0">
                <a:solidFill>
                  <a:srgbClr val="1A2A4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dirty="0" err="1">
                <a:solidFill>
                  <a:srgbClr val="1A2A4A"/>
                </a:solidFill>
                <a:latin typeface="Calibri"/>
                <a:ea typeface="Calibri"/>
                <a:cs typeface="Calibri"/>
              </a:rPr>
              <a:t>reklama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09600" y="2934042"/>
            <a:ext cx="3352800" cy="26490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Placený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obsah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,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který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nevypadá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jako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reklama</a:t>
            </a:r>
            <a:endParaRPr lang="cs-CZ" dirty="0" err="1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Označení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„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Sponzorováno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"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bývá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schované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nebo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chybí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úplně</a:t>
            </a:r>
            <a:endParaRPr lang="cs-CZ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328160" y="2377440"/>
            <a:ext cx="359664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6" name="Text 11"/>
          <p:cNvSpPr/>
          <p:nvPr/>
        </p:nvSpPr>
        <p:spPr>
          <a:xfrm>
            <a:off x="4450080" y="2534844"/>
            <a:ext cx="33528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1A2A4A"/>
                </a:solidFill>
                <a:latin typeface="Calibri"/>
                <a:ea typeface="Calibri"/>
                <a:cs typeface="Calibri"/>
              </a:rPr>
              <a:t>Influencer a marketing</a:t>
            </a:r>
            <a:endParaRPr lang="cs-CZ" sz="2400">
              <a:ea typeface="Calibri"/>
              <a:cs typeface="Calibri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450080" y="2934042"/>
            <a:ext cx="3352800" cy="26490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Influencer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dostane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produkt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nebo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zaplatí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za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zmínku</a:t>
            </a:r>
            <a:endParaRPr lang="en-US">
              <a:solidFill>
                <a:srgbClr val="334155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Zákon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vyžaduje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označení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#ad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nebo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#spolupráce – ne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vždy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se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dodržuje</a:t>
            </a:r>
            <a:endParaRPr lang="en-US" dirty="0">
              <a:solidFill>
                <a:srgbClr val="334155"/>
              </a:solidFill>
              <a:ea typeface="Calibri"/>
              <a:cs typeface="Calibri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8168640" y="2377440"/>
            <a:ext cx="359664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21" name="Text 15"/>
          <p:cNvSpPr/>
          <p:nvPr/>
        </p:nvSpPr>
        <p:spPr>
          <a:xfrm>
            <a:off x="8290560" y="2534844"/>
            <a:ext cx="33528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1A2A4A"/>
                </a:solidFill>
                <a:latin typeface="Calibri"/>
                <a:ea typeface="Calibri"/>
                <a:cs typeface="Calibri"/>
              </a:rPr>
              <a:t>Dark patterns</a:t>
            </a:r>
            <a:endParaRPr lang="cs-CZ" sz="2000">
              <a:ea typeface="Calibri"/>
              <a:cs typeface="Calibri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8290560" y="2934042"/>
            <a:ext cx="3352800" cy="26490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Manipulativní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design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webu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appky</a:t>
            </a:r>
            <a:endParaRPr lang="cs-CZ" dirty="0" err="1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Příklady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:</a:t>
            </a:r>
            <a:br>
              <a:rPr lang="en-US" dirty="0">
                <a:solidFill>
                  <a:srgbClr val="334155"/>
                </a:solidFill>
                <a:ea typeface="+mn-lt"/>
                <a:cs typeface="+mn-lt"/>
              </a:rPr>
            </a:b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-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předvybrané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souhlasy</a:t>
            </a:r>
            <a:br>
              <a:rPr lang="en-US" dirty="0">
                <a:solidFill>
                  <a:srgbClr val="334155"/>
                </a:solidFill>
                <a:ea typeface="+mn-lt"/>
                <a:cs typeface="+mn-lt"/>
              </a:rPr>
            </a:b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-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tlačítko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„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Zrušit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předplatné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"</a:t>
            </a:r>
            <a:br>
              <a:rPr lang="en-US" dirty="0">
                <a:solidFill>
                  <a:srgbClr val="334155"/>
                </a:solidFill>
                <a:ea typeface="+mn-lt"/>
                <a:cs typeface="+mn-lt"/>
              </a:rPr>
            </a:b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schované</a:t>
            </a:r>
            <a:br>
              <a:rPr lang="en-US" dirty="0">
                <a:solidFill>
                  <a:srgbClr val="334155"/>
                </a:solidFill>
                <a:ea typeface="+mn-lt"/>
                <a:cs typeface="+mn-lt"/>
              </a:rPr>
            </a:b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-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časovač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„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Akce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334155"/>
                </a:solidFill>
                <a:ea typeface="+mn-lt"/>
                <a:cs typeface="+mn-lt"/>
              </a:rPr>
              <a:t>končí</a:t>
            </a: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za</a:t>
            </a:r>
            <a:br>
              <a:rPr lang="en-US" dirty="0">
                <a:solidFill>
                  <a:srgbClr val="334155"/>
                </a:solidFill>
                <a:ea typeface="+mn-lt"/>
                <a:cs typeface="+mn-lt"/>
              </a:rPr>
            </a:br>
            <a:r>
              <a:rPr lang="en-US" dirty="0">
                <a:solidFill>
                  <a:srgbClr val="334155"/>
                </a:solidFill>
                <a:ea typeface="+mn-lt"/>
                <a:cs typeface="+mn-lt"/>
              </a:rPr>
              <a:t>  00:03:00"</a:t>
            </a:r>
            <a:endParaRPr lang="en-US" dirty="0">
              <a:solidFill>
                <a:srgbClr val="334155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50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25" name="Nadpis 1">
            <a:extLst>
              <a:ext uri="{FF2B5EF4-FFF2-40B4-BE49-F238E27FC236}">
                <a16:creationId xmlns:a16="http://schemas.microsoft.com/office/drawing/2014/main" id="{C3DAB9BB-51A9-81C6-CBB0-5122C0FBC0EF}"/>
              </a:ext>
            </a:extLst>
          </p:cNvPr>
          <p:cNvSpPr txBox="1">
            <a:spLocks/>
          </p:cNvSpPr>
          <p:nvPr/>
        </p:nvSpPr>
        <p:spPr>
          <a:xfrm>
            <a:off x="306847" y="792253"/>
            <a:ext cx="10831773" cy="1027266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>
                <a:ea typeface="+mj-lt"/>
                <a:cs typeface="+mj-lt"/>
              </a:rPr>
              <a:t>Skrytá reklama a dark patterns</a:t>
            </a:r>
            <a:endParaRPr lang="cs-CZ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0D62D5D7-80F6-07A8-A3B7-54C3B5706446}"/>
              </a:ext>
            </a:extLst>
          </p:cNvPr>
          <p:cNvSpPr/>
          <p:nvPr/>
        </p:nvSpPr>
        <p:spPr>
          <a:xfrm>
            <a:off x="487680" y="5667597"/>
            <a:ext cx="987552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850" dirty="0">
                <a:solidFill>
                  <a:srgbClr val="FF0000"/>
                </a:solidFill>
                <a:ea typeface="+mn-lt"/>
                <a:cs typeface="+mn-lt"/>
              </a:rPr>
              <a:t>Dark patterns  </a:t>
            </a:r>
            <a:r>
              <a:rPr lang="en-US" sz="1850" dirty="0" err="1">
                <a:solidFill>
                  <a:srgbClr val="FF0000"/>
                </a:solidFill>
                <a:ea typeface="+mn-lt"/>
                <a:cs typeface="+mn-lt"/>
              </a:rPr>
              <a:t>tvářící</a:t>
            </a:r>
            <a:r>
              <a:rPr lang="en-US" sz="1850" dirty="0">
                <a:solidFill>
                  <a:srgbClr val="FF0000"/>
                </a:solidFill>
                <a:ea typeface="+mn-lt"/>
                <a:cs typeface="+mn-lt"/>
              </a:rPr>
              <a:t> se </a:t>
            </a:r>
            <a:r>
              <a:rPr lang="en-US" sz="1850" dirty="0" err="1">
                <a:solidFill>
                  <a:srgbClr val="FF0000"/>
                </a:solidFill>
                <a:ea typeface="+mn-lt"/>
                <a:cs typeface="+mn-lt"/>
              </a:rPr>
              <a:t>nevinně</a:t>
            </a:r>
            <a:r>
              <a:rPr lang="en-US" sz="1850" dirty="0">
                <a:solidFill>
                  <a:srgbClr val="FF0000"/>
                </a:solidFill>
                <a:ea typeface="+mn-lt"/>
                <a:cs typeface="+mn-lt"/>
              </a:rPr>
              <a:t> – </a:t>
            </a:r>
            <a:r>
              <a:rPr lang="en-US" sz="1850" dirty="0" err="1">
                <a:solidFill>
                  <a:srgbClr val="FF0000"/>
                </a:solidFill>
                <a:ea typeface="+mn-lt"/>
                <a:cs typeface="+mn-lt"/>
              </a:rPr>
              <a:t>nejde</a:t>
            </a:r>
            <a:r>
              <a:rPr lang="en-US" sz="1850" dirty="0">
                <a:solidFill>
                  <a:srgbClr val="FF0000"/>
                </a:solidFill>
                <a:ea typeface="+mn-lt"/>
                <a:cs typeface="+mn-lt"/>
              </a:rPr>
              <a:t> o </a:t>
            </a:r>
            <a:r>
              <a:rPr lang="en-US" sz="1850" dirty="0" err="1">
                <a:solidFill>
                  <a:srgbClr val="FF0000"/>
                </a:solidFill>
                <a:ea typeface="+mn-lt"/>
                <a:cs typeface="+mn-lt"/>
              </a:rPr>
              <a:t>chybu</a:t>
            </a:r>
            <a:r>
              <a:rPr lang="en-US" sz="1850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sz="1850" dirty="0" err="1">
                <a:solidFill>
                  <a:srgbClr val="FF0000"/>
                </a:solidFill>
                <a:ea typeface="+mn-lt"/>
                <a:cs typeface="+mn-lt"/>
              </a:rPr>
              <a:t>designu</a:t>
            </a:r>
            <a:r>
              <a:rPr lang="en-US" sz="1850" dirty="0">
                <a:solidFill>
                  <a:srgbClr val="FF0000"/>
                </a:solidFill>
                <a:ea typeface="+mn-lt"/>
                <a:cs typeface="+mn-lt"/>
              </a:rPr>
              <a:t>, </a:t>
            </a:r>
            <a:r>
              <a:rPr lang="en-US" sz="1850" dirty="0" err="1">
                <a:solidFill>
                  <a:srgbClr val="FF0000"/>
                </a:solidFill>
                <a:ea typeface="+mn-lt"/>
                <a:cs typeface="+mn-lt"/>
              </a:rPr>
              <a:t>jde</a:t>
            </a:r>
            <a:r>
              <a:rPr lang="en-US" sz="1850" dirty="0">
                <a:solidFill>
                  <a:srgbClr val="FF0000"/>
                </a:solidFill>
                <a:ea typeface="+mn-lt"/>
                <a:cs typeface="+mn-lt"/>
              </a:rPr>
              <a:t> o </a:t>
            </a:r>
            <a:r>
              <a:rPr lang="en-US" sz="1850" dirty="0" err="1">
                <a:solidFill>
                  <a:srgbClr val="FF0000"/>
                </a:solidFill>
                <a:ea typeface="+mn-lt"/>
                <a:cs typeface="+mn-lt"/>
              </a:rPr>
              <a:t>záměr</a:t>
            </a:r>
            <a:r>
              <a:rPr lang="en-US" sz="1850" dirty="0">
                <a:solidFill>
                  <a:srgbClr val="FF0000"/>
                </a:solidFill>
                <a:ea typeface="+mn-lt"/>
                <a:cs typeface="+mn-lt"/>
              </a:rPr>
              <a:t>.</a:t>
            </a:r>
            <a:endParaRPr lang="cs-CZ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34E0F6F9-2B9C-DBD4-243A-C12BFF4BACD7}"/>
              </a:ext>
            </a:extLst>
          </p:cNvPr>
          <p:cNvSpPr/>
          <p:nvPr/>
        </p:nvSpPr>
        <p:spPr>
          <a:xfrm>
            <a:off x="486109" y="2379553"/>
            <a:ext cx="3603082" cy="17738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C643195D-CA1B-396B-8195-A63CC28F7102}"/>
              </a:ext>
            </a:extLst>
          </p:cNvPr>
          <p:cNvSpPr/>
          <p:nvPr/>
        </p:nvSpPr>
        <p:spPr>
          <a:xfrm>
            <a:off x="4330228" y="2379553"/>
            <a:ext cx="3603082" cy="17738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6099126-0D8C-9876-922E-00235D415761}"/>
              </a:ext>
            </a:extLst>
          </p:cNvPr>
          <p:cNvSpPr/>
          <p:nvPr/>
        </p:nvSpPr>
        <p:spPr>
          <a:xfrm>
            <a:off x="8162974" y="2379553"/>
            <a:ext cx="3603082" cy="17738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609600" y="1463040"/>
            <a:ext cx="10972800" cy="3090672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67840"/>
            <a:ext cx="609600" cy="609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67840" y="1645920"/>
            <a:ext cx="9387840" cy="1097280"/>
          </a:xfrm>
          <a:prstGeom prst="rect">
            <a:avLst/>
          </a:prstGeom>
          <a:noFill/>
          <a:ln/>
        </p:spPr>
        <p:txBody>
          <a:bodyPr lIns="91440" tIns="45720" rIns="91440" bIns="45720" anchor="t">
            <a:normAutofit/>
          </a:bodyPr>
          <a:lstStyle/>
          <a:p>
            <a:r>
              <a:rPr lang="cs-CZ">
                <a:ea typeface="+mn-lt"/>
                <a:cs typeface="+mn-lt"/>
              </a:rPr>
              <a:t>Úloha (ve dvojicích, 20 minut): každá dvojice dostane jinou reklamu a analyzuje ji podle zadaných otázek.</a:t>
            </a:r>
            <a:endParaRPr lang="cs-CZ"/>
          </a:p>
          <a:p>
            <a:endParaRPr lang="cs-CZ" dirty="0"/>
          </a:p>
        </p:txBody>
      </p:sp>
      <p:sp>
        <p:nvSpPr>
          <p:cNvPr id="9" name="Text 6"/>
          <p:cNvSpPr/>
          <p:nvPr/>
        </p:nvSpPr>
        <p:spPr>
          <a:xfrm>
            <a:off x="914400" y="2562140"/>
            <a:ext cx="10363200" cy="1586142"/>
          </a:xfrm>
          <a:prstGeom prst="rect">
            <a:avLst/>
          </a:prstGeom>
          <a:noFill/>
          <a:ln/>
        </p:spPr>
        <p:txBody>
          <a:bodyPr lIns="91440" tIns="45720" rIns="91440" bIns="4572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cs-CZ">
                <a:ea typeface="+mn-lt"/>
                <a:cs typeface="+mn-lt"/>
              </a:rPr>
              <a:t>Kdo je cílová skupina? Podle čeho to poznáte?</a:t>
            </a:r>
            <a:endParaRPr lang="cs-CZ"/>
          </a:p>
          <a:p>
            <a:pPr marL="285750" indent="-285750">
              <a:buFont typeface="Arial"/>
              <a:buChar char="•"/>
            </a:pPr>
            <a:r>
              <a:rPr lang="cs-CZ">
                <a:ea typeface="+mn-lt"/>
                <a:cs typeface="+mn-lt"/>
              </a:rPr>
              <a:t>Jaké techniky manipulace vidíte? (min. 2 – pojmenujte je)</a:t>
            </a:r>
            <a:endParaRPr lang="cs-CZ"/>
          </a:p>
          <a:p>
            <a:pPr marL="285750" indent="-285750">
              <a:buFont typeface="Arial"/>
              <a:buChar char="•"/>
            </a:pPr>
            <a:r>
              <a:rPr lang="cs-CZ">
                <a:ea typeface="+mn-lt"/>
                <a:cs typeface="+mn-lt"/>
              </a:rPr>
              <a:t>Co reklama říká přímo vs. co jen naznačuje?</a:t>
            </a:r>
            <a:endParaRPr lang="cs-CZ"/>
          </a:p>
          <a:p>
            <a:pPr marL="285750" indent="-285750">
              <a:buFont typeface="Arial"/>
              <a:buChar char="•"/>
            </a:pPr>
            <a:r>
              <a:rPr lang="cs-CZ">
                <a:ea typeface="+mn-lt"/>
                <a:cs typeface="+mn-lt"/>
              </a:rPr>
              <a:t>Je něco zavádějícího nebo nepravdivého?</a:t>
            </a:r>
            <a:endParaRPr lang="cs-CZ"/>
          </a:p>
          <a:p>
            <a:pPr marL="285750" indent="-285750">
              <a:buFont typeface="Arial"/>
              <a:buChar char="•"/>
            </a:pPr>
            <a:r>
              <a:rPr lang="cs-CZ">
                <a:ea typeface="+mn-lt"/>
                <a:cs typeface="+mn-lt"/>
              </a:rPr>
              <a:t>Kde by se tato reklama mohla zobrazovat? Proč tam?</a:t>
            </a:r>
          </a:p>
          <a:p>
            <a:endParaRPr lang="cs-CZ" dirty="0">
              <a:ea typeface="Calibri"/>
              <a:cs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487680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262290AE-5D8F-0572-0A29-D4E9EEC987F4}"/>
              </a:ext>
            </a:extLst>
          </p:cNvPr>
          <p:cNvSpPr txBox="1">
            <a:spLocks/>
          </p:cNvSpPr>
          <p:nvPr/>
        </p:nvSpPr>
        <p:spPr>
          <a:xfrm>
            <a:off x="609600" y="533537"/>
            <a:ext cx="10058400" cy="987461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/>
              <a:t>Analýza reklamy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1D9BEE46-6910-1AB7-4EFE-8BAC034BCEDD}"/>
              </a:ext>
            </a:extLst>
          </p:cNvPr>
          <p:cNvSpPr txBox="1"/>
          <p:nvPr/>
        </p:nvSpPr>
        <p:spPr>
          <a:xfrm>
            <a:off x="609600" y="4791410"/>
            <a:ext cx="10972800" cy="1384995"/>
          </a:xfrm>
          <a:prstGeom prst="rect">
            <a:avLst/>
          </a:prstGeom>
          <a:noFill/>
        </p:spPr>
        <p:txBody>
          <a:bodyPr lIns="91440" tIns="45720" rIns="91440" bIns="45720" anchor="t">
            <a:normAutofit/>
          </a:bodyPr>
          <a:lstStyle/>
          <a:p>
            <a:r>
              <a:rPr lang="cs-CZ" b="1" dirty="0"/>
              <a:t>Bonus:</a:t>
            </a:r>
          </a:p>
          <a:p>
            <a:r>
              <a:rPr lang="cs-CZ">
                <a:ea typeface="+mn-lt"/>
                <a:cs typeface="+mn-lt"/>
              </a:rPr>
              <a:t>Podívejte se, jestli je reklama označená jako placená. Najdete to?</a:t>
            </a:r>
          </a:p>
          <a:p>
            <a:endParaRPr lang="cs-CZ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C3DA7-BD89-F184-CE17-51B69B4A9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5BACDC76-0DC9-2D51-237B-25AEAF7D5D7D}"/>
              </a:ext>
            </a:extLst>
          </p:cNvPr>
          <p:cNvSpPr/>
          <p:nvPr/>
        </p:nvSpPr>
        <p:spPr>
          <a:xfrm>
            <a:off x="609600" y="1463040"/>
            <a:ext cx="10972800" cy="3090672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4AD448F9-6AC8-C367-A260-7F7E0155E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67840"/>
            <a:ext cx="609600" cy="60960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E1CEAB05-5789-7D0C-3374-33480DE6019A}"/>
              </a:ext>
            </a:extLst>
          </p:cNvPr>
          <p:cNvSpPr/>
          <p:nvPr/>
        </p:nvSpPr>
        <p:spPr>
          <a:xfrm>
            <a:off x="914400" y="2562140"/>
            <a:ext cx="10363200" cy="1586142"/>
          </a:xfrm>
          <a:prstGeom prst="rect">
            <a:avLst/>
          </a:prstGeom>
          <a:noFill/>
          <a:ln/>
        </p:spPr>
        <p:txBody>
          <a:bodyPr lIns="91440" tIns="45720" rIns="91440" bIns="45720" anchor="t">
            <a:normAutofit/>
          </a:bodyPr>
          <a:lstStyle/>
          <a:p>
            <a:r>
              <a:rPr lang="cs-CZ">
                <a:ea typeface="+mn-lt"/>
                <a:cs typeface="+mn-lt"/>
              </a:rPr>
              <a:t>a) Která reklama byla nejmanipulativnější? Proč?</a:t>
            </a:r>
            <a:endParaRPr lang="cs-CZ"/>
          </a:p>
          <a:p>
            <a:r>
              <a:rPr lang="cs-CZ">
                <a:ea typeface="+mn-lt"/>
                <a:cs typeface="+mn-lt"/>
              </a:rPr>
              <a:t>b) Změnilo by označení „toto je reklama" váš pohled na ni?</a:t>
            </a:r>
          </a:p>
          <a:p>
            <a:r>
              <a:rPr lang="cs-CZ">
                <a:ea typeface="+mn-lt"/>
                <a:cs typeface="+mn-lt"/>
              </a:rPr>
              <a:t>c) Kde jste se s podobnou reklamou setkali minulý týden?</a:t>
            </a:r>
          </a:p>
          <a:p>
            <a:pPr marL="285750" indent="-285750">
              <a:buFont typeface="Arial"/>
              <a:buChar char="•"/>
            </a:pPr>
            <a:endParaRPr lang="cs-CZ" dirty="0">
              <a:ea typeface="Calibri"/>
              <a:cs typeface="Calibri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D0E9A63-1A4E-A826-8E37-844CAF1D44E4}"/>
              </a:ext>
            </a:extLst>
          </p:cNvPr>
          <p:cNvSpPr/>
          <p:nvPr/>
        </p:nvSpPr>
        <p:spPr>
          <a:xfrm>
            <a:off x="914400" y="487680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56E2EE5-E6A0-1A2F-3063-78052F63CDE1}"/>
              </a:ext>
            </a:extLst>
          </p:cNvPr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BF3A1774-35C5-C8E7-D76E-7C8BE2539765}"/>
              </a:ext>
            </a:extLst>
          </p:cNvPr>
          <p:cNvSpPr txBox="1">
            <a:spLocks/>
          </p:cNvSpPr>
          <p:nvPr/>
        </p:nvSpPr>
        <p:spPr>
          <a:xfrm>
            <a:off x="609600" y="533537"/>
            <a:ext cx="10058400" cy="987461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>
                <a:ea typeface="+mj-lt"/>
                <a:cs typeface="+mj-lt"/>
              </a:rPr>
              <a:t>K zamyšlení (diskuze po cvičení)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93374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21163-372C-1259-449E-74E910132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8DB14FA9-5F43-97BD-676B-9A5E05DFC29C}"/>
              </a:ext>
            </a:extLst>
          </p:cNvPr>
          <p:cNvSpPr/>
          <p:nvPr/>
        </p:nvSpPr>
        <p:spPr>
          <a:xfrm>
            <a:off x="609600" y="1463040"/>
            <a:ext cx="10972800" cy="3090672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80D8CF9D-6FDC-7B63-88C2-016B13586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67840"/>
            <a:ext cx="609600" cy="60960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EA19AE10-783C-980F-442C-61303A2D55A1}"/>
              </a:ext>
            </a:extLst>
          </p:cNvPr>
          <p:cNvSpPr/>
          <p:nvPr/>
        </p:nvSpPr>
        <p:spPr>
          <a:xfrm>
            <a:off x="1767840" y="1645920"/>
            <a:ext cx="9387840" cy="1097280"/>
          </a:xfrm>
          <a:prstGeom prst="rect">
            <a:avLst/>
          </a:prstGeom>
          <a:noFill/>
          <a:ln/>
        </p:spPr>
        <p:txBody>
          <a:bodyPr lIns="91440" tIns="45720" rIns="91440" bIns="45720" anchor="t">
            <a:normAutofit/>
          </a:bodyPr>
          <a:lstStyle/>
          <a:p>
            <a:r>
              <a:rPr lang="cs-CZ">
                <a:ea typeface="+mn-lt"/>
                <a:cs typeface="+mn-lt"/>
              </a:rPr>
              <a:t>Vytvořte reklamní vizuál na naši školu v Canva. Vyberte si cílovou skupinu: </a:t>
            </a:r>
            <a:r>
              <a:rPr lang="cs-CZ" b="1">
                <a:ea typeface="+mn-lt"/>
                <a:cs typeface="+mn-lt"/>
              </a:rPr>
              <a:t>A) Rodiče</a:t>
            </a:r>
            <a:r>
              <a:rPr lang="cs-CZ">
                <a:ea typeface="+mn-lt"/>
                <a:cs typeface="+mn-lt"/>
              </a:rPr>
              <a:t> nebo </a:t>
            </a:r>
            <a:r>
              <a:rPr lang="cs-CZ" b="1">
                <a:ea typeface="+mn-lt"/>
                <a:cs typeface="+mn-lt"/>
              </a:rPr>
              <a:t>B) Uchazeči o studium</a:t>
            </a:r>
            <a:endParaRPr lang="cs-CZ"/>
          </a:p>
          <a:p>
            <a:endParaRPr lang="cs-CZ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F61EA64-F1E7-A73C-94B2-4F18717E2FF6}"/>
              </a:ext>
            </a:extLst>
          </p:cNvPr>
          <p:cNvSpPr/>
          <p:nvPr/>
        </p:nvSpPr>
        <p:spPr>
          <a:xfrm>
            <a:off x="914400" y="2562140"/>
            <a:ext cx="10363200" cy="1586142"/>
          </a:xfrm>
          <a:prstGeom prst="rect">
            <a:avLst/>
          </a:prstGeom>
          <a:noFill/>
          <a:ln/>
        </p:spPr>
        <p:txBody>
          <a:bodyPr lIns="91440" tIns="45720" rIns="91440" bIns="4572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cs-CZ">
                <a:ea typeface="+mn-lt"/>
                <a:cs typeface="+mn-lt"/>
              </a:rPr>
              <a:t>Rozhodněte se pro cílovou skupinu – co ji zajímá, čeho se bojí, co chce slyšet?</a:t>
            </a:r>
          </a:p>
          <a:p>
            <a:pPr marL="285750" indent="-285750">
              <a:buFont typeface="Arial"/>
              <a:buChar char="•"/>
            </a:pPr>
            <a:r>
              <a:rPr lang="cs-CZ">
                <a:ea typeface="+mn-lt"/>
                <a:cs typeface="+mn-lt"/>
              </a:rPr>
              <a:t>Vyberte záměrně alespoň 2 manipulativní techniky z dnešní hodiny a použijte je</a:t>
            </a:r>
            <a:endParaRPr lang="cs-CZ"/>
          </a:p>
          <a:p>
            <a:pPr marL="285750" indent="-285750">
              <a:buFont typeface="Arial"/>
              <a:buChar char="•"/>
            </a:pPr>
            <a:r>
              <a:rPr lang="cs-CZ">
                <a:ea typeface="+mn-lt"/>
                <a:cs typeface="+mn-lt"/>
              </a:rPr>
              <a:t>Navrhněte vizuál v Canva (formát: Instagram post)</a:t>
            </a:r>
            <a:endParaRPr lang="cs-CZ"/>
          </a:p>
          <a:p>
            <a:pPr marL="285750" indent="-285750">
              <a:buFont typeface="Arial"/>
              <a:buChar char="•"/>
            </a:pPr>
            <a:r>
              <a:rPr lang="cs-CZ">
                <a:ea typeface="+mn-lt"/>
                <a:cs typeface="+mn-lt"/>
              </a:rPr>
              <a:t>K vizuálu napište krátký komentář: jaké techniky jste použili a proč</a:t>
            </a:r>
            <a:endParaRPr lang="cs-CZ"/>
          </a:p>
          <a:p>
            <a:pPr marL="285750" indent="-285750">
              <a:buFont typeface="Arial"/>
              <a:buChar char="•"/>
            </a:pPr>
            <a:r>
              <a:rPr lang="cs-CZ">
                <a:ea typeface="+mn-lt"/>
                <a:cs typeface="+mn-lt"/>
              </a:rPr>
              <a:t>Odevzdejte odkaz na Canva nebo exportujte jako PDF/PNG</a:t>
            </a:r>
            <a:endParaRPr lang="cs-CZ"/>
          </a:p>
          <a:p>
            <a:pPr marL="285750" indent="-285750">
              <a:buFont typeface="Arial"/>
              <a:buChar char="•"/>
            </a:pPr>
            <a:endParaRPr lang="cs-CZ" dirty="0">
              <a:ea typeface="Calibri"/>
              <a:cs typeface="Calibri"/>
            </a:endParaRPr>
          </a:p>
          <a:p>
            <a:endParaRPr lang="cs-CZ" dirty="0">
              <a:ea typeface="Calibri"/>
              <a:cs typeface="Calibri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8BCEF50-4077-FEB9-4C39-3CEA37190589}"/>
              </a:ext>
            </a:extLst>
          </p:cNvPr>
          <p:cNvSpPr/>
          <p:nvPr/>
        </p:nvSpPr>
        <p:spPr>
          <a:xfrm>
            <a:off x="914400" y="487680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3BE82B5-33A7-7315-B47A-D7682286BFBE}"/>
              </a:ext>
            </a:extLst>
          </p:cNvPr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1E42010C-B74D-A375-23F7-7FC9AB49B69C}"/>
              </a:ext>
            </a:extLst>
          </p:cNvPr>
          <p:cNvSpPr txBox="1">
            <a:spLocks/>
          </p:cNvSpPr>
          <p:nvPr/>
        </p:nvSpPr>
        <p:spPr>
          <a:xfrm>
            <a:off x="609600" y="533537"/>
            <a:ext cx="10058400" cy="987461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/>
              <a:t>Reklama na školu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1AA33DE4-DD95-5941-C52A-95DA6A42A17F}"/>
              </a:ext>
            </a:extLst>
          </p:cNvPr>
          <p:cNvSpPr txBox="1"/>
          <p:nvPr/>
        </p:nvSpPr>
        <p:spPr>
          <a:xfrm>
            <a:off x="609600" y="4791410"/>
            <a:ext cx="10972800" cy="651428"/>
          </a:xfrm>
          <a:prstGeom prst="rect">
            <a:avLst/>
          </a:prstGeom>
          <a:noFill/>
        </p:spPr>
        <p:txBody>
          <a:bodyPr lIns="91440" tIns="45720" rIns="91440" bIns="45720" anchor="t">
            <a:normAutofit/>
          </a:bodyPr>
          <a:lstStyle/>
          <a:p>
            <a:r>
              <a:rPr lang="cs-CZ" b="1" dirty="0"/>
              <a:t>Bonus:</a:t>
            </a:r>
          </a:p>
          <a:p>
            <a:r>
              <a:rPr lang="cs-CZ">
                <a:ea typeface="+mn-lt"/>
                <a:cs typeface="+mn-lt"/>
              </a:rPr>
              <a:t>Zkuste schovat označení „reklama" tak, aby nebylo na první pohled vidět – jako to dělají influenceři.</a:t>
            </a:r>
          </a:p>
          <a:p>
            <a:endParaRPr lang="cs-CZ" dirty="0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006E3DB3-A855-8561-AEF0-89BDB6246F4B}"/>
              </a:ext>
            </a:extLst>
          </p:cNvPr>
          <p:cNvSpPr txBox="1"/>
          <p:nvPr/>
        </p:nvSpPr>
        <p:spPr>
          <a:xfrm>
            <a:off x="609600" y="5604589"/>
            <a:ext cx="10972800" cy="651428"/>
          </a:xfrm>
          <a:prstGeom prst="rect">
            <a:avLst/>
          </a:prstGeom>
          <a:noFill/>
        </p:spPr>
        <p:txBody>
          <a:bodyPr lIns="91440" tIns="45720" rIns="91440" bIns="45720" anchor="t">
            <a:normAutofit/>
          </a:bodyPr>
          <a:lstStyle/>
          <a:p>
            <a:r>
              <a:rPr lang="cs-CZ">
                <a:ea typeface="+mn-lt"/>
                <a:cs typeface="+mn-lt"/>
              </a:rPr>
              <a:t>Cíl není vytvořit poctivou reklamu – cíl je pochopit, jak manipulace funguje zevnitř.</a:t>
            </a:r>
            <a:endParaRPr lang="cs-CZ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0503409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22C7D1-EE9E-4242-B577-CD53C439A6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F52871-FF00-4D4A-8396-DA8C6A507140}">
  <ds:schemaRefs>
    <ds:schemaRef ds:uri="3eb61919-e7f8-4a11-8db4-9145fbd21da9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09a37b55-a4d7-45bd-a73f-33c2b1d41898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F41FF83-82FF-4DBC-83E0-E7855E7067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810</Words>
  <Application>Microsoft Office PowerPoint</Application>
  <PresentationFormat>Širokoúhlá obrazovka</PresentationFormat>
  <Paragraphs>130</Paragraphs>
  <Slides>9</Slides>
  <Notes>8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0" baseType="lpstr">
      <vt:lpstr>Retrospect</vt:lpstr>
      <vt:lpstr>Reklama a manipulace v médiích</vt:lpstr>
      <vt:lpstr>Na úvod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</dc:title>
  <dc:creator>Sládeček David</dc:creator>
  <cp:lastModifiedBy>Sládeček David</cp:lastModifiedBy>
  <cp:revision>790</cp:revision>
  <dcterms:created xsi:type="dcterms:W3CDTF">2025-10-12T16:48:06Z</dcterms:created>
  <dcterms:modified xsi:type="dcterms:W3CDTF">2026-03-29T15:02:01Z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  <property fmtid="{D5CDD505-2E9C-101B-9397-08002B2CF9AE}" pid="4" name="Order">
    <vt:r8>3700</vt:r8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xd_Signature">
    <vt:bool>false</vt:bool>
  </property>
</Properties>
</file>