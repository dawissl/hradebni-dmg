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7"/>
  </p:notesMasterIdLst>
  <p:sldIdLst>
    <p:sldId id="256" r:id="rId5"/>
    <p:sldId id="264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7C6A23-5C64-4EBD-8485-D1FBD362CBC0}" v="2" dt="2026-05-14T08:35:01.7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větlý styl 2 – zvýraznění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3F7C6A23-5C64-4EBD-8485-D1FBD362CBC0}"/>
    <pc:docChg chg="modSld">
      <pc:chgData name="Sládeček David" userId="S::sladecek@hradebni.cz::474d93f0-3a32-49cc-b837-47806091b590" providerId="AD" clId="Web-{3F7C6A23-5C64-4EBD-8485-D1FBD362CBC0}" dt="2026-05-14T08:35:08.842" v="3"/>
      <pc:docMkLst>
        <pc:docMk/>
      </pc:docMkLst>
      <pc:sldChg chg="modSp">
        <pc:chgData name="Sládeček David" userId="S::sladecek@hradebni.cz::474d93f0-3a32-49cc-b837-47806091b590" providerId="AD" clId="Web-{3F7C6A23-5C64-4EBD-8485-D1FBD362CBC0}" dt="2026-05-14T08:34:43.637" v="0" actId="14100"/>
        <pc:sldMkLst>
          <pc:docMk/>
          <pc:sldMk cId="3094371274" sldId="260"/>
        </pc:sldMkLst>
        <pc:spChg chg="mod">
          <ac:chgData name="Sládeček David" userId="S::sladecek@hradebni.cz::474d93f0-3a32-49cc-b837-47806091b590" providerId="AD" clId="Web-{3F7C6A23-5C64-4EBD-8485-D1FBD362CBC0}" dt="2026-05-14T08:34:43.637" v="0" actId="14100"/>
          <ac:spMkLst>
            <pc:docMk/>
            <pc:sldMk cId="3094371274" sldId="260"/>
            <ac:spMk id="6" creationId="{CEAC1105-5119-B27E-251D-B39D5561934F}"/>
          </ac:spMkLst>
        </pc:spChg>
      </pc:sldChg>
      <pc:sldChg chg="addSp modSp mod setBg">
        <pc:chgData name="Sládeček David" userId="S::sladecek@hradebni.cz::474d93f0-3a32-49cc-b837-47806091b590" providerId="AD" clId="Web-{3F7C6A23-5C64-4EBD-8485-D1FBD362CBC0}" dt="2026-05-14T08:34:51.216" v="1"/>
        <pc:sldMkLst>
          <pc:docMk/>
          <pc:sldMk cId="1310940280" sldId="265"/>
        </pc:sldMkLst>
        <pc:spChg chg="mod">
          <ac:chgData name="Sládeček David" userId="S::sladecek@hradebni.cz::474d93f0-3a32-49cc-b837-47806091b590" providerId="AD" clId="Web-{3F7C6A23-5C64-4EBD-8485-D1FBD362CBC0}" dt="2026-05-14T08:34:51.216" v="1"/>
          <ac:spMkLst>
            <pc:docMk/>
            <pc:sldMk cId="1310940280" sldId="265"/>
            <ac:spMk id="7" creationId="{00000000-0000-0000-0000-000000000000}"/>
          </ac:spMkLst>
        </pc:spChg>
        <pc:spChg chg="mod ord">
          <ac:chgData name="Sládeček David" userId="S::sladecek@hradebni.cz::474d93f0-3a32-49cc-b837-47806091b590" providerId="AD" clId="Web-{3F7C6A23-5C64-4EBD-8485-D1FBD362CBC0}" dt="2026-05-14T08:34:51.216" v="1"/>
          <ac:spMkLst>
            <pc:docMk/>
            <pc:sldMk cId="1310940280" sldId="265"/>
            <ac:spMk id="8" creationId="{00000000-0000-0000-0000-000000000000}"/>
          </ac:spMkLst>
        </pc:spChg>
        <pc:spChg chg="add">
          <ac:chgData name="Sládeček David" userId="S::sladecek@hradebni.cz::474d93f0-3a32-49cc-b837-47806091b590" providerId="AD" clId="Web-{3F7C6A23-5C64-4EBD-8485-D1FBD362CBC0}" dt="2026-05-14T08:34:51.216" v="1"/>
          <ac:spMkLst>
            <pc:docMk/>
            <pc:sldMk cId="1310940280" sldId="265"/>
            <ac:spMk id="15" creationId="{52ABB703-2B0E-4C3B-B4A2-F3973548E561}"/>
          </ac:spMkLst>
        </pc:spChg>
        <pc:spChg chg="add">
          <ac:chgData name="Sládeček David" userId="S::sladecek@hradebni.cz::474d93f0-3a32-49cc-b837-47806091b590" providerId="AD" clId="Web-{3F7C6A23-5C64-4EBD-8485-D1FBD362CBC0}" dt="2026-05-14T08:34:51.216" v="1"/>
          <ac:spMkLst>
            <pc:docMk/>
            <pc:sldMk cId="1310940280" sldId="265"/>
            <ac:spMk id="19" creationId="{E95DA498-D9A2-4DA9-B9DA-B3776E08CF7E}"/>
          </ac:spMkLst>
        </pc:spChg>
        <pc:spChg chg="add">
          <ac:chgData name="Sládeček David" userId="S::sladecek@hradebni.cz::474d93f0-3a32-49cc-b837-47806091b590" providerId="AD" clId="Web-{3F7C6A23-5C64-4EBD-8485-D1FBD362CBC0}" dt="2026-05-14T08:34:51.216" v="1"/>
          <ac:spMkLst>
            <pc:docMk/>
            <pc:sldMk cId="1310940280" sldId="265"/>
            <ac:spMk id="21" creationId="{82A73093-4B9D-420D-B17E-52293703A1D4}"/>
          </ac:spMkLst>
        </pc:spChg>
        <pc:picChg chg="mod">
          <ac:chgData name="Sládeček David" userId="S::sladecek@hradebni.cz::474d93f0-3a32-49cc-b837-47806091b590" providerId="AD" clId="Web-{3F7C6A23-5C64-4EBD-8485-D1FBD362CBC0}" dt="2026-05-14T08:34:51.216" v="1"/>
          <ac:picMkLst>
            <pc:docMk/>
            <pc:sldMk cId="1310940280" sldId="265"/>
            <ac:picMk id="10" creationId="{00000000-0000-0000-0000-000000000000}"/>
          </ac:picMkLst>
        </pc:picChg>
        <pc:cxnChg chg="add">
          <ac:chgData name="Sládeček David" userId="S::sladecek@hradebni.cz::474d93f0-3a32-49cc-b837-47806091b590" providerId="AD" clId="Web-{3F7C6A23-5C64-4EBD-8485-D1FBD362CBC0}" dt="2026-05-14T08:34:51.216" v="1"/>
          <ac:cxnSpMkLst>
            <pc:docMk/>
            <pc:sldMk cId="1310940280" sldId="265"/>
            <ac:cxnSpMk id="17" creationId="{9C21570E-E159-49A6-9891-FA397B7A92D3}"/>
          </ac:cxnSpMkLst>
        </pc:cxnChg>
      </pc:sldChg>
      <pc:sldChg chg="addSp delSp">
        <pc:chgData name="Sládeček David" userId="S::sladecek@hradebni.cz::474d93f0-3a32-49cc-b837-47806091b590" providerId="AD" clId="Web-{3F7C6A23-5C64-4EBD-8485-D1FBD362CBC0}" dt="2026-05-14T08:35:01.716" v="2"/>
        <pc:sldMkLst>
          <pc:docMk/>
          <pc:sldMk cId="2939243252" sldId="266"/>
        </pc:sldMkLst>
        <pc:spChg chg="del">
          <ac:chgData name="Sládeček David" userId="S::sladecek@hradebni.cz::474d93f0-3a32-49cc-b837-47806091b590" providerId="AD" clId="Web-{3F7C6A23-5C64-4EBD-8485-D1FBD362CBC0}" dt="2026-05-14T08:35:01.716" v="2"/>
          <ac:spMkLst>
            <pc:docMk/>
            <pc:sldMk cId="2939243252" sldId="266"/>
            <ac:spMk id="3" creationId="{00000000-0000-0000-0000-000000000000}"/>
          </ac:spMkLst>
        </pc:spChg>
        <pc:graphicFrameChg chg="add">
          <ac:chgData name="Sládeček David" userId="S::sladecek@hradebni.cz::474d93f0-3a32-49cc-b837-47806091b590" providerId="AD" clId="Web-{3F7C6A23-5C64-4EBD-8485-D1FBD362CBC0}" dt="2026-05-14T08:35:01.716" v="2"/>
          <ac:graphicFrameMkLst>
            <pc:docMk/>
            <pc:sldMk cId="2939243252" sldId="266"/>
            <ac:graphicFrameMk id="5" creationId="{F29715D1-7F00-E6CB-69ED-2C8DFCCBE0CD}"/>
          </ac:graphicFrameMkLst>
        </pc:graphicFrameChg>
      </pc:sldChg>
      <pc:sldChg chg="addSp modSp mod setBg">
        <pc:chgData name="Sládeček David" userId="S::sladecek@hradebni.cz::474d93f0-3a32-49cc-b837-47806091b590" providerId="AD" clId="Web-{3F7C6A23-5C64-4EBD-8485-D1FBD362CBC0}" dt="2026-05-14T08:35:08.842" v="3"/>
        <pc:sldMkLst>
          <pc:docMk/>
          <pc:sldMk cId="3889061614" sldId="267"/>
        </pc:sldMkLst>
        <pc:spChg chg="mod">
          <ac:chgData name="Sládeček David" userId="S::sladecek@hradebni.cz::474d93f0-3a32-49cc-b837-47806091b590" providerId="AD" clId="Web-{3F7C6A23-5C64-4EBD-8485-D1FBD362CBC0}" dt="2026-05-14T08:35:08.842" v="3"/>
          <ac:spMkLst>
            <pc:docMk/>
            <pc:sldMk cId="3889061614" sldId="267"/>
            <ac:spMk id="2" creationId="{00000000-0000-0000-0000-000000000000}"/>
          </ac:spMkLst>
        </pc:spChg>
        <pc:spChg chg="add">
          <ac:chgData name="Sládeček David" userId="S::sladecek@hradebni.cz::474d93f0-3a32-49cc-b837-47806091b590" providerId="AD" clId="Web-{3F7C6A23-5C64-4EBD-8485-D1FBD362CBC0}" dt="2026-05-14T08:35:08.842" v="3"/>
          <ac:spMkLst>
            <pc:docMk/>
            <pc:sldMk cId="3889061614" sldId="267"/>
            <ac:spMk id="9" creationId="{4E4490D0-3672-446A-AC12-B4830333BDDD}"/>
          </ac:spMkLst>
        </pc:spChg>
        <pc:spChg chg="add">
          <ac:chgData name="Sládeček David" userId="S::sladecek@hradebni.cz::474d93f0-3a32-49cc-b837-47806091b590" providerId="AD" clId="Web-{3F7C6A23-5C64-4EBD-8485-D1FBD362CBC0}" dt="2026-05-14T08:35:08.842" v="3"/>
          <ac:spMkLst>
            <pc:docMk/>
            <pc:sldMk cId="3889061614" sldId="267"/>
            <ac:spMk id="11" creationId="{39CB82C2-DF65-4EC1-8280-F201D50F570B}"/>
          </ac:spMkLst>
        </pc:spChg>
        <pc:spChg chg="add">
          <ac:chgData name="Sládeček David" userId="S::sladecek@hradebni.cz::474d93f0-3a32-49cc-b837-47806091b590" providerId="AD" clId="Web-{3F7C6A23-5C64-4EBD-8485-D1FBD362CBC0}" dt="2026-05-14T08:35:08.842" v="3"/>
          <ac:spMkLst>
            <pc:docMk/>
            <pc:sldMk cId="3889061614" sldId="267"/>
            <ac:spMk id="15" creationId="{FA4CD5CB-D209-4D70-8CA4-629731C59219}"/>
          </ac:spMkLst>
        </pc:spChg>
        <pc:spChg chg="add">
          <ac:chgData name="Sládeček David" userId="S::sladecek@hradebni.cz::474d93f0-3a32-49cc-b837-47806091b590" providerId="AD" clId="Web-{3F7C6A23-5C64-4EBD-8485-D1FBD362CBC0}" dt="2026-05-14T08:35:08.842" v="3"/>
          <ac:spMkLst>
            <pc:docMk/>
            <pc:sldMk cId="3889061614" sldId="267"/>
            <ac:spMk id="19" creationId="{B4C27B90-DF2B-4D00-BA07-18ED774CD2F1}"/>
          </ac:spMkLst>
        </pc:spChg>
        <pc:spChg chg="add">
          <ac:chgData name="Sládeček David" userId="S::sladecek@hradebni.cz::474d93f0-3a32-49cc-b837-47806091b590" providerId="AD" clId="Web-{3F7C6A23-5C64-4EBD-8485-D1FBD362CBC0}" dt="2026-05-14T08:35:08.842" v="3"/>
          <ac:spMkLst>
            <pc:docMk/>
            <pc:sldMk cId="3889061614" sldId="267"/>
            <ac:spMk id="21" creationId="{593ACC25-C262-417A-8AA9-0641C772BDB6}"/>
          </ac:spMkLst>
        </pc:spChg>
        <pc:picChg chg="mod">
          <ac:chgData name="Sládeček David" userId="S::sladecek@hradebni.cz::474d93f0-3a32-49cc-b837-47806091b590" providerId="AD" clId="Web-{3F7C6A23-5C64-4EBD-8485-D1FBD362CBC0}" dt="2026-05-14T08:35:08.842" v="3"/>
          <ac:picMkLst>
            <pc:docMk/>
            <pc:sldMk cId="3889061614" sldId="267"/>
            <ac:picMk id="4" creationId="{00000000-0000-0000-0000-000000000000}"/>
          </ac:picMkLst>
        </pc:picChg>
        <pc:cxnChg chg="add">
          <ac:chgData name="Sládeček David" userId="S::sladecek@hradebni.cz::474d93f0-3a32-49cc-b837-47806091b590" providerId="AD" clId="Web-{3F7C6A23-5C64-4EBD-8485-D1FBD362CBC0}" dt="2026-05-14T08:35:08.842" v="3"/>
          <ac:cxnSpMkLst>
            <pc:docMk/>
            <pc:sldMk cId="3889061614" sldId="267"/>
            <ac:cxnSpMk id="13" creationId="{7E1D4427-852B-4B37-8E76-0E9F1810BA2A}"/>
          </ac:cxnSpMkLst>
        </pc:cxnChg>
        <pc:cxnChg chg="add">
          <ac:chgData name="Sládeček David" userId="S::sladecek@hradebni.cz::474d93f0-3a32-49cc-b837-47806091b590" providerId="AD" clId="Web-{3F7C6A23-5C64-4EBD-8485-D1FBD362CBC0}" dt="2026-05-14T08:35:08.842" v="3"/>
          <ac:cxnSpMkLst>
            <pc:docMk/>
            <pc:sldMk cId="3889061614" sldId="267"/>
            <ac:cxnSpMk id="17" creationId="{5C6A2BAE-B461-4B55-8E1F-0722ABDD1393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C313EF-2157-4246-A816-B916CEE3581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0074B0B-FD09-4704-94C1-DE4660529510}">
      <dgm:prSet/>
      <dgm:spPr/>
      <dgm:t>
        <a:bodyPr/>
        <a:lstStyle/>
        <a:p>
          <a:r>
            <a:rPr lang="cs-CZ"/>
            <a:t>Identifikujte, jaké proměnné budete potřebovat a jaký budou mít datový tip</a:t>
          </a:r>
          <a:endParaRPr lang="en-US"/>
        </a:p>
      </dgm:t>
    </dgm:pt>
    <dgm:pt modelId="{DEAF0339-E7E7-4EE3-9723-F1378D980C36}" type="parTrans" cxnId="{4AF9A584-8394-4B99-A606-CD3942E8DAC3}">
      <dgm:prSet/>
      <dgm:spPr/>
      <dgm:t>
        <a:bodyPr/>
        <a:lstStyle/>
        <a:p>
          <a:endParaRPr lang="en-US"/>
        </a:p>
      </dgm:t>
    </dgm:pt>
    <dgm:pt modelId="{4947B228-813F-4B1E-931F-F08688D0CF38}" type="sibTrans" cxnId="{4AF9A584-8394-4B99-A606-CD3942E8DAC3}">
      <dgm:prSet/>
      <dgm:spPr/>
      <dgm:t>
        <a:bodyPr/>
        <a:lstStyle/>
        <a:p>
          <a:endParaRPr lang="en-US"/>
        </a:p>
      </dgm:t>
    </dgm:pt>
    <dgm:pt modelId="{13D89AD5-8D71-489F-8FD0-918B5B5AAA34}">
      <dgm:prSet/>
      <dgm:spPr/>
      <dgm:t>
        <a:bodyPr/>
        <a:lstStyle/>
        <a:p>
          <a:r>
            <a:rPr lang="cs-CZ"/>
            <a:t>Navrhněte algoritmus a pokuste se jej znázornit vývojovým diagramem</a:t>
          </a:r>
          <a:endParaRPr lang="en-US"/>
        </a:p>
      </dgm:t>
    </dgm:pt>
    <dgm:pt modelId="{9AF46382-2BE1-44AF-B899-CD1F669B9423}" type="parTrans" cxnId="{2B0FD46F-573F-4BCE-9178-2371FABB452C}">
      <dgm:prSet/>
      <dgm:spPr/>
      <dgm:t>
        <a:bodyPr/>
        <a:lstStyle/>
        <a:p>
          <a:endParaRPr lang="en-US"/>
        </a:p>
      </dgm:t>
    </dgm:pt>
    <dgm:pt modelId="{CBF24FEC-BD3B-42F8-95F7-9AAE0A8A7C29}" type="sibTrans" cxnId="{2B0FD46F-573F-4BCE-9178-2371FABB452C}">
      <dgm:prSet/>
      <dgm:spPr/>
      <dgm:t>
        <a:bodyPr/>
        <a:lstStyle/>
        <a:p>
          <a:endParaRPr lang="en-US"/>
        </a:p>
      </dgm:t>
    </dgm:pt>
    <dgm:pt modelId="{CD96BC10-3156-462E-B813-217DE04CB197}">
      <dgm:prSet/>
      <dgm:spPr/>
      <dgm:t>
        <a:bodyPr/>
        <a:lstStyle/>
        <a:p>
          <a:r>
            <a:rPr lang="cs-CZ"/>
            <a:t>Pokuste se vytvořit implementaci programu v jazyce C#</a:t>
          </a:r>
          <a:endParaRPr lang="en-US"/>
        </a:p>
      </dgm:t>
    </dgm:pt>
    <dgm:pt modelId="{D32F573F-E163-4337-AC84-C65C6C8118DA}" type="parTrans" cxnId="{5C899600-CAEC-41A7-BFA5-B53C10F960D1}">
      <dgm:prSet/>
      <dgm:spPr/>
      <dgm:t>
        <a:bodyPr/>
        <a:lstStyle/>
        <a:p>
          <a:endParaRPr lang="en-US"/>
        </a:p>
      </dgm:t>
    </dgm:pt>
    <dgm:pt modelId="{E490A823-B669-491B-9AB8-7F018EDBFD98}" type="sibTrans" cxnId="{5C899600-CAEC-41A7-BFA5-B53C10F960D1}">
      <dgm:prSet/>
      <dgm:spPr/>
      <dgm:t>
        <a:bodyPr/>
        <a:lstStyle/>
        <a:p>
          <a:endParaRPr lang="en-US"/>
        </a:p>
      </dgm:t>
    </dgm:pt>
    <dgm:pt modelId="{F93FC70A-527B-4CE8-805A-6BC9ED078735}" type="pres">
      <dgm:prSet presAssocID="{FFC313EF-2157-4246-A816-B916CEE3581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C93EF0E-E743-49DB-BB3E-F8EA858B7D30}" type="pres">
      <dgm:prSet presAssocID="{70074B0B-FD09-4704-94C1-DE4660529510}" presName="hierRoot1" presStyleCnt="0"/>
      <dgm:spPr/>
    </dgm:pt>
    <dgm:pt modelId="{3B1CCB68-6BCE-410F-89A2-E595A51BAC0D}" type="pres">
      <dgm:prSet presAssocID="{70074B0B-FD09-4704-94C1-DE4660529510}" presName="composite" presStyleCnt="0"/>
      <dgm:spPr/>
    </dgm:pt>
    <dgm:pt modelId="{6A0CA228-0611-456C-9A4F-954876816496}" type="pres">
      <dgm:prSet presAssocID="{70074B0B-FD09-4704-94C1-DE4660529510}" presName="background" presStyleLbl="node0" presStyleIdx="0" presStyleCnt="3"/>
      <dgm:spPr/>
    </dgm:pt>
    <dgm:pt modelId="{AAF6F264-2D2A-4E84-9957-C98365343627}" type="pres">
      <dgm:prSet presAssocID="{70074B0B-FD09-4704-94C1-DE4660529510}" presName="text" presStyleLbl="fgAcc0" presStyleIdx="0" presStyleCnt="3">
        <dgm:presLayoutVars>
          <dgm:chPref val="3"/>
        </dgm:presLayoutVars>
      </dgm:prSet>
      <dgm:spPr/>
    </dgm:pt>
    <dgm:pt modelId="{5E54C2B5-A0B7-4CE8-B6E9-A08D35A8A57B}" type="pres">
      <dgm:prSet presAssocID="{70074B0B-FD09-4704-94C1-DE4660529510}" presName="hierChild2" presStyleCnt="0"/>
      <dgm:spPr/>
    </dgm:pt>
    <dgm:pt modelId="{D35D7241-FBC0-45CE-B236-6AAC1855DA43}" type="pres">
      <dgm:prSet presAssocID="{13D89AD5-8D71-489F-8FD0-918B5B5AAA34}" presName="hierRoot1" presStyleCnt="0"/>
      <dgm:spPr/>
    </dgm:pt>
    <dgm:pt modelId="{15D5FAA5-69AE-49A2-8281-2C6A34253194}" type="pres">
      <dgm:prSet presAssocID="{13D89AD5-8D71-489F-8FD0-918B5B5AAA34}" presName="composite" presStyleCnt="0"/>
      <dgm:spPr/>
    </dgm:pt>
    <dgm:pt modelId="{450EA55B-5CD2-4187-9471-CFFD48E04A15}" type="pres">
      <dgm:prSet presAssocID="{13D89AD5-8D71-489F-8FD0-918B5B5AAA34}" presName="background" presStyleLbl="node0" presStyleIdx="1" presStyleCnt="3"/>
      <dgm:spPr/>
    </dgm:pt>
    <dgm:pt modelId="{898E13F1-212F-4E73-8A66-C3B4F549BC9D}" type="pres">
      <dgm:prSet presAssocID="{13D89AD5-8D71-489F-8FD0-918B5B5AAA34}" presName="text" presStyleLbl="fgAcc0" presStyleIdx="1" presStyleCnt="3">
        <dgm:presLayoutVars>
          <dgm:chPref val="3"/>
        </dgm:presLayoutVars>
      </dgm:prSet>
      <dgm:spPr/>
    </dgm:pt>
    <dgm:pt modelId="{2A1AF720-DAAA-43F2-8AAB-58BD21CF8B65}" type="pres">
      <dgm:prSet presAssocID="{13D89AD5-8D71-489F-8FD0-918B5B5AAA34}" presName="hierChild2" presStyleCnt="0"/>
      <dgm:spPr/>
    </dgm:pt>
    <dgm:pt modelId="{93E9EEA4-7AC0-4075-9E36-4FC0BFDA8047}" type="pres">
      <dgm:prSet presAssocID="{CD96BC10-3156-462E-B813-217DE04CB197}" presName="hierRoot1" presStyleCnt="0"/>
      <dgm:spPr/>
    </dgm:pt>
    <dgm:pt modelId="{255E43E9-7C60-4720-AAF1-18B467E8DBAE}" type="pres">
      <dgm:prSet presAssocID="{CD96BC10-3156-462E-B813-217DE04CB197}" presName="composite" presStyleCnt="0"/>
      <dgm:spPr/>
    </dgm:pt>
    <dgm:pt modelId="{0B6854B7-1EC7-44D1-9BE2-C05521F8769C}" type="pres">
      <dgm:prSet presAssocID="{CD96BC10-3156-462E-B813-217DE04CB197}" presName="background" presStyleLbl="node0" presStyleIdx="2" presStyleCnt="3"/>
      <dgm:spPr/>
    </dgm:pt>
    <dgm:pt modelId="{7E1A804F-BFBA-447C-8D00-B4DE2AA122A0}" type="pres">
      <dgm:prSet presAssocID="{CD96BC10-3156-462E-B813-217DE04CB197}" presName="text" presStyleLbl="fgAcc0" presStyleIdx="2" presStyleCnt="3">
        <dgm:presLayoutVars>
          <dgm:chPref val="3"/>
        </dgm:presLayoutVars>
      </dgm:prSet>
      <dgm:spPr/>
    </dgm:pt>
    <dgm:pt modelId="{AB38C813-21B0-419C-9868-833CEB4800CD}" type="pres">
      <dgm:prSet presAssocID="{CD96BC10-3156-462E-B813-217DE04CB197}" presName="hierChild2" presStyleCnt="0"/>
      <dgm:spPr/>
    </dgm:pt>
  </dgm:ptLst>
  <dgm:cxnLst>
    <dgm:cxn modelId="{5C899600-CAEC-41A7-BFA5-B53C10F960D1}" srcId="{FFC313EF-2157-4246-A816-B916CEE35813}" destId="{CD96BC10-3156-462E-B813-217DE04CB197}" srcOrd="2" destOrd="0" parTransId="{D32F573F-E163-4337-AC84-C65C6C8118DA}" sibTransId="{E490A823-B669-491B-9AB8-7F018EDBFD98}"/>
    <dgm:cxn modelId="{A6D8663B-EE59-45E5-AE2B-8B0F68A8994C}" type="presOf" srcId="{13D89AD5-8D71-489F-8FD0-918B5B5AAA34}" destId="{898E13F1-212F-4E73-8A66-C3B4F549BC9D}" srcOrd="0" destOrd="0" presId="urn:microsoft.com/office/officeart/2005/8/layout/hierarchy1"/>
    <dgm:cxn modelId="{F42C8567-3BC2-4225-AE6A-7F2677397A4E}" type="presOf" srcId="{70074B0B-FD09-4704-94C1-DE4660529510}" destId="{AAF6F264-2D2A-4E84-9957-C98365343627}" srcOrd="0" destOrd="0" presId="urn:microsoft.com/office/officeart/2005/8/layout/hierarchy1"/>
    <dgm:cxn modelId="{2B0FD46F-573F-4BCE-9178-2371FABB452C}" srcId="{FFC313EF-2157-4246-A816-B916CEE35813}" destId="{13D89AD5-8D71-489F-8FD0-918B5B5AAA34}" srcOrd="1" destOrd="0" parTransId="{9AF46382-2BE1-44AF-B899-CD1F669B9423}" sibTransId="{CBF24FEC-BD3B-42F8-95F7-9AAE0A8A7C29}"/>
    <dgm:cxn modelId="{BC523F70-5BA5-4157-9858-78481C0B8A9E}" type="presOf" srcId="{FFC313EF-2157-4246-A816-B916CEE35813}" destId="{F93FC70A-527B-4CE8-805A-6BC9ED078735}" srcOrd="0" destOrd="0" presId="urn:microsoft.com/office/officeart/2005/8/layout/hierarchy1"/>
    <dgm:cxn modelId="{4AF9A584-8394-4B99-A606-CD3942E8DAC3}" srcId="{FFC313EF-2157-4246-A816-B916CEE35813}" destId="{70074B0B-FD09-4704-94C1-DE4660529510}" srcOrd="0" destOrd="0" parTransId="{DEAF0339-E7E7-4EE3-9723-F1378D980C36}" sibTransId="{4947B228-813F-4B1E-931F-F08688D0CF38}"/>
    <dgm:cxn modelId="{5A8794CD-0BEA-4035-88E5-9DF4757FD211}" type="presOf" srcId="{CD96BC10-3156-462E-B813-217DE04CB197}" destId="{7E1A804F-BFBA-447C-8D00-B4DE2AA122A0}" srcOrd="0" destOrd="0" presId="urn:microsoft.com/office/officeart/2005/8/layout/hierarchy1"/>
    <dgm:cxn modelId="{B3D7FDA9-3E19-4BB6-AA07-28F65C67759F}" type="presParOf" srcId="{F93FC70A-527B-4CE8-805A-6BC9ED078735}" destId="{7C93EF0E-E743-49DB-BB3E-F8EA858B7D30}" srcOrd="0" destOrd="0" presId="urn:microsoft.com/office/officeart/2005/8/layout/hierarchy1"/>
    <dgm:cxn modelId="{40B785DB-C485-41FE-B6DB-E05A7178E37F}" type="presParOf" srcId="{7C93EF0E-E743-49DB-BB3E-F8EA858B7D30}" destId="{3B1CCB68-6BCE-410F-89A2-E595A51BAC0D}" srcOrd="0" destOrd="0" presId="urn:microsoft.com/office/officeart/2005/8/layout/hierarchy1"/>
    <dgm:cxn modelId="{03341496-C765-47ED-963E-A31C8252BED5}" type="presParOf" srcId="{3B1CCB68-6BCE-410F-89A2-E595A51BAC0D}" destId="{6A0CA228-0611-456C-9A4F-954876816496}" srcOrd="0" destOrd="0" presId="urn:microsoft.com/office/officeart/2005/8/layout/hierarchy1"/>
    <dgm:cxn modelId="{BF7088DE-7F07-43EE-ADD7-92A7D3D934EC}" type="presParOf" srcId="{3B1CCB68-6BCE-410F-89A2-E595A51BAC0D}" destId="{AAF6F264-2D2A-4E84-9957-C98365343627}" srcOrd="1" destOrd="0" presId="urn:microsoft.com/office/officeart/2005/8/layout/hierarchy1"/>
    <dgm:cxn modelId="{3F53C9FB-703E-4A34-90D4-2E2B4B7C5B45}" type="presParOf" srcId="{7C93EF0E-E743-49DB-BB3E-F8EA858B7D30}" destId="{5E54C2B5-A0B7-4CE8-B6E9-A08D35A8A57B}" srcOrd="1" destOrd="0" presId="urn:microsoft.com/office/officeart/2005/8/layout/hierarchy1"/>
    <dgm:cxn modelId="{AEA776E1-2035-4360-B259-2DD07CEBB3EF}" type="presParOf" srcId="{F93FC70A-527B-4CE8-805A-6BC9ED078735}" destId="{D35D7241-FBC0-45CE-B236-6AAC1855DA43}" srcOrd="1" destOrd="0" presId="urn:microsoft.com/office/officeart/2005/8/layout/hierarchy1"/>
    <dgm:cxn modelId="{91CA44D6-86A4-49ED-ABD4-AFABBB70B33A}" type="presParOf" srcId="{D35D7241-FBC0-45CE-B236-6AAC1855DA43}" destId="{15D5FAA5-69AE-49A2-8281-2C6A34253194}" srcOrd="0" destOrd="0" presId="urn:microsoft.com/office/officeart/2005/8/layout/hierarchy1"/>
    <dgm:cxn modelId="{84A4E28E-127B-46D3-901D-A6FF4A1092BE}" type="presParOf" srcId="{15D5FAA5-69AE-49A2-8281-2C6A34253194}" destId="{450EA55B-5CD2-4187-9471-CFFD48E04A15}" srcOrd="0" destOrd="0" presId="urn:microsoft.com/office/officeart/2005/8/layout/hierarchy1"/>
    <dgm:cxn modelId="{262C6019-3F8F-4C06-A22C-FEA557AE12AB}" type="presParOf" srcId="{15D5FAA5-69AE-49A2-8281-2C6A34253194}" destId="{898E13F1-212F-4E73-8A66-C3B4F549BC9D}" srcOrd="1" destOrd="0" presId="urn:microsoft.com/office/officeart/2005/8/layout/hierarchy1"/>
    <dgm:cxn modelId="{E213FFDD-F379-43F4-BCBA-B48C293CFF92}" type="presParOf" srcId="{D35D7241-FBC0-45CE-B236-6AAC1855DA43}" destId="{2A1AF720-DAAA-43F2-8AAB-58BD21CF8B65}" srcOrd="1" destOrd="0" presId="urn:microsoft.com/office/officeart/2005/8/layout/hierarchy1"/>
    <dgm:cxn modelId="{9B0E7868-EACA-4923-B1A8-BEB79BA2D957}" type="presParOf" srcId="{F93FC70A-527B-4CE8-805A-6BC9ED078735}" destId="{93E9EEA4-7AC0-4075-9E36-4FC0BFDA8047}" srcOrd="2" destOrd="0" presId="urn:microsoft.com/office/officeart/2005/8/layout/hierarchy1"/>
    <dgm:cxn modelId="{AC68BBC9-A59D-4CA3-A30E-F109C5C29D5C}" type="presParOf" srcId="{93E9EEA4-7AC0-4075-9E36-4FC0BFDA8047}" destId="{255E43E9-7C60-4720-AAF1-18B467E8DBAE}" srcOrd="0" destOrd="0" presId="urn:microsoft.com/office/officeart/2005/8/layout/hierarchy1"/>
    <dgm:cxn modelId="{ECB1CDB4-E6A1-4066-B0D9-7FFCAACC389D}" type="presParOf" srcId="{255E43E9-7C60-4720-AAF1-18B467E8DBAE}" destId="{0B6854B7-1EC7-44D1-9BE2-C05521F8769C}" srcOrd="0" destOrd="0" presId="urn:microsoft.com/office/officeart/2005/8/layout/hierarchy1"/>
    <dgm:cxn modelId="{C92A1FBF-EF4F-411E-8530-AF0242D3D4C2}" type="presParOf" srcId="{255E43E9-7C60-4720-AAF1-18B467E8DBAE}" destId="{7E1A804F-BFBA-447C-8D00-B4DE2AA122A0}" srcOrd="1" destOrd="0" presId="urn:microsoft.com/office/officeart/2005/8/layout/hierarchy1"/>
    <dgm:cxn modelId="{A2B79F53-259E-47AC-8A9C-0CD5F40A10E0}" type="presParOf" srcId="{93E9EEA4-7AC0-4075-9E36-4FC0BFDA8047}" destId="{AB38C813-21B0-419C-9868-833CEB4800C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CA228-0611-456C-9A4F-954876816496}">
      <dsp:nvSpPr>
        <dsp:cNvPr id="0" name=""/>
        <dsp:cNvSpPr/>
      </dsp:nvSpPr>
      <dsp:spPr>
        <a:xfrm>
          <a:off x="0" y="96419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F6F264-2D2A-4E84-9957-C98365343627}">
      <dsp:nvSpPr>
        <dsp:cNvPr id="0" name=""/>
        <dsp:cNvSpPr/>
      </dsp:nvSpPr>
      <dsp:spPr>
        <a:xfrm>
          <a:off x="314325" y="126280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/>
            <a:t>Identifikujte, jaké proměnné budete potřebovat a jaký budou mít datový tip</a:t>
          </a:r>
          <a:endParaRPr lang="en-US" sz="2200" kern="1200"/>
        </a:p>
      </dsp:txBody>
      <dsp:txXfrm>
        <a:off x="366939" y="1315414"/>
        <a:ext cx="2723696" cy="1691139"/>
      </dsp:txXfrm>
    </dsp:sp>
    <dsp:sp modelId="{450EA55B-5CD2-4187-9471-CFFD48E04A15}">
      <dsp:nvSpPr>
        <dsp:cNvPr id="0" name=""/>
        <dsp:cNvSpPr/>
      </dsp:nvSpPr>
      <dsp:spPr>
        <a:xfrm>
          <a:off x="3457574" y="96419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8E13F1-212F-4E73-8A66-C3B4F549BC9D}">
      <dsp:nvSpPr>
        <dsp:cNvPr id="0" name=""/>
        <dsp:cNvSpPr/>
      </dsp:nvSpPr>
      <dsp:spPr>
        <a:xfrm>
          <a:off x="3771899" y="126280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/>
            <a:t>Navrhněte algoritmus a pokuste se jej znázornit vývojovým diagramem</a:t>
          </a:r>
          <a:endParaRPr lang="en-US" sz="2200" kern="1200"/>
        </a:p>
      </dsp:txBody>
      <dsp:txXfrm>
        <a:off x="3824513" y="1315414"/>
        <a:ext cx="2723696" cy="1691139"/>
      </dsp:txXfrm>
    </dsp:sp>
    <dsp:sp modelId="{0B6854B7-1EC7-44D1-9BE2-C05521F8769C}">
      <dsp:nvSpPr>
        <dsp:cNvPr id="0" name=""/>
        <dsp:cNvSpPr/>
      </dsp:nvSpPr>
      <dsp:spPr>
        <a:xfrm>
          <a:off x="6915149" y="96419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1A804F-BFBA-447C-8D00-B4DE2AA122A0}">
      <dsp:nvSpPr>
        <dsp:cNvPr id="0" name=""/>
        <dsp:cNvSpPr/>
      </dsp:nvSpPr>
      <dsp:spPr>
        <a:xfrm>
          <a:off x="7229475" y="126280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/>
            <a:t>Pokuste se vytvořit implementaci programu v jazyce C#</a:t>
          </a:r>
          <a:endParaRPr lang="en-US" sz="2200" kern="1200"/>
        </a:p>
      </dsp:txBody>
      <dsp:txXfrm>
        <a:off x="7282089" y="1315414"/>
        <a:ext cx="2723696" cy="16911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C0AFD-19C8-4F60-A212-D1160A075A71}" type="datetimeFigureOut">
              <a:rPr lang="cs-CZ" smtClean="0"/>
              <a:t>14.05.2026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485B9-29E6-4048-95BB-71D43105C6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2755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latin typeface="Calibri"/>
                <a:ea typeface="Calibri"/>
                <a:cs typeface="Calibri"/>
              </a:rPr>
              <a:t>Svět</a:t>
            </a:r>
            <a:r>
              <a:rPr lang="en-US" dirty="0">
                <a:latin typeface="Calibri"/>
                <a:ea typeface="Calibri"/>
                <a:cs typeface="Calibri"/>
              </a:rPr>
              <a:t> bez </a:t>
            </a:r>
            <a:r>
              <a:rPr lang="en-US" dirty="0" err="1">
                <a:latin typeface="Calibri"/>
                <a:ea typeface="Calibri"/>
                <a:cs typeface="Calibri"/>
              </a:rPr>
              <a:t>inernetu</a:t>
            </a:r>
            <a:r>
              <a:rPr lang="en-US" dirty="0">
                <a:latin typeface="Calibri"/>
                <a:ea typeface="Calibri"/>
                <a:cs typeface="Calibri"/>
              </a:rPr>
              <a:t>. </a:t>
            </a:r>
            <a:r>
              <a:rPr lang="en-US" dirty="0" err="1">
                <a:latin typeface="Calibri"/>
                <a:ea typeface="Calibri"/>
                <a:cs typeface="Calibri"/>
              </a:rPr>
              <a:t>Jaký</a:t>
            </a:r>
            <a:r>
              <a:rPr lang="en-US" dirty="0">
                <a:latin typeface="Calibri"/>
                <a:ea typeface="Calibri"/>
                <a:cs typeface="Calibri"/>
              </a:rPr>
              <a:t> by </a:t>
            </a:r>
            <a:r>
              <a:rPr lang="en-US" dirty="0" err="1">
                <a:latin typeface="Calibri"/>
                <a:ea typeface="Calibri"/>
                <a:cs typeface="Calibri"/>
              </a:rPr>
              <a:t>byl</a:t>
            </a:r>
            <a:r>
              <a:rPr lang="en-US" dirty="0"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485B9-29E6-4048-95BB-71D43105C69A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060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E2418210-470A-474B-B6D7-B54736EE8B34}" type="datetime1">
              <a:rPr lang="cs-CZ" smtClean="0"/>
              <a:t>14.05.2026</a:t>
            </a:fld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7A705E3-E620-489D-9973-6221209A4B3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33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E2418210-470A-474B-B6D7-B54736EE8B34}" type="datetime1">
              <a:rPr lang="cs-CZ" smtClean="0"/>
              <a:t>14.05.2026</a:t>
            </a:fld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7A705E3-E620-489D-9973-6221209A4B3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33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E2418210-470A-474B-B6D7-B54736EE8B34}" type="datetime1">
              <a:rPr lang="cs-CZ" smtClean="0"/>
              <a:t>14.05.2026</a:t>
            </a:fld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7A705E3-E620-489D-9973-6221209A4B3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67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E2418210-470A-474B-B6D7-B54736EE8B34}" type="datetime1">
              <a:rPr lang="cs-CZ" smtClean="0"/>
              <a:t>14.05.2026</a:t>
            </a:fld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7A705E3-E620-489D-9973-6221209A4B3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452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E2418210-470A-474B-B6D7-B54736EE8B34}" type="datetime1">
              <a:rPr lang="cs-CZ" smtClean="0"/>
              <a:t>14.05.2026</a:t>
            </a:fld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7A705E3-E620-489D-9973-6221209A4B3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537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E2418210-470A-474B-B6D7-B54736EE8B34}" type="datetime1">
              <a:rPr lang="cs-CZ" smtClean="0"/>
              <a:t>14.05.2026</a:t>
            </a:fld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7A705E3-E620-489D-9973-6221209A4B3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88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2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519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838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19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206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36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0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664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519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836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20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538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Konzolová aplikace v C#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Digitální a mediální gramotnost</a:t>
            </a: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FB07AF-8CD1-B264-64FD-77B8FA44D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7"/>
            <a:ext cx="5127171" cy="1073538"/>
          </a:xfrm>
        </p:spPr>
        <p:txBody>
          <a:bodyPr>
            <a:normAutofit fontScale="90000"/>
          </a:bodyPr>
          <a:lstStyle/>
          <a:p>
            <a:r>
              <a:rPr lang="cs-CZ" sz="4100" dirty="0">
                <a:ea typeface="Calibri Light"/>
                <a:cs typeface="Calibri Light"/>
              </a:rPr>
              <a:t>Značky používané ve vývojových diagramech</a:t>
            </a:r>
            <a:endParaRPr lang="cs-CZ" sz="4100" dirty="0"/>
          </a:p>
        </p:txBody>
      </p:sp>
      <p:pic>
        <p:nvPicPr>
          <p:cNvPr id="10" name="Obrázek 9" descr="Obsah obrázku text, snímek obrazovky, Písmo, diagram&#10;&#10;Obsah generovaný pomocí AI může být nesprávný.">
            <a:extLst>
              <a:ext uri="{FF2B5EF4-FFF2-40B4-BE49-F238E27FC236}">
                <a16:creationId xmlns:a16="http://schemas.microsoft.com/office/drawing/2014/main" id="{46AE9A20-4AAA-B7E9-BE3A-946D0136C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92" y="1292765"/>
            <a:ext cx="5451627" cy="3952429"/>
          </a:xfrm>
          <a:prstGeom prst="rect">
            <a:avLst/>
          </a:prstGeom>
        </p:spPr>
      </p:pic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72E940CF-6E50-372C-D0A8-0AE4447D4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cs-CZ" dirty="0">
                <a:ea typeface="+mn-lt"/>
                <a:cs typeface="+mn-lt"/>
              </a:rPr>
              <a:t>Značky využívané v diagramech jsou standardizované</a:t>
            </a:r>
            <a:endParaRPr lang="cs-CZ" dirty="0">
              <a:ea typeface="Calibri" panose="020F0502020204030204"/>
              <a:cs typeface="Calibri" panose="020F0502020204030204"/>
            </a:endParaRPr>
          </a:p>
          <a:p>
            <a:r>
              <a:rPr lang="cs-CZ" dirty="0">
                <a:ea typeface="+mn-lt"/>
                <a:cs typeface="+mn-lt"/>
              </a:rPr>
              <a:t>Algoritmus lze přečíst nehledě na znalost programovacího jazyka</a:t>
            </a:r>
            <a:endParaRPr lang="cs-CZ" dirty="0"/>
          </a:p>
          <a:p>
            <a:r>
              <a:rPr lang="cs-CZ" dirty="0">
                <a:ea typeface="+mn-lt"/>
                <a:cs typeface="+mn-lt"/>
              </a:rPr>
              <a:t>Popis je univerzální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21573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48777E-3CF5-7678-00C9-6DF828D31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/>
              <a:t>Převedení diagramu na kód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6D6F9B5-A402-19B6-202E-091D8C303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2400" dirty="0"/>
              <a:t>Jazyk C# je imperativní (přikazovací) programovací jazyk</a:t>
            </a:r>
          </a:p>
          <a:p>
            <a:pPr lvl="1"/>
            <a:r>
              <a:rPr lang="cs-CZ" sz="1400" dirty="0"/>
              <a:t>Vykonává instrukce, které mu jsou zadány</a:t>
            </a:r>
          </a:p>
          <a:p>
            <a:r>
              <a:rPr lang="cs-CZ" sz="2400" dirty="0"/>
              <a:t>Sled vykonávaných kroků odpovídá algoritmu znázorněné ve vývojovém diagramu (VD)</a:t>
            </a:r>
          </a:p>
          <a:p>
            <a:r>
              <a:rPr lang="cs-CZ" sz="2400" dirty="0"/>
              <a:t>Pořadí jednotlivých operací VD 	         pořadí instrukcí ve zdrojovém kódu</a:t>
            </a:r>
          </a:p>
          <a:p>
            <a:r>
              <a:rPr lang="cs-CZ" sz="2400" dirty="0"/>
              <a:t>Jednotlivé symboly VD odpovídají konkrétním programovacím konstrukcím</a:t>
            </a:r>
          </a:p>
          <a:p>
            <a:endParaRPr lang="cs-CZ" sz="22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CE1C585-EBCF-8717-C2DD-044A3C84E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 rtl="0">
              <a:spcAft>
                <a:spcPts val="600"/>
              </a:spcAft>
            </a:pPr>
            <a:fld id="{34B7E4EF-A1BD-40F4-AB7B-04F084DD991D}" type="slidenum">
              <a:rPr lang="en-US" smtClean="0"/>
              <a:pPr rtl="0"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6" name="Šipka: obousměrná vodorovná 5">
            <a:extLst>
              <a:ext uri="{FF2B5EF4-FFF2-40B4-BE49-F238E27FC236}">
                <a16:creationId xmlns:a16="http://schemas.microsoft.com/office/drawing/2014/main" id="{0BF472F9-ACC4-0C6C-370A-FE77A72B7F27}"/>
              </a:ext>
            </a:extLst>
          </p:cNvPr>
          <p:cNvSpPr/>
          <p:nvPr/>
        </p:nvSpPr>
        <p:spPr>
          <a:xfrm>
            <a:off x="4967655" y="4508383"/>
            <a:ext cx="850440" cy="24411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89626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délník 11">
            <a:extLst>
              <a:ext uri="{FF2B5EF4-FFF2-40B4-BE49-F238E27FC236}">
                <a16:creationId xmlns:a16="http://schemas.microsoft.com/office/drawing/2014/main" id="{2CF9DBEA-64DB-4586-D032-385BC104CA07}"/>
              </a:ext>
            </a:extLst>
          </p:cNvPr>
          <p:cNvSpPr/>
          <p:nvPr/>
        </p:nvSpPr>
        <p:spPr>
          <a:xfrm>
            <a:off x="6064625" y="2505075"/>
            <a:ext cx="5565401" cy="37962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B48777E-3CF5-7678-00C9-6DF828D31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cs-CZ" sz="5400" dirty="0"/>
              <a:t>Programový blok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AEAFE9C-B203-67A1-8AAA-7338D245A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cs-CZ" dirty="0"/>
              <a:t>Vývojový diagram</a:t>
            </a:r>
          </a:p>
        </p:txBody>
      </p:sp>
      <p:sp>
        <p:nvSpPr>
          <p:cNvPr id="8" name="Zástupný text 7">
            <a:extLst>
              <a:ext uri="{FF2B5EF4-FFF2-40B4-BE49-F238E27FC236}">
                <a16:creationId xmlns:a16="http://schemas.microsoft.com/office/drawing/2014/main" id="{9B11E3BB-75DF-B3AB-E992-11FCEE1AFF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cs-CZ" dirty="0"/>
              <a:t>C#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9268AC46-C003-E17C-EB82-408DF536B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10269"/>
            <a:ext cx="5183188" cy="3684588"/>
          </a:xfrm>
        </p:spPr>
        <p:txBody>
          <a:bodyPr/>
          <a:lstStyle/>
          <a:p>
            <a:pPr marL="0" indent="0">
              <a:buNone/>
            </a:pPr>
            <a:r>
              <a:rPr lang="cs-CZ" sz="2800" dirty="0">
                <a:solidFill>
                  <a:srgbClr val="000000"/>
                </a:solidFill>
                <a:latin typeface="Consolas" panose="020B0609020204030204" pitchFamily="49" charset="0"/>
              </a:rPr>
              <a:t>{                </a:t>
            </a:r>
          </a:p>
          <a:p>
            <a:pPr marL="0" indent="0">
              <a:buNone/>
            </a:pPr>
            <a:r>
              <a:rPr lang="cs-CZ" sz="2800" dirty="0">
                <a:solidFill>
                  <a:srgbClr val="008000"/>
                </a:solidFill>
                <a:latin typeface="Consolas" panose="020B0609020204030204" pitchFamily="49" charset="0"/>
              </a:rPr>
              <a:t>	// VYKONEJ</a:t>
            </a:r>
            <a:endParaRPr lang="cs-CZ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cs-CZ" dirty="0"/>
          </a:p>
          <a:p>
            <a:r>
              <a:rPr lang="cs-CZ" sz="2400" dirty="0"/>
              <a:t>Složené závorky ohraničují daný blok kódu / tělo funkce</a:t>
            </a:r>
          </a:p>
          <a:p>
            <a:r>
              <a:rPr lang="cs-CZ" sz="2400" dirty="0"/>
              <a:t>Proměnné deklarované uvnitř bloku, nejsou přístupné mimo blok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CE1C585-EBCF-8717-C2DD-044A3C84E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rtl="0">
              <a:spcAft>
                <a:spcPts val="600"/>
              </a:spcAft>
            </a:pPr>
            <a:fld id="{34B7E4EF-A1BD-40F4-AB7B-04F084DD991D}" type="slidenum">
              <a:rPr lang="en-US" smtClean="0"/>
              <a:pPr rtl="0"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00CA8143-15BB-6030-8E23-99AE26FABAF1}"/>
              </a:ext>
            </a:extLst>
          </p:cNvPr>
          <p:cNvSpPr/>
          <p:nvPr/>
        </p:nvSpPr>
        <p:spPr>
          <a:xfrm>
            <a:off x="730491" y="2505074"/>
            <a:ext cx="4809697" cy="37897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10" name="Zástupný obsah 16">
            <a:extLst>
              <a:ext uri="{FF2B5EF4-FFF2-40B4-BE49-F238E27FC236}">
                <a16:creationId xmlns:a16="http://schemas.microsoft.com/office/drawing/2014/main" id="{84403477-5399-D4AF-8FB1-E68AF499B3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920901" y="3576638"/>
            <a:ext cx="2428875" cy="1552575"/>
          </a:xfrm>
        </p:spPr>
      </p:pic>
    </p:spTree>
    <p:extLst>
      <p:ext uri="{BB962C8B-B14F-4D97-AF65-F5344CB8AC3E}">
        <p14:creationId xmlns:p14="http://schemas.microsoft.com/office/powerpoint/2010/main" val="2997878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délník 11">
            <a:extLst>
              <a:ext uri="{FF2B5EF4-FFF2-40B4-BE49-F238E27FC236}">
                <a16:creationId xmlns:a16="http://schemas.microsoft.com/office/drawing/2014/main" id="{2CF9DBEA-64DB-4586-D032-385BC104CA07}"/>
              </a:ext>
            </a:extLst>
          </p:cNvPr>
          <p:cNvSpPr/>
          <p:nvPr/>
        </p:nvSpPr>
        <p:spPr>
          <a:xfrm>
            <a:off x="6064625" y="2505075"/>
            <a:ext cx="5565401" cy="37962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B48777E-3CF5-7678-00C9-6DF828D31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cs-CZ" sz="5400" dirty="0"/>
              <a:t>Vstupní operace – čtení z konzole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AEAFE9C-B203-67A1-8AAA-7338D245A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cs-CZ" dirty="0"/>
              <a:t>Vývojový diagram</a:t>
            </a:r>
          </a:p>
        </p:txBody>
      </p:sp>
      <p:sp>
        <p:nvSpPr>
          <p:cNvPr id="8" name="Zástupný text 7">
            <a:extLst>
              <a:ext uri="{FF2B5EF4-FFF2-40B4-BE49-F238E27FC236}">
                <a16:creationId xmlns:a16="http://schemas.microsoft.com/office/drawing/2014/main" id="{9B11E3BB-75DF-B3AB-E992-11FCEE1AFF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cs-CZ" dirty="0"/>
              <a:t>C#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9268AC46-C003-E17C-EB82-408DF536B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10269"/>
            <a:ext cx="5457826" cy="3684588"/>
          </a:xfrm>
        </p:spPr>
        <p:txBody>
          <a:bodyPr>
            <a:normAutofit/>
          </a:bodyPr>
          <a:lstStyle/>
          <a:p>
            <a:r>
              <a:rPr lang="cs-CZ" sz="2400" dirty="0"/>
              <a:t>Deklarace proměnných</a:t>
            </a:r>
          </a:p>
          <a:p>
            <a:pPr marL="0" indent="0">
              <a:buNone/>
            </a:pPr>
            <a:r>
              <a:rPr lang="cs-CZ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cs-CZ" sz="1600" dirty="0">
                <a:solidFill>
                  <a:srgbClr val="000000"/>
                </a:solidFill>
                <a:latin typeface="Consolas" panose="020B0609020204030204" pitchFamily="49" charset="0"/>
              </a:rPr>
              <a:t> a, b, c;</a:t>
            </a:r>
            <a:br>
              <a:rPr 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cs-CZ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cs-CZ" sz="2400" dirty="0"/>
              <a:t>Přiřazení a přetypování načtených hodnot</a:t>
            </a:r>
            <a:br>
              <a:rPr lang="cs-CZ" sz="2400" dirty="0"/>
            </a:br>
            <a:endParaRPr lang="cs-CZ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a =</a:t>
            </a:r>
            <a:r>
              <a:rPr lang="cs-CZ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.Parse(Console.ReadLine());</a:t>
            </a:r>
          </a:p>
          <a:p>
            <a:pPr marL="0" indent="0">
              <a:buNone/>
            </a:pPr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b = </a:t>
            </a:r>
            <a:r>
              <a:rPr lang="it-IT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.Parse(Console.ReadLine());</a:t>
            </a:r>
          </a:p>
          <a:p>
            <a:pPr marL="0" indent="0">
              <a:buNone/>
            </a:pPr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c = </a:t>
            </a:r>
            <a:r>
              <a:rPr lang="it-IT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.Parse(Console.ReadLine());</a:t>
            </a:r>
            <a:endParaRPr lang="cs-CZ" sz="1600" dirty="0"/>
          </a:p>
          <a:p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CE1C585-EBCF-8717-C2DD-044A3C84E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rtl="0">
              <a:spcAft>
                <a:spcPts val="600"/>
              </a:spcAft>
            </a:pPr>
            <a:fld id="{34B7E4EF-A1BD-40F4-AB7B-04F084DD991D}" type="slidenum">
              <a:rPr lang="en-US" smtClean="0"/>
              <a:pPr rtl="0"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00CA8143-15BB-6030-8E23-99AE26FABAF1}"/>
              </a:ext>
            </a:extLst>
          </p:cNvPr>
          <p:cNvSpPr/>
          <p:nvPr/>
        </p:nvSpPr>
        <p:spPr>
          <a:xfrm>
            <a:off x="730491" y="2505074"/>
            <a:ext cx="4809697" cy="37897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EAC1105-5119-B27E-251D-B39D556193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Budeme načítat čísla</a:t>
            </a:r>
          </a:p>
        </p:txBody>
      </p:sp>
      <p:pic>
        <p:nvPicPr>
          <p:cNvPr id="7" name="Zástupný obsah 7">
            <a:extLst>
              <a:ext uri="{FF2B5EF4-FFF2-40B4-BE49-F238E27FC236}">
                <a16:creationId xmlns:a16="http://schemas.microsoft.com/office/drawing/2014/main" id="{08CA166C-9BFD-0E0A-7AF5-ED0E2B520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04" y="2996615"/>
            <a:ext cx="4179870" cy="140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211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délník 11">
            <a:extLst>
              <a:ext uri="{FF2B5EF4-FFF2-40B4-BE49-F238E27FC236}">
                <a16:creationId xmlns:a16="http://schemas.microsoft.com/office/drawing/2014/main" id="{2CF9DBEA-64DB-4586-D032-385BC104CA07}"/>
              </a:ext>
            </a:extLst>
          </p:cNvPr>
          <p:cNvSpPr/>
          <p:nvPr/>
        </p:nvSpPr>
        <p:spPr>
          <a:xfrm>
            <a:off x="6064625" y="2505075"/>
            <a:ext cx="5565401" cy="37962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B48777E-3CF5-7678-00C9-6DF828D31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cs-CZ" sz="5400" dirty="0"/>
              <a:t>Výstupní operace – výpis do konzole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AEAFE9C-B203-67A1-8AAA-7338D245A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cs-CZ" dirty="0"/>
              <a:t>Vývojový diagram</a:t>
            </a:r>
          </a:p>
        </p:txBody>
      </p:sp>
      <p:sp>
        <p:nvSpPr>
          <p:cNvPr id="8" name="Zástupný text 7">
            <a:extLst>
              <a:ext uri="{FF2B5EF4-FFF2-40B4-BE49-F238E27FC236}">
                <a16:creationId xmlns:a16="http://schemas.microsoft.com/office/drawing/2014/main" id="{9B11E3BB-75DF-B3AB-E992-11FCEE1AFF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cs-CZ" dirty="0"/>
              <a:t>C#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9268AC46-C003-E17C-EB82-408DF536B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10269"/>
            <a:ext cx="5457826" cy="3684588"/>
          </a:xfrm>
        </p:spPr>
        <p:txBody>
          <a:bodyPr>
            <a:normAutofit/>
          </a:bodyPr>
          <a:lstStyle/>
          <a:p>
            <a:r>
              <a:rPr lang="cs-CZ" sz="2400" dirty="0"/>
              <a:t>Postupný výpis proměnných</a:t>
            </a:r>
            <a:br>
              <a:rPr lang="cs-CZ" sz="2400" dirty="0"/>
            </a:br>
            <a:endParaRPr lang="cs-CZ" sz="2400" dirty="0"/>
          </a:p>
          <a:p>
            <a:pPr marL="0" indent="0">
              <a:buNone/>
            </a:pPr>
            <a:r>
              <a:rPr lang="it-IT" sz="1600" dirty="0">
                <a:solidFill>
                  <a:srgbClr val="0F9ED5"/>
                </a:solidFill>
                <a:latin typeface="Consolas" panose="020B0609020204030204" pitchFamily="49" charset="0"/>
              </a:rPr>
              <a:t>Console</a:t>
            </a:r>
            <a:r>
              <a:rPr lang="it-IT" sz="1600" dirty="0">
                <a:latin typeface="Consolas" panose="020B0609020204030204" pitchFamily="49" charset="0"/>
              </a:rPr>
              <a:t>.WriteLine(a);</a:t>
            </a:r>
          </a:p>
          <a:p>
            <a:pPr marL="0" indent="0">
              <a:buNone/>
            </a:pPr>
            <a:r>
              <a:rPr lang="it-IT" sz="1600" dirty="0">
                <a:solidFill>
                  <a:srgbClr val="0F9ED5"/>
                </a:solidFill>
                <a:latin typeface="Consolas" panose="020B0609020204030204" pitchFamily="49" charset="0"/>
              </a:rPr>
              <a:t>Console</a:t>
            </a:r>
            <a:r>
              <a:rPr lang="it-IT" sz="1600" dirty="0">
                <a:latin typeface="Consolas" panose="020B0609020204030204" pitchFamily="49" charset="0"/>
              </a:rPr>
              <a:t>.WriteLine(b);</a:t>
            </a:r>
          </a:p>
          <a:p>
            <a:pPr marL="0" indent="0">
              <a:buNone/>
            </a:pPr>
            <a:r>
              <a:rPr lang="it-IT" sz="1600" dirty="0">
                <a:solidFill>
                  <a:srgbClr val="0F9ED5"/>
                </a:solidFill>
                <a:latin typeface="Consolas" panose="020B0609020204030204" pitchFamily="49" charset="0"/>
              </a:rPr>
              <a:t>Console</a:t>
            </a:r>
            <a:r>
              <a:rPr lang="it-IT" sz="1600" dirty="0">
                <a:latin typeface="Consolas" panose="020B0609020204030204" pitchFamily="49" charset="0"/>
              </a:rPr>
              <a:t>.WriteLine(c);</a:t>
            </a:r>
          </a:p>
          <a:p>
            <a:pPr marL="0" indent="0">
              <a:buNone/>
            </a:pPr>
            <a:endParaRPr lang="cs-CZ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cs-CZ" sz="2400" dirty="0"/>
              <a:t>Vypsání s formátovaným řetězcem</a:t>
            </a:r>
            <a:br>
              <a:rPr lang="cs-CZ" sz="2400" dirty="0"/>
            </a:br>
            <a:endParaRPr lang="cs-CZ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1600" dirty="0" err="1">
                <a:solidFill>
                  <a:srgbClr val="0F9ED5"/>
                </a:solidFill>
                <a:latin typeface="Consolas" panose="020B0609020204030204" pitchFamily="49" charset="0"/>
              </a:rPr>
              <a:t>Console</a:t>
            </a:r>
            <a:r>
              <a:rPr lang="cs-CZ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cs-CZ" sz="1600" dirty="0">
                <a:solidFill>
                  <a:srgbClr val="000000"/>
                </a:solidFill>
                <a:latin typeface="Consolas" panose="020B0609020204030204" pitchFamily="49" charset="0"/>
              </a:rPr>
              <a:t>($“{a}, {b}, {c}“);</a:t>
            </a:r>
            <a:endParaRPr lang="cs-CZ" sz="18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CE1C585-EBCF-8717-C2DD-044A3C84E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rtl="0">
              <a:spcAft>
                <a:spcPts val="600"/>
              </a:spcAft>
            </a:pPr>
            <a:fld id="{34B7E4EF-A1BD-40F4-AB7B-04F084DD991D}" type="slidenum">
              <a:rPr lang="en-US" smtClean="0"/>
              <a:pPr rtl="0"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00CA8143-15BB-6030-8E23-99AE26FABAF1}"/>
              </a:ext>
            </a:extLst>
          </p:cNvPr>
          <p:cNvSpPr/>
          <p:nvPr/>
        </p:nvSpPr>
        <p:spPr>
          <a:xfrm>
            <a:off x="730491" y="2505074"/>
            <a:ext cx="4809697" cy="37897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EAC1105-5119-B27E-251D-B39D55619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299585" cy="3378200"/>
          </a:xfrm>
        </p:spPr>
        <p:txBody>
          <a:bodyPr>
            <a:normAutofit/>
          </a:bodyPr>
          <a:lstStyle/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Budeme předpokládat, že proměnné jsou čísla</a:t>
            </a:r>
          </a:p>
        </p:txBody>
      </p:sp>
      <p:pic>
        <p:nvPicPr>
          <p:cNvPr id="3" name="Zástupný obsah 23">
            <a:extLst>
              <a:ext uri="{FF2B5EF4-FFF2-40B4-BE49-F238E27FC236}">
                <a16:creationId xmlns:a16="http://schemas.microsoft.com/office/drawing/2014/main" id="{9BF5344B-7875-4B35-B727-ABE7B4EEF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782" y="2984126"/>
            <a:ext cx="3327640" cy="149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371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délník 11">
            <a:extLst>
              <a:ext uri="{FF2B5EF4-FFF2-40B4-BE49-F238E27FC236}">
                <a16:creationId xmlns:a16="http://schemas.microsoft.com/office/drawing/2014/main" id="{2CF9DBEA-64DB-4586-D032-385BC104CA07}"/>
              </a:ext>
            </a:extLst>
          </p:cNvPr>
          <p:cNvSpPr/>
          <p:nvPr/>
        </p:nvSpPr>
        <p:spPr>
          <a:xfrm>
            <a:off x="6064625" y="2505075"/>
            <a:ext cx="5565401" cy="37962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B48777E-3CF5-7678-00C9-6DF828D31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cs-CZ" sz="5400" dirty="0"/>
              <a:t>Rozhodovací blok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AEAFE9C-B203-67A1-8AAA-7338D245A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cs-CZ" dirty="0"/>
              <a:t>Vývojový diagram</a:t>
            </a:r>
          </a:p>
        </p:txBody>
      </p:sp>
      <p:sp>
        <p:nvSpPr>
          <p:cNvPr id="8" name="Zástupný text 7">
            <a:extLst>
              <a:ext uri="{FF2B5EF4-FFF2-40B4-BE49-F238E27FC236}">
                <a16:creationId xmlns:a16="http://schemas.microsoft.com/office/drawing/2014/main" id="{9B11E3BB-75DF-B3AB-E992-11FCEE1AFF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cs-CZ" dirty="0"/>
              <a:t>C#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9268AC46-C003-E17C-EB82-408DF536B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10269"/>
            <a:ext cx="5457826" cy="368458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br>
              <a:rPr lang="cs-CZ" sz="2400" dirty="0"/>
            </a:br>
            <a:r>
              <a:rPr lang="cs-CZ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 (PODMÍNKA)</a:t>
            </a:r>
          </a:p>
          <a:p>
            <a:pPr marL="0" indent="0">
              <a:buNone/>
            </a:pPr>
            <a:r>
              <a:rPr 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   {                </a:t>
            </a:r>
          </a:p>
          <a:p>
            <a:pPr marL="0" indent="0">
              <a:buNone/>
            </a:pPr>
            <a:r>
              <a:rPr 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cs-CZ" sz="2400" dirty="0">
                <a:solidFill>
                  <a:srgbClr val="008000"/>
                </a:solidFill>
                <a:latin typeface="Consolas" panose="020B0609020204030204" pitchFamily="49" charset="0"/>
              </a:rPr>
              <a:t>// POKUD JE PODMÍNKA SPLNĚNÁ</a:t>
            </a:r>
            <a:endParaRPr lang="cs-CZ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cs-CZ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cs-CZ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pPr marL="0" indent="0">
              <a:buNone/>
            </a:pPr>
            <a:r>
              <a:rPr 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cs-CZ" sz="2400" dirty="0">
                <a:solidFill>
                  <a:srgbClr val="008000"/>
                </a:solidFill>
                <a:latin typeface="Consolas" panose="020B0609020204030204" pitchFamily="49" charset="0"/>
              </a:rPr>
              <a:t>// POKUD PODMÍNKA NENÍ SPLNĚNA</a:t>
            </a:r>
            <a:endParaRPr lang="cs-CZ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24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  <a:endParaRPr lang="cs-CZ" sz="16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CE1C585-EBCF-8717-C2DD-044A3C84E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rtl="0">
              <a:spcAft>
                <a:spcPts val="600"/>
              </a:spcAft>
            </a:pPr>
            <a:fld id="{34B7E4EF-A1BD-40F4-AB7B-04F084DD991D}" type="slidenum">
              <a:rPr lang="en-US" smtClean="0"/>
              <a:pPr rtl="0"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00CA8143-15BB-6030-8E23-99AE26FABAF1}"/>
              </a:ext>
            </a:extLst>
          </p:cNvPr>
          <p:cNvSpPr/>
          <p:nvPr/>
        </p:nvSpPr>
        <p:spPr>
          <a:xfrm>
            <a:off x="730491" y="2505074"/>
            <a:ext cx="4809697" cy="37897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EAC1105-5119-B27E-251D-B39D556193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Podmínka musí být pravda/nepravda</a:t>
            </a:r>
          </a:p>
        </p:txBody>
      </p:sp>
      <p:pic>
        <p:nvPicPr>
          <p:cNvPr id="10" name="Zástupný obsah 8">
            <a:extLst>
              <a:ext uri="{FF2B5EF4-FFF2-40B4-BE49-F238E27FC236}">
                <a16:creationId xmlns:a16="http://schemas.microsoft.com/office/drawing/2014/main" id="{EB6FE43C-F638-6048-27D2-54AE6ABAF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88" y="2621655"/>
            <a:ext cx="4184650" cy="201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242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délník 11">
            <a:extLst>
              <a:ext uri="{FF2B5EF4-FFF2-40B4-BE49-F238E27FC236}">
                <a16:creationId xmlns:a16="http://schemas.microsoft.com/office/drawing/2014/main" id="{2CF9DBEA-64DB-4586-D032-385BC104CA07}"/>
              </a:ext>
            </a:extLst>
          </p:cNvPr>
          <p:cNvSpPr/>
          <p:nvPr/>
        </p:nvSpPr>
        <p:spPr>
          <a:xfrm>
            <a:off x="6064625" y="2505075"/>
            <a:ext cx="5565401" cy="37962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B48777E-3CF5-7678-00C9-6DF828D31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 fontScale="90000"/>
          </a:bodyPr>
          <a:lstStyle/>
          <a:p>
            <a:r>
              <a:rPr lang="cs-CZ" sz="5400" dirty="0"/>
              <a:t>Cyklus s neznámým počtem opakování 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AEAFE9C-B203-67A1-8AAA-7338D245A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cs-CZ" dirty="0"/>
              <a:t>Vývojový diagram</a:t>
            </a:r>
          </a:p>
        </p:txBody>
      </p:sp>
      <p:sp>
        <p:nvSpPr>
          <p:cNvPr id="8" name="Zástupný text 7">
            <a:extLst>
              <a:ext uri="{FF2B5EF4-FFF2-40B4-BE49-F238E27FC236}">
                <a16:creationId xmlns:a16="http://schemas.microsoft.com/office/drawing/2014/main" id="{9B11E3BB-75DF-B3AB-E992-11FCEE1AFF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cs-CZ" dirty="0"/>
              <a:t>C#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9268AC46-C003-E17C-EB82-408DF536B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10269"/>
            <a:ext cx="5457826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cs-CZ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cs-CZ" sz="1600" dirty="0">
                <a:latin typeface="Consolas" panose="020B0609020204030204" pitchFamily="49" charset="0"/>
              </a:rPr>
              <a:t>(</a:t>
            </a:r>
            <a:r>
              <a:rPr lang="cs-CZ" sz="1600" dirty="0">
                <a:solidFill>
                  <a:srgbClr val="000000"/>
                </a:solidFill>
                <a:latin typeface="Consolas" panose="020B0609020204030204" pitchFamily="49" charset="0"/>
              </a:rPr>
              <a:t>PODMÍNKA)</a:t>
            </a:r>
          </a:p>
          <a:p>
            <a:pPr marL="0" indent="0">
              <a:buNone/>
            </a:pPr>
            <a:r>
              <a:rPr lang="cs-CZ" sz="1600" dirty="0">
                <a:solidFill>
                  <a:srgbClr val="000000"/>
                </a:solidFill>
                <a:latin typeface="Consolas" panose="020B0609020204030204" pitchFamily="49" charset="0"/>
              </a:rPr>
              <a:t>   {                </a:t>
            </a:r>
          </a:p>
          <a:p>
            <a:pPr marL="0" indent="0">
              <a:buNone/>
            </a:pPr>
            <a:r>
              <a:rPr lang="cs-CZ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cs-CZ" sz="1600" dirty="0">
                <a:solidFill>
                  <a:srgbClr val="008000"/>
                </a:solidFill>
                <a:latin typeface="Consolas" panose="020B0609020204030204" pitchFamily="49" charset="0"/>
              </a:rPr>
              <a:t>// POKUD JE PODMÍNKA SPLNĚNA</a:t>
            </a:r>
            <a:endParaRPr lang="cs-CZ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16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endParaRPr lang="cs-CZ" sz="2400" dirty="0"/>
          </a:p>
          <a:p>
            <a:r>
              <a:rPr lang="cs-CZ" sz="2400" dirty="0"/>
              <a:t>Kód v cyklu se nemusí provést, pokud při první kontrole podmínka není splněna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CE1C585-EBCF-8717-C2DD-044A3C84E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rtl="0">
              <a:spcAft>
                <a:spcPts val="600"/>
              </a:spcAft>
            </a:pPr>
            <a:fld id="{34B7E4EF-A1BD-40F4-AB7B-04F084DD991D}" type="slidenum">
              <a:rPr lang="en-US" smtClean="0"/>
              <a:pPr rtl="0"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00CA8143-15BB-6030-8E23-99AE26FABAF1}"/>
              </a:ext>
            </a:extLst>
          </p:cNvPr>
          <p:cNvSpPr/>
          <p:nvPr/>
        </p:nvSpPr>
        <p:spPr>
          <a:xfrm>
            <a:off x="730491" y="2505074"/>
            <a:ext cx="4809697" cy="37897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EAC1105-5119-B27E-251D-B39D556193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Podmínka na začátku</a:t>
            </a:r>
          </a:p>
        </p:txBody>
      </p:sp>
      <p:pic>
        <p:nvPicPr>
          <p:cNvPr id="15" name="Obrázek 14">
            <a:extLst>
              <a:ext uri="{FF2B5EF4-FFF2-40B4-BE49-F238E27FC236}">
                <a16:creationId xmlns:a16="http://schemas.microsoft.com/office/drawing/2014/main" id="{1DB3DDEC-1CE8-F769-3E32-A730D68DF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001" y="2619794"/>
            <a:ext cx="3114675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40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délník 11">
            <a:extLst>
              <a:ext uri="{FF2B5EF4-FFF2-40B4-BE49-F238E27FC236}">
                <a16:creationId xmlns:a16="http://schemas.microsoft.com/office/drawing/2014/main" id="{2CF9DBEA-64DB-4586-D032-385BC104CA07}"/>
              </a:ext>
            </a:extLst>
          </p:cNvPr>
          <p:cNvSpPr/>
          <p:nvPr/>
        </p:nvSpPr>
        <p:spPr>
          <a:xfrm>
            <a:off x="6064625" y="2505075"/>
            <a:ext cx="5565401" cy="37962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B48777E-3CF5-7678-00C9-6DF828D31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 fontScale="90000"/>
          </a:bodyPr>
          <a:lstStyle/>
          <a:p>
            <a:r>
              <a:rPr lang="cs-CZ" sz="5400" dirty="0"/>
              <a:t>Cyklus s neznámým počtem opakování 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AEAFE9C-B203-67A1-8AAA-7338D245A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cs-CZ" dirty="0"/>
              <a:t>Vývojový diagram</a:t>
            </a:r>
          </a:p>
        </p:txBody>
      </p:sp>
      <p:sp>
        <p:nvSpPr>
          <p:cNvPr id="8" name="Zástupný text 7">
            <a:extLst>
              <a:ext uri="{FF2B5EF4-FFF2-40B4-BE49-F238E27FC236}">
                <a16:creationId xmlns:a16="http://schemas.microsoft.com/office/drawing/2014/main" id="{9B11E3BB-75DF-B3AB-E992-11FCEE1AFF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cs-CZ" dirty="0"/>
              <a:t>C#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9268AC46-C003-E17C-EB82-408DF536B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10269"/>
            <a:ext cx="5457826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1600" dirty="0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</a:p>
          <a:p>
            <a:pPr marL="0" indent="0">
              <a:buNone/>
            </a:pPr>
            <a:r>
              <a:rPr lang="cs-CZ" sz="1600" dirty="0">
                <a:solidFill>
                  <a:srgbClr val="000000"/>
                </a:solidFill>
                <a:latin typeface="Consolas" panose="020B0609020204030204" pitchFamily="49" charset="0"/>
              </a:rPr>
              <a:t>{                </a:t>
            </a:r>
          </a:p>
          <a:p>
            <a:pPr marL="0" indent="0">
              <a:buNone/>
            </a:pPr>
            <a:r>
              <a:rPr lang="cs-CZ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cs-CZ" sz="1600" dirty="0">
                <a:solidFill>
                  <a:srgbClr val="008000"/>
                </a:solidFill>
                <a:latin typeface="Consolas" panose="020B0609020204030204" pitchFamily="49" charset="0"/>
              </a:rPr>
              <a:t>// POKUD JE PODMÍNKA SPLNĚNÁ</a:t>
            </a:r>
            <a:endParaRPr lang="cs-CZ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cs-CZ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cs-CZ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cs-CZ" sz="1600" dirty="0">
                <a:solidFill>
                  <a:srgbClr val="000000"/>
                </a:solidFill>
                <a:latin typeface="Consolas" panose="020B0609020204030204" pitchFamily="49" charset="0"/>
              </a:rPr>
              <a:t>(PODMÍNKA);</a:t>
            </a:r>
          </a:p>
          <a:p>
            <a:endParaRPr lang="cs-CZ" sz="2400" dirty="0"/>
          </a:p>
          <a:p>
            <a:r>
              <a:rPr lang="cs-CZ" sz="2400" dirty="0"/>
              <a:t>Kód v cyklu se vždy alespoň jednou vykoná</a:t>
            </a:r>
          </a:p>
          <a:p>
            <a:r>
              <a:rPr lang="cs-CZ" sz="2400" dirty="0"/>
              <a:t>Další opakování závisí na splnění podmínky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CE1C585-EBCF-8717-C2DD-044A3C84E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rtl="0">
              <a:spcAft>
                <a:spcPts val="600"/>
              </a:spcAft>
            </a:pPr>
            <a:fld id="{34B7E4EF-A1BD-40F4-AB7B-04F084DD991D}" type="slidenum">
              <a:rPr lang="en-US" smtClean="0"/>
              <a:pPr rtl="0"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00CA8143-15BB-6030-8E23-99AE26FABAF1}"/>
              </a:ext>
            </a:extLst>
          </p:cNvPr>
          <p:cNvSpPr/>
          <p:nvPr/>
        </p:nvSpPr>
        <p:spPr>
          <a:xfrm>
            <a:off x="730491" y="2505074"/>
            <a:ext cx="4809697" cy="37897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EAC1105-5119-B27E-251D-B39D556193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Podmínka na konci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9B1EE6F4-97CD-6E6B-B1C2-A74527538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613" y="2505073"/>
            <a:ext cx="2366963" cy="314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70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Nadpis 6"/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cs-CZ" dirty="0"/>
              <a:t>Praktická úloha</a:t>
            </a:r>
          </a:p>
        </p:txBody>
      </p:sp>
      <p:pic>
        <p:nvPicPr>
          <p:cNvPr id="10" name="Obrázek 9"/>
          <p:cNvPicPr>
            <a:picLocks noChangeAspect="1"/>
          </p:cNvPicPr>
          <p:nvPr/>
        </p:nvPicPr>
        <p:blipFill rotWithShape="1">
          <a:blip r:embed="rId2"/>
          <a:srcRect l="410" r="3025"/>
          <a:stretch/>
        </p:blipFill>
        <p:spPr>
          <a:xfrm>
            <a:off x="643192" y="1919254"/>
            <a:ext cx="5451627" cy="26994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ástupný symbol pro obsah 7"/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r>
              <a:rPr lang="cs-CZ" u="sng" dirty="0"/>
              <a:t>Vytvoříme konzolovou aplikaci, která:</a:t>
            </a:r>
          </a:p>
          <a:p>
            <a:r>
              <a:rPr lang="cs-CZ" dirty="0"/>
              <a:t>načítá čísla od uživatele</a:t>
            </a:r>
          </a:p>
          <a:p>
            <a:r>
              <a:rPr lang="cs-CZ" dirty="0"/>
              <a:t>ukládá jejich součet</a:t>
            </a:r>
          </a:p>
          <a:p>
            <a:r>
              <a:rPr lang="cs-CZ" dirty="0"/>
              <a:t>počítá počet zadaných hodnot</a:t>
            </a:r>
          </a:p>
          <a:p>
            <a:r>
              <a:rPr lang="cs-CZ" dirty="0"/>
              <a:t>skončí po zadání hodnoty -1</a:t>
            </a:r>
          </a:p>
          <a:p>
            <a:r>
              <a:rPr lang="cs-CZ" u="sng" dirty="0"/>
              <a:t>Poznámka</a:t>
            </a:r>
          </a:p>
          <a:p>
            <a:r>
              <a:rPr lang="cs-CZ" dirty="0"/>
              <a:t>Hodnota -1 se do výsledků nezapočítává.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10940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Praktická úloha</a:t>
            </a:r>
          </a:p>
        </p:txBody>
      </p:sp>
      <p:graphicFrame>
        <p:nvGraphicFramePr>
          <p:cNvPr id="5" name="Zástupný symbol pro obsah 2">
            <a:extLst>
              <a:ext uri="{FF2B5EF4-FFF2-40B4-BE49-F238E27FC236}">
                <a16:creationId xmlns:a16="http://schemas.microsoft.com/office/drawing/2014/main" id="{F29715D1-7F00-E6CB-69ED-2C8DFCCBE0C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9243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>
                <a:solidFill>
                  <a:schemeClr val="tx1">
                    <a:lumMod val="85000"/>
                    <a:lumOff val="15000"/>
                  </a:schemeClr>
                </a:solidFill>
              </a:rPr>
              <a:t>Hotová implementace</a:t>
            </a:r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1041" y="640081"/>
            <a:ext cx="5118133" cy="5054156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8906161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22C7D1-EE9E-4242-B577-CD53C439A6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F52871-FF00-4D4A-8396-DA8C6A507140}">
  <ds:schemaRefs>
    <ds:schemaRef ds:uri="http://schemas.microsoft.com/office/2006/documentManagement/types"/>
    <ds:schemaRef ds:uri="http://www.w3.org/XML/1998/namespace"/>
    <ds:schemaRef ds:uri="3eb61919-e7f8-4a11-8db4-9145fbd21da9"/>
    <ds:schemaRef ds:uri="http://schemas.microsoft.com/office/2006/metadata/properties"/>
    <ds:schemaRef ds:uri="http://purl.org/dc/elements/1.1/"/>
    <ds:schemaRef ds:uri="09a37b55-a4d7-45bd-a73f-33c2b1d41898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1C9C2C3-2855-47B8-903A-C246F67D92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300</Words>
  <Application>Microsoft Office PowerPoint</Application>
  <PresentationFormat>Širokoúhlá obrazovka</PresentationFormat>
  <Paragraphs>133</Paragraphs>
  <Slides>12</Slides>
  <Notes>7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3" baseType="lpstr">
      <vt:lpstr>Retrospect</vt:lpstr>
      <vt:lpstr>Konzolová aplikace v C#</vt:lpstr>
      <vt:lpstr>Značky používané ve vývojových diagramech</vt:lpstr>
      <vt:lpstr>Převedení diagramu na kód</vt:lpstr>
      <vt:lpstr>Programový blok</vt:lpstr>
      <vt:lpstr>Vstupní operace – čtení z konzole</vt:lpstr>
      <vt:lpstr>Výstupní operace – výpis do konzole</vt:lpstr>
      <vt:lpstr>Rozhodovací blok</vt:lpstr>
      <vt:lpstr>Cyklus s neznámým počtem opakování </vt:lpstr>
      <vt:lpstr>Cyklus s neznámým počtem opakování </vt:lpstr>
      <vt:lpstr>Praktická úloha</vt:lpstr>
      <vt:lpstr>Praktická úloha</vt:lpstr>
      <vt:lpstr>Hotová implementace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</dc:title>
  <dc:creator>Sládeček David</dc:creator>
  <cp:lastModifiedBy>Sládeček David</cp:lastModifiedBy>
  <cp:revision>653</cp:revision>
  <dcterms:created xsi:type="dcterms:W3CDTF">2025-10-12T16:48:06Z</dcterms:created>
  <dcterms:modified xsi:type="dcterms:W3CDTF">2026-05-14T08:35:14Z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</Properties>
</file>