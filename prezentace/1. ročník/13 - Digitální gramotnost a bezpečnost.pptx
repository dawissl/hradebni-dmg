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9"/>
  </p:notes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FFFBE5-E8A8-43A0-ABEF-81F5848E3597}" v="382" dt="2025-12-16T10:39:08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723E4FB-8B83-47CC-8875-BF609734F302}"/>
    <pc:docChg chg="modSld">
      <pc:chgData name="Sládeček David" userId="S::sladecek@hradebni.cz::474d93f0-3a32-49cc-b837-47806091b590" providerId="AD" clId="Web-{3723E4FB-8B83-47CC-8875-BF609734F302}" dt="2025-12-12T05:57:36.335" v="9" actId="20577"/>
      <pc:docMkLst>
        <pc:docMk/>
      </pc:docMkLst>
      <pc:sldChg chg="modSp">
        <pc:chgData name="Sládeček David" userId="S::sladecek@hradebni.cz::474d93f0-3a32-49cc-b837-47806091b590" providerId="AD" clId="Web-{3723E4FB-8B83-47CC-8875-BF609734F302}" dt="2025-12-12T05:57:36.335" v="9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3723E4FB-8B83-47CC-8875-BF609734F302}" dt="2025-12-12T05:57:36.335" v="9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  <pc:docChgLst>
    <pc:chgData name="Sládeček David" userId="S::sladecek@hradebni.cz::474d93f0-3a32-49cc-b837-47806091b590" providerId="AD" clId="Web-{03FFFBE5-E8A8-43A0-ABEF-81F5848E3597}"/>
    <pc:docChg chg="addSld modSld">
      <pc:chgData name="Sládeček David" userId="S::sladecek@hradebni.cz::474d93f0-3a32-49cc-b837-47806091b590" providerId="AD" clId="Web-{03FFFBE5-E8A8-43A0-ABEF-81F5848E3597}" dt="2025-12-16T10:39:07.609" v="362" actId="20577"/>
      <pc:docMkLst>
        <pc:docMk/>
      </pc:docMkLst>
      <pc:sldChg chg="modSp new">
        <pc:chgData name="Sládeček David" userId="S::sladecek@hradebni.cz::474d93f0-3a32-49cc-b837-47806091b590" providerId="AD" clId="Web-{03FFFBE5-E8A8-43A0-ABEF-81F5848E3597}" dt="2025-12-16T10:20:43.952" v="15" actId="20577"/>
        <pc:sldMkLst>
          <pc:docMk/>
          <pc:sldMk cId="4267540812" sldId="257"/>
        </pc:sldMkLst>
        <pc:spChg chg="mod">
          <ac:chgData name="Sládeček David" userId="S::sladecek@hradebni.cz::474d93f0-3a32-49cc-b837-47806091b590" providerId="AD" clId="Web-{03FFFBE5-E8A8-43A0-ABEF-81F5848E3597}" dt="2025-12-16T10:20:15.701" v="2" actId="20577"/>
          <ac:spMkLst>
            <pc:docMk/>
            <pc:sldMk cId="4267540812" sldId="257"/>
            <ac:spMk id="2" creationId="{629869F3-CCCA-DF19-C934-B0DB35E344A8}"/>
          </ac:spMkLst>
        </pc:spChg>
        <pc:spChg chg="mod">
          <ac:chgData name="Sládeček David" userId="S::sladecek@hradebni.cz::474d93f0-3a32-49cc-b837-47806091b590" providerId="AD" clId="Web-{03FFFBE5-E8A8-43A0-ABEF-81F5848E3597}" dt="2025-12-16T10:20:43.952" v="15" actId="20577"/>
          <ac:spMkLst>
            <pc:docMk/>
            <pc:sldMk cId="4267540812" sldId="257"/>
            <ac:spMk id="3" creationId="{99BCD2B7-6AFE-4D3F-78F9-66613C2D801D}"/>
          </ac:spMkLst>
        </pc:spChg>
      </pc:sldChg>
      <pc:sldChg chg="addSp modSp new mod setBg">
        <pc:chgData name="Sládeček David" userId="S::sladecek@hradebni.cz::474d93f0-3a32-49cc-b837-47806091b590" providerId="AD" clId="Web-{03FFFBE5-E8A8-43A0-ABEF-81F5848E3597}" dt="2025-12-16T10:29:49.058" v="321"/>
        <pc:sldMkLst>
          <pc:docMk/>
          <pc:sldMk cId="1473632039" sldId="258"/>
        </pc:sldMkLst>
        <pc:spChg chg="mo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2" creationId="{04D30C7B-BE63-82B4-99AC-8A42C66AAAB4}"/>
          </ac:spMkLst>
        </pc:spChg>
        <pc:spChg chg="mo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3" creationId="{685BE50F-1794-BE74-D069-029388B4BE42}"/>
          </ac:spMkLst>
        </pc:spChg>
        <pc:spChg chg="ad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9" creationId="{311973C2-EB8B-452A-A698-4A252FD3AE28}"/>
          </ac:spMkLst>
        </pc:spChg>
        <pc:spChg chg="add">
          <ac:chgData name="Sládeček David" userId="S::sladecek@hradebni.cz::474d93f0-3a32-49cc-b837-47806091b590" providerId="AD" clId="Web-{03FFFBE5-E8A8-43A0-ABEF-81F5848E3597}" dt="2025-12-16T10:29:49.058" v="321"/>
          <ac:spMkLst>
            <pc:docMk/>
            <pc:sldMk cId="1473632039" sldId="258"/>
            <ac:spMk id="11" creationId="{10162E77-11AD-44A7-84EC-40C59EEFBD2E}"/>
          </ac:spMkLst>
        </pc:spChg>
        <pc:picChg chg="add">
          <ac:chgData name="Sládeček David" userId="S::sladecek@hradebni.cz::474d93f0-3a32-49cc-b837-47806091b590" providerId="AD" clId="Web-{03FFFBE5-E8A8-43A0-ABEF-81F5848E3597}" dt="2025-12-16T10:29:49.058" v="321"/>
          <ac:picMkLst>
            <pc:docMk/>
            <pc:sldMk cId="1473632039" sldId="258"/>
            <ac:picMk id="5" creationId="{654CD7E0-9E69-15C7-0234-39B1EDB68959}"/>
          </ac:picMkLst>
        </pc:picChg>
        <pc:cxnChg chg="add">
          <ac:chgData name="Sládeček David" userId="S::sladecek@hradebni.cz::474d93f0-3a32-49cc-b837-47806091b590" providerId="AD" clId="Web-{03FFFBE5-E8A8-43A0-ABEF-81F5848E3597}" dt="2025-12-16T10:29:49.058" v="321"/>
          <ac:cxnSpMkLst>
            <pc:docMk/>
            <pc:sldMk cId="1473632039" sldId="258"/>
            <ac:cxnSpMk id="13" creationId="{5AB158E9-1B40-4CD6-95F0-95CA11DF7B7A}"/>
          </ac:cxnSpMkLst>
        </pc:cxnChg>
      </pc:sldChg>
      <pc:sldChg chg="addSp modSp new mod modClrScheme chgLayout">
        <pc:chgData name="Sládeček David" userId="S::sladecek@hradebni.cz::474d93f0-3a32-49cc-b837-47806091b590" providerId="AD" clId="Web-{03FFFBE5-E8A8-43A0-ABEF-81F5848E3597}" dt="2025-12-16T10:25:35.954" v="104" actId="20577"/>
        <pc:sldMkLst>
          <pc:docMk/>
          <pc:sldMk cId="728584780" sldId="259"/>
        </pc:sldMkLst>
        <pc:spChg chg="mod ord">
          <ac:chgData name="Sládeček David" userId="S::sladecek@hradebni.cz::474d93f0-3a32-49cc-b837-47806091b590" providerId="AD" clId="Web-{03FFFBE5-E8A8-43A0-ABEF-81F5848E3597}" dt="2025-12-16T10:22:23.359" v="68"/>
          <ac:spMkLst>
            <pc:docMk/>
            <pc:sldMk cId="728584780" sldId="259"/>
            <ac:spMk id="2" creationId="{923D85B0-B154-89CE-FD09-30EEDED15DA2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3:57.030" v="91" actId="20577"/>
          <ac:spMkLst>
            <pc:docMk/>
            <pc:sldMk cId="728584780" sldId="259"/>
            <ac:spMk id="3" creationId="{79437D04-12DF-10D8-0527-3014464A2F81}"/>
          </ac:spMkLst>
        </pc:spChg>
        <pc:spChg chg="add mod ord">
          <ac:chgData name="Sládeček David" userId="S::sladecek@hradebni.cz::474d93f0-3a32-49cc-b837-47806091b590" providerId="AD" clId="Web-{03FFFBE5-E8A8-43A0-ABEF-81F5848E3597}" dt="2025-12-16T10:25:35.954" v="104" actId="20577"/>
          <ac:spMkLst>
            <pc:docMk/>
            <pc:sldMk cId="728584780" sldId="259"/>
            <ac:spMk id="4" creationId="{D04066B9-0574-50C9-451B-23AD7CB3A9E7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03FFFBE5-E8A8-43A0-ABEF-81F5848E3597}" dt="2025-12-16T10:29:56.339" v="322" actId="20577"/>
        <pc:sldMkLst>
          <pc:docMk/>
          <pc:sldMk cId="1000496981" sldId="260"/>
        </pc:sldMkLst>
        <pc:spChg chg="mod ord">
          <ac:chgData name="Sládeček David" userId="S::sladecek@hradebni.cz::474d93f0-3a32-49cc-b837-47806091b590" providerId="AD" clId="Web-{03FFFBE5-E8A8-43A0-ABEF-81F5848E3597}" dt="2025-12-16T10:26:03.829" v="123" actId="20577"/>
          <ac:spMkLst>
            <pc:docMk/>
            <pc:sldMk cId="1000496981" sldId="260"/>
            <ac:spMk id="2" creationId="{36C773F7-38CD-93F4-2E57-493B7BCF6E2E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7:41.573" v="225" actId="20577"/>
          <ac:spMkLst>
            <pc:docMk/>
            <pc:sldMk cId="1000496981" sldId="260"/>
            <ac:spMk id="3" creationId="{9CFF80DB-DF5A-D672-2376-1A73A6C80D98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29:56.339" v="322" actId="20577"/>
          <ac:spMkLst>
            <pc:docMk/>
            <pc:sldMk cId="1000496981" sldId="260"/>
            <ac:spMk id="4" creationId="{67A9771B-F349-8DB8-ECCC-5E31B6A552F2}"/>
          </ac:spMkLst>
        </pc:spChg>
        <pc:spChg chg="add del mod ord">
          <ac:chgData name="Sládeček David" userId="S::sladecek@hradebni.cz::474d93f0-3a32-49cc-b837-47806091b590" providerId="AD" clId="Web-{03FFFBE5-E8A8-43A0-ABEF-81F5848E3597}" dt="2025-12-16T10:25:59.985" v="120"/>
          <ac:spMkLst>
            <pc:docMk/>
            <pc:sldMk cId="1000496981" sldId="260"/>
            <ac:spMk id="5" creationId="{FFE54B7A-86D2-68CE-5389-176ECF0E2E90}"/>
          </ac:spMkLst>
        </pc:spChg>
        <pc:spChg chg="add del mod ord">
          <ac:chgData name="Sládeček David" userId="S::sladecek@hradebni.cz::474d93f0-3a32-49cc-b837-47806091b590" providerId="AD" clId="Web-{03FFFBE5-E8A8-43A0-ABEF-81F5848E3597}" dt="2025-12-16T10:25:59.985" v="120"/>
          <ac:spMkLst>
            <pc:docMk/>
            <pc:sldMk cId="1000496981" sldId="260"/>
            <ac:spMk id="6" creationId="{91738E7B-2A2B-189A-98D2-3ABE1C01DD40}"/>
          </ac:spMkLst>
        </pc:spChg>
      </pc:sldChg>
      <pc:sldChg chg="delSp modSp new mod modClrScheme chgLayout">
        <pc:chgData name="Sládeček David" userId="S::sladecek@hradebni.cz::474d93f0-3a32-49cc-b837-47806091b590" providerId="AD" clId="Web-{03FFFBE5-E8A8-43A0-ABEF-81F5848E3597}" dt="2025-12-16T10:38:59.015" v="360" actId="20577"/>
        <pc:sldMkLst>
          <pc:docMk/>
          <pc:sldMk cId="1830430625" sldId="261"/>
        </pc:sldMkLst>
        <pc:spChg chg="mod ord">
          <ac:chgData name="Sládeček David" userId="S::sladecek@hradebni.cz::474d93f0-3a32-49cc-b837-47806091b590" providerId="AD" clId="Web-{03FFFBE5-E8A8-43A0-ABEF-81F5848E3597}" dt="2025-12-16T10:35:36.233" v="328" actId="20577"/>
          <ac:spMkLst>
            <pc:docMk/>
            <pc:sldMk cId="1830430625" sldId="261"/>
            <ac:spMk id="2" creationId="{C91C4337-31D6-151D-EE09-C6C6B36E8B2F}"/>
          </ac:spMkLst>
        </pc:spChg>
        <pc:spChg chg="mod ord">
          <ac:chgData name="Sládeček David" userId="S::sladecek@hradebni.cz::474d93f0-3a32-49cc-b837-47806091b590" providerId="AD" clId="Web-{03FFFBE5-E8A8-43A0-ABEF-81F5848E3597}" dt="2025-12-16T10:38:59.015" v="360" actId="20577"/>
          <ac:spMkLst>
            <pc:docMk/>
            <pc:sldMk cId="1830430625" sldId="261"/>
            <ac:spMk id="3" creationId="{A20083D5-7D9C-B29C-700F-E5C566B71D25}"/>
          </ac:spMkLst>
        </pc:spChg>
        <pc:spChg chg="del">
          <ac:chgData name="Sládeček David" userId="S::sladecek@hradebni.cz::474d93f0-3a32-49cc-b837-47806091b590" providerId="AD" clId="Web-{03FFFBE5-E8A8-43A0-ABEF-81F5848E3597}" dt="2025-12-16T10:35:10.982" v="324"/>
          <ac:spMkLst>
            <pc:docMk/>
            <pc:sldMk cId="1830430625" sldId="261"/>
            <ac:spMk id="4" creationId="{C1D4A191-F157-5982-5AC6-EBDBADCDBA6E}"/>
          </ac:spMkLst>
        </pc:spChg>
      </pc:sldChg>
      <pc:sldChg chg="modSp new">
        <pc:chgData name="Sládeček David" userId="S::sladecek@hradebni.cz::474d93f0-3a32-49cc-b837-47806091b590" providerId="AD" clId="Web-{03FFFBE5-E8A8-43A0-ABEF-81F5848E3597}" dt="2025-12-16T10:38:56.265" v="358" actId="20577"/>
        <pc:sldMkLst>
          <pc:docMk/>
          <pc:sldMk cId="1374568397" sldId="262"/>
        </pc:sldMkLst>
        <pc:spChg chg="mod">
          <ac:chgData name="Sládeček David" userId="S::sladecek@hradebni.cz::474d93f0-3a32-49cc-b837-47806091b590" providerId="AD" clId="Web-{03FFFBE5-E8A8-43A0-ABEF-81F5848E3597}" dt="2025-12-16T10:35:47.998" v="333" actId="20577"/>
          <ac:spMkLst>
            <pc:docMk/>
            <pc:sldMk cId="1374568397" sldId="262"/>
            <ac:spMk id="2" creationId="{6FE9D2DA-B24C-0048-EF2D-ADCE7CB79878}"/>
          </ac:spMkLst>
        </pc:spChg>
        <pc:spChg chg="mod">
          <ac:chgData name="Sládeček David" userId="S::sladecek@hradebni.cz::474d93f0-3a32-49cc-b837-47806091b590" providerId="AD" clId="Web-{03FFFBE5-E8A8-43A0-ABEF-81F5848E3597}" dt="2025-12-16T10:38:56.265" v="358" actId="20577"/>
          <ac:spMkLst>
            <pc:docMk/>
            <pc:sldMk cId="1374568397" sldId="262"/>
            <ac:spMk id="3" creationId="{50E1DD1A-24D0-123C-29C2-47E897111720}"/>
          </ac:spMkLst>
        </pc:spChg>
      </pc:sldChg>
      <pc:sldChg chg="modSp new">
        <pc:chgData name="Sládeček David" userId="S::sladecek@hradebni.cz::474d93f0-3a32-49cc-b837-47806091b590" providerId="AD" clId="Web-{03FFFBE5-E8A8-43A0-ABEF-81F5848E3597}" dt="2025-12-16T10:39:07.609" v="362" actId="20577"/>
        <pc:sldMkLst>
          <pc:docMk/>
          <pc:sldMk cId="2899846098" sldId="263"/>
        </pc:sldMkLst>
        <pc:spChg chg="mod">
          <ac:chgData name="Sládeček David" userId="S::sladecek@hradebni.cz::474d93f0-3a32-49cc-b837-47806091b590" providerId="AD" clId="Web-{03FFFBE5-E8A8-43A0-ABEF-81F5848E3597}" dt="2025-12-16T10:38:16.687" v="341" actId="20577"/>
          <ac:spMkLst>
            <pc:docMk/>
            <pc:sldMk cId="2899846098" sldId="263"/>
            <ac:spMk id="2" creationId="{BCF90F2C-F361-5C9A-76A5-216F2582D406}"/>
          </ac:spMkLst>
        </pc:spChg>
        <pc:spChg chg="mod">
          <ac:chgData name="Sládeček David" userId="S::sladecek@hradebni.cz::474d93f0-3a32-49cc-b837-47806091b590" providerId="AD" clId="Web-{03FFFBE5-E8A8-43A0-ABEF-81F5848E3597}" dt="2025-12-16T10:39:07.609" v="362" actId="20577"/>
          <ac:spMkLst>
            <pc:docMk/>
            <pc:sldMk cId="2899846098" sldId="263"/>
            <ac:spMk id="3" creationId="{6F3FED28-7CB6-A3AB-D325-4201BDBE36EA}"/>
          </ac:spMkLst>
        </pc:spChg>
      </pc:sldChg>
    </pc:docChg>
  </pc:docChgLst>
  <pc:docChgLst>
    <pc:chgData clId="Web-{3723E4FB-8B83-47CC-8875-BF609734F302}"/>
    <pc:docChg chg="delSld">
      <pc:chgData name="" userId="" providerId="" clId="Web-{3723E4FB-8B83-47CC-8875-BF609734F302}" dt="2025-12-12T05:57:20.429" v="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16.03.2026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překvapen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toho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nasbírali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tom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přemýšlel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poprvé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158998"/>
          </a:xfrm>
        </p:spPr>
        <p:txBody>
          <a:bodyPr/>
          <a:lstStyle/>
          <a:p>
            <a:r>
              <a:rPr lang="cs-CZ" dirty="0"/>
              <a:t>Digitální gramotnost a bezpečnost</a:t>
            </a:r>
            <a:endParaRPr lang="cs-CZ" dirty="0">
              <a:ea typeface="Calibri Light"/>
              <a:cs typeface="Calibri Light"/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F355617E-9F8C-51B8-9B21-EE629343E955}"/>
              </a:ext>
            </a:extLst>
          </p:cNvPr>
          <p:cNvSpPr txBox="1"/>
          <p:nvPr/>
        </p:nvSpPr>
        <p:spPr>
          <a:xfrm>
            <a:off x="1097280" y="3917950"/>
            <a:ext cx="9588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identita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Hesla ·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Sociální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sítě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Kybernetické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hrozby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· GDPR</a:t>
            </a:r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63FA03-DF84-D390-8E6E-42A953B23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/>
              <a:t>Běžný den na internetu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E2A44CA-0FF0-446E-8AEB-879B2AFB5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cs-CZ" dirty="0"/>
              <a:t>Nástin situace, přijde vám zpráva:</a:t>
            </a:r>
          </a:p>
          <a:p>
            <a:endParaRPr lang="cs-CZ" dirty="0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Ahoj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jsem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technicke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podpory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Googlu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. Vas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ucet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byl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kompromitovan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Poslete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mi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heslo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 at ho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resetujeme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."?</a:t>
            </a:r>
            <a:endParaRPr lang="en-US" dirty="0"/>
          </a:p>
          <a:p>
            <a:endParaRPr lang="cs-CZ" dirty="0"/>
          </a:p>
          <a:p>
            <a:r>
              <a:rPr lang="cs-CZ" dirty="0"/>
              <a:t>Co byste v tento moment udělali?</a:t>
            </a:r>
          </a:p>
        </p:txBody>
      </p:sp>
      <p:pic>
        <p:nvPicPr>
          <p:cNvPr id="5" name="Grafický objekt 4" descr="Otazník se souvislou výplní">
            <a:extLst>
              <a:ext uri="{FF2B5EF4-FFF2-40B4-BE49-F238E27FC236}">
                <a16:creationId xmlns:a16="http://schemas.microsoft.com/office/drawing/2014/main" id="{C79CB0FB-0888-9126-DB8B-E0C13B088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7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identita</a:t>
            </a:r>
            <a:endParaRPr lang="en-US" sz="3467" dirty="0"/>
          </a:p>
        </p:txBody>
      </p:sp>
      <p:sp>
        <p:nvSpPr>
          <p:cNvPr id="7" name="Shape 4"/>
          <p:cNvSpPr/>
          <p:nvPr/>
        </p:nvSpPr>
        <p:spPr>
          <a:xfrm>
            <a:off x="487680" y="1944033"/>
            <a:ext cx="524256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70560" y="1993984"/>
            <a:ext cx="48768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identita = soubor dat, která vás reprezentují online</a:t>
            </a:r>
            <a:endParaRPr lang="en-US" sz="1733" dirty="0"/>
          </a:p>
        </p:txBody>
      </p:sp>
      <p:sp>
        <p:nvSpPr>
          <p:cNvPr id="9" name="Shape 6"/>
          <p:cNvSpPr/>
          <p:nvPr/>
        </p:nvSpPr>
        <p:spPr>
          <a:xfrm>
            <a:off x="6096000" y="1935480"/>
            <a:ext cx="5730240" cy="121556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278880" y="2033016"/>
            <a:ext cx="51816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Zahrnuje: </a:t>
            </a: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jméno, fotky, příspěvky, lajky, zprávy, e-mail, poloha, nákupy, vyhledávání</a:t>
            </a:r>
            <a:endParaRPr lang="en-US" sz="1733" dirty="0"/>
          </a:p>
        </p:txBody>
      </p:sp>
      <p:sp>
        <p:nvSpPr>
          <p:cNvPr id="11" name="Shape 8"/>
          <p:cNvSpPr/>
          <p:nvPr/>
        </p:nvSpPr>
        <p:spPr>
          <a:xfrm>
            <a:off x="48768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Text 10"/>
          <p:cNvSpPr/>
          <p:nvPr/>
        </p:nvSpPr>
        <p:spPr>
          <a:xfrm>
            <a:off x="67056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Aktivní stopa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67056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vědomě zveřejňujete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(příspěvky, profily, komentáře)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32816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6" name="Shape 13"/>
          <p:cNvSpPr/>
          <p:nvPr/>
        </p:nvSpPr>
        <p:spPr>
          <a:xfrm>
            <a:off x="4328160" y="3291840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7" name="Text 14"/>
          <p:cNvSpPr/>
          <p:nvPr/>
        </p:nvSpPr>
        <p:spPr>
          <a:xfrm>
            <a:off x="451104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Pasivní stopa</a:t>
            </a:r>
            <a:endParaRPr lang="en-US" sz="1733" dirty="0"/>
          </a:p>
        </p:txBody>
      </p:sp>
      <p:sp>
        <p:nvSpPr>
          <p:cNvPr id="18" name="Text 15"/>
          <p:cNvSpPr/>
          <p:nvPr/>
        </p:nvSpPr>
        <p:spPr>
          <a:xfrm>
            <a:off x="451104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sbírá automaticky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(cookies, poloha, IP adresa)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68640" y="3291840"/>
            <a:ext cx="3657600" cy="188548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0" name="Shape 17"/>
          <p:cNvSpPr/>
          <p:nvPr/>
        </p:nvSpPr>
        <p:spPr>
          <a:xfrm>
            <a:off x="8168640" y="3291840"/>
            <a:ext cx="3657600" cy="97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1" name="Text 18"/>
          <p:cNvSpPr/>
          <p:nvPr/>
        </p:nvSpPr>
        <p:spPr>
          <a:xfrm>
            <a:off x="8351520" y="343814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Stálost</a:t>
            </a:r>
            <a:endParaRPr lang="en-US" sz="1733" dirty="0"/>
          </a:p>
        </p:txBody>
      </p:sp>
      <p:sp>
        <p:nvSpPr>
          <p:cNvPr id="22" name="Text 19"/>
          <p:cNvSpPr/>
          <p:nvPr/>
        </p:nvSpPr>
        <p:spPr>
          <a:xfrm>
            <a:off x="8351520" y="4023360"/>
            <a:ext cx="3291840" cy="1153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dáte na internet,</a:t>
            </a:r>
            <a:endParaRPr lang="en-US" sz="1600" dirty="0"/>
          </a:p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těžko smažete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8FD11EF3-24C5-70C6-36E5-F3CD66C0124B}"/>
              </a:ext>
            </a:extLst>
          </p:cNvPr>
          <p:cNvSpPr/>
          <p:nvPr/>
        </p:nvSpPr>
        <p:spPr>
          <a:xfrm>
            <a:off x="487680" y="3304032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A2890EC-D30A-ADAB-2999-308996578F15}"/>
              </a:ext>
            </a:extLst>
          </p:cNvPr>
          <p:cNvSpPr/>
          <p:nvPr/>
        </p:nvSpPr>
        <p:spPr>
          <a:xfrm>
            <a:off x="8168640" y="3283924"/>
            <a:ext cx="365760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F4A461C6-7FEA-5250-E39C-E23A5C21CE19}"/>
              </a:ext>
            </a:extLst>
          </p:cNvPr>
          <p:cNvSpPr txBox="1">
            <a:spLocks/>
          </p:cNvSpPr>
          <p:nvPr/>
        </p:nvSpPr>
        <p:spPr>
          <a:xfrm>
            <a:off x="1066800" y="1054698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Kdo jste online?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921C39C7-7652-7B51-0CC3-D953309E31B5}"/>
              </a:ext>
            </a:extLst>
          </p:cNvPr>
          <p:cNvSpPr txBox="1"/>
          <p:nvPr/>
        </p:nvSpPr>
        <p:spPr>
          <a:xfrm>
            <a:off x="591312" y="5480425"/>
            <a:ext cx="1086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b="1" dirty="0"/>
              <a:t>Fragmentovaná identita </a:t>
            </a:r>
            <a:r>
              <a:rPr lang="cs-CZ" sz="1600" dirty="0"/>
              <a:t>– školní, sociální, anonymní,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Identity se mohou propojit i bez našeho vědomí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Krátké cvičení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309067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Vypište za 2 minuty vše, co jste dnes ráno zanechali jako digitální stopu od probuzení.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10363200" cy="1222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k zamyšlení: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Odemknutí telefonu Face ID / otiskem prstu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Přihlášení k Instagramu / TikToku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Maps, MHD aplikace, platba kartou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914400" y="487680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262290AE-5D8F-0572-0A29-D4E9EEC987F4}"/>
              </a:ext>
            </a:extLst>
          </p:cNvPr>
          <p:cNvSpPr txBox="1">
            <a:spLocks/>
          </p:cNvSpPr>
          <p:nvPr/>
        </p:nvSpPr>
        <p:spPr>
          <a:xfrm>
            <a:off x="609600" y="533537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Denní digitální stopa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D9BEE46-6910-1AB7-4EFE-8BAC034BCEDD}"/>
              </a:ext>
            </a:extLst>
          </p:cNvPr>
          <p:cNvSpPr txBox="1"/>
          <p:nvPr/>
        </p:nvSpPr>
        <p:spPr>
          <a:xfrm>
            <a:off x="609600" y="4791410"/>
            <a:ext cx="10972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Digitální stopa je složena z: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zařízení, účet, chování, kontext</a:t>
            </a:r>
            <a:br>
              <a:rPr lang="cs-CZ" sz="1600" dirty="0"/>
            </a:br>
            <a:endParaRPr lang="cs-CZ" sz="1600" dirty="0"/>
          </a:p>
          <a:p>
            <a:r>
              <a:rPr lang="cs-CZ" dirty="0"/>
              <a:t>Algoritmus z těchto informací dokáže zjistit nebo odhadnout: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 dirty="0"/>
              <a:t>věk, politické preference, psychologický profil, vztahy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13775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7680" y="2036064"/>
            <a:ext cx="4693920" cy="371856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Text 5"/>
          <p:cNvSpPr/>
          <p:nvPr/>
        </p:nvSpPr>
        <p:spPr>
          <a:xfrm>
            <a:off x="609600" y="2665135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Špatné heslo</a:t>
            </a:r>
            <a:endParaRPr lang="en-US" sz="1867" dirty="0"/>
          </a:p>
        </p:txBody>
      </p:sp>
      <p:sp>
        <p:nvSpPr>
          <p:cNvPr id="9" name="Text 6"/>
          <p:cNvSpPr/>
          <p:nvPr/>
        </p:nvSpPr>
        <p:spPr>
          <a:xfrm>
            <a:off x="670560" y="2255520"/>
            <a:ext cx="499872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jmeno1234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narozenin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heslo všude</a:t>
            </a:r>
            <a:endParaRPr lang="en-US" sz="1733" dirty="0"/>
          </a:p>
        </p:txBody>
      </p:sp>
      <p:sp>
        <p:nvSpPr>
          <p:cNvPr id="10" name="Shape 7"/>
          <p:cNvSpPr/>
          <p:nvPr/>
        </p:nvSpPr>
        <p:spPr>
          <a:xfrm>
            <a:off x="5426348" y="2074277"/>
            <a:ext cx="4263561" cy="3680347"/>
          </a:xfrm>
          <a:prstGeom prst="rect">
            <a:avLst/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1" name="Text 8"/>
          <p:cNvSpPr/>
          <p:nvPr/>
        </p:nvSpPr>
        <p:spPr>
          <a:xfrm>
            <a:off x="5485492" y="2665135"/>
            <a:ext cx="499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Silné heslo</a:t>
            </a:r>
            <a:endParaRPr lang="en-US" sz="1867" dirty="0"/>
          </a:p>
        </p:txBody>
      </p:sp>
      <p:sp>
        <p:nvSpPr>
          <p:cNvPr id="12" name="Text 9"/>
          <p:cNvSpPr/>
          <p:nvPr/>
        </p:nvSpPr>
        <p:spPr>
          <a:xfrm>
            <a:off x="5730240" y="2286000"/>
            <a:ext cx="4998720" cy="3413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12 znaků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Velká + malá písmena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Číslice a speciální znaky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Unikátní pro každý účet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Např. passphrase: Pes!Jede4Horami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5" name="Nadpis 1">
            <a:extLst>
              <a:ext uri="{FF2B5EF4-FFF2-40B4-BE49-F238E27FC236}">
                <a16:creationId xmlns:a16="http://schemas.microsoft.com/office/drawing/2014/main" id="{0AE5D91D-E33D-8133-4169-3BDADE987344}"/>
              </a:ext>
            </a:extLst>
          </p:cNvPr>
          <p:cNvSpPr txBox="1">
            <a:spLocks/>
          </p:cNvSpPr>
          <p:nvPr/>
        </p:nvSpPr>
        <p:spPr>
          <a:xfrm>
            <a:off x="1066800" y="1054698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Hesla a autentizace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Dvoufaktorové ověření (2FA)</a:t>
            </a:r>
            <a:endParaRPr lang="en-US" sz="3467" dirty="0"/>
          </a:p>
        </p:txBody>
      </p:sp>
      <p:sp>
        <p:nvSpPr>
          <p:cNvPr id="7" name="Text 4"/>
          <p:cNvSpPr/>
          <p:nvPr/>
        </p:nvSpPr>
        <p:spPr>
          <a:xfrm>
            <a:off x="487680" y="174955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= i když útočník zná vaše heslo, potřebuje ještě druhý faktor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48768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9" name="Shape 6"/>
          <p:cNvSpPr/>
          <p:nvPr/>
        </p:nvSpPr>
        <p:spPr>
          <a:xfrm>
            <a:off x="1828800" y="249936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336" y="2596896"/>
            <a:ext cx="719328" cy="719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60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Něco, co znáte</a:t>
            </a:r>
            <a:endParaRPr lang="en-US" sz="1733" dirty="0"/>
          </a:p>
        </p:txBody>
      </p:sp>
      <p:sp>
        <p:nvSpPr>
          <p:cNvPr id="12" name="Text 8"/>
          <p:cNvSpPr/>
          <p:nvPr/>
        </p:nvSpPr>
        <p:spPr>
          <a:xfrm>
            <a:off x="60960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Heslo, PIN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32816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4" name="Shape 10"/>
          <p:cNvSpPr/>
          <p:nvPr/>
        </p:nvSpPr>
        <p:spPr>
          <a:xfrm>
            <a:off x="5669280" y="249936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816" y="2596896"/>
            <a:ext cx="719328" cy="719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5008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Něco, co vlastníte</a:t>
            </a:r>
            <a:endParaRPr lang="en-US" sz="1733" dirty="0"/>
          </a:p>
        </p:txBody>
      </p:sp>
      <p:sp>
        <p:nvSpPr>
          <p:cNvPr id="17" name="Text 12"/>
          <p:cNvSpPr/>
          <p:nvPr/>
        </p:nvSpPr>
        <p:spPr>
          <a:xfrm>
            <a:off x="445008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Telefon, hardwarový klíč (YubiKey)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68640" y="2377440"/>
            <a:ext cx="3596640" cy="3291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9" name="Shape 14"/>
          <p:cNvSpPr/>
          <p:nvPr/>
        </p:nvSpPr>
        <p:spPr>
          <a:xfrm>
            <a:off x="9509760" y="249936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296" y="2596896"/>
            <a:ext cx="719328" cy="719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0560" y="353568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Něco, čím jste</a:t>
            </a:r>
            <a:endParaRPr lang="en-US" sz="1733" dirty="0"/>
          </a:p>
        </p:txBody>
      </p:sp>
      <p:sp>
        <p:nvSpPr>
          <p:cNvPr id="22" name="Text 16"/>
          <p:cNvSpPr/>
          <p:nvPr/>
        </p:nvSpPr>
        <p:spPr>
          <a:xfrm>
            <a:off x="8290560" y="4145280"/>
            <a:ext cx="335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Otisk prstu, Face ID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87680" y="5852160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Nejbezpečnější kombinace: heslo + autentizátor (Google Authenticator, Bitwarden)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25" name="Nadpis 1">
            <a:extLst>
              <a:ext uri="{FF2B5EF4-FFF2-40B4-BE49-F238E27FC236}">
                <a16:creationId xmlns:a16="http://schemas.microsoft.com/office/drawing/2014/main" id="{C3DAB9BB-51A9-81C6-CBB0-5122C0FBC0EF}"/>
              </a:ext>
            </a:extLst>
          </p:cNvPr>
          <p:cNvSpPr txBox="1">
            <a:spLocks/>
          </p:cNvSpPr>
          <p:nvPr/>
        </p:nvSpPr>
        <p:spPr>
          <a:xfrm>
            <a:off x="1097280" y="1042462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 err="1"/>
              <a:t>Dvoufaktorové</a:t>
            </a:r>
            <a:r>
              <a:rPr lang="cs-CZ" dirty="0"/>
              <a:t> ověření (2FA)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zamyšlení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Správce hesel uchovává všechna hesla na jednom místě. Není to ještě větší riziko?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3169920"/>
            <a:ext cx="103632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Diskutujte ve dvojicích: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jsou výhody správce hesel? Co jsou rizika?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Čemu byste svěřili všechna hesla? Aplikaci, papíru, paměti?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914400" y="4998720"/>
            <a:ext cx="10363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D05FB924-6E0C-381A-1DF6-CA7E3FE67C31}"/>
              </a:ext>
            </a:extLst>
          </p:cNvPr>
          <p:cNvSpPr txBox="1">
            <a:spLocks/>
          </p:cNvSpPr>
          <p:nvPr/>
        </p:nvSpPr>
        <p:spPr>
          <a:xfrm>
            <a:off x="609600" y="655457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Správce hesel – důvěřovat nebo ne?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Kybernetické hrozby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426720" y="1840992"/>
            <a:ext cx="5425440" cy="19385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7" name="Shape 5"/>
          <p:cNvSpPr/>
          <p:nvPr/>
        </p:nvSpPr>
        <p:spPr>
          <a:xfrm>
            <a:off x="426720" y="1840992"/>
            <a:ext cx="85344" cy="1938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999488"/>
            <a:ext cx="670560" cy="67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6291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867" dirty="0"/>
          </a:p>
        </p:txBody>
      </p:sp>
      <p:sp>
        <p:nvSpPr>
          <p:cNvPr id="10" name="Text 7"/>
          <p:cNvSpPr/>
          <p:nvPr/>
        </p:nvSpPr>
        <p:spPr>
          <a:xfrm>
            <a:off x="646176" y="2493264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Falešný e-mail/SMS/web imitující důvěryhodný zdroj.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Cíl: vylákat hesla nebo platební údaje.</a:t>
            </a:r>
            <a:endParaRPr lang="en-US" sz="1533" dirty="0"/>
          </a:p>
        </p:txBody>
      </p:sp>
      <p:sp>
        <p:nvSpPr>
          <p:cNvPr id="11" name="Shape 8"/>
          <p:cNvSpPr/>
          <p:nvPr/>
        </p:nvSpPr>
        <p:spPr>
          <a:xfrm>
            <a:off x="6217920" y="1840992"/>
            <a:ext cx="5425440" cy="19385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2" name="Shape 9"/>
          <p:cNvSpPr/>
          <p:nvPr/>
        </p:nvSpPr>
        <p:spPr>
          <a:xfrm>
            <a:off x="6217920" y="1840992"/>
            <a:ext cx="85344" cy="19385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999488"/>
            <a:ext cx="670560" cy="6705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4240" y="196291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867" dirty="0"/>
          </a:p>
        </p:txBody>
      </p:sp>
      <p:sp>
        <p:nvSpPr>
          <p:cNvPr id="15" name="Text 11"/>
          <p:cNvSpPr/>
          <p:nvPr/>
        </p:nvSpPr>
        <p:spPr>
          <a:xfrm>
            <a:off x="6437376" y="2532888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Škodlivý software: viry, spyware, ransomware.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Instaluje se bez vědomí uživatele.</a:t>
            </a:r>
            <a:endParaRPr lang="en-US" sz="1533" dirty="0"/>
          </a:p>
        </p:txBody>
      </p:sp>
      <p:sp>
        <p:nvSpPr>
          <p:cNvPr id="16" name="Shape 12"/>
          <p:cNvSpPr/>
          <p:nvPr/>
        </p:nvSpPr>
        <p:spPr>
          <a:xfrm>
            <a:off x="426720" y="4023360"/>
            <a:ext cx="54254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7" name="Shape 13"/>
          <p:cNvSpPr/>
          <p:nvPr/>
        </p:nvSpPr>
        <p:spPr>
          <a:xfrm>
            <a:off x="426720" y="4023360"/>
            <a:ext cx="73152" cy="217618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" y="4206240"/>
            <a:ext cx="670560" cy="6705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1696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867" dirty="0"/>
          </a:p>
        </p:txBody>
      </p:sp>
      <p:sp>
        <p:nvSpPr>
          <p:cNvPr id="20" name="Text 15"/>
          <p:cNvSpPr/>
          <p:nvPr/>
        </p:nvSpPr>
        <p:spPr>
          <a:xfrm>
            <a:off x="646176" y="4876800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malware šifrující vaše soubory.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Útočník žádá výkupné za odšifrování.</a:t>
            </a:r>
            <a:endParaRPr lang="en-US" sz="1533" dirty="0"/>
          </a:p>
        </p:txBody>
      </p:sp>
      <p:sp>
        <p:nvSpPr>
          <p:cNvPr id="21" name="Shape 16"/>
          <p:cNvSpPr/>
          <p:nvPr/>
        </p:nvSpPr>
        <p:spPr>
          <a:xfrm>
            <a:off x="6217920" y="4023360"/>
            <a:ext cx="542544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2" name="Shape 17"/>
          <p:cNvSpPr/>
          <p:nvPr/>
        </p:nvSpPr>
        <p:spPr>
          <a:xfrm>
            <a:off x="6217920" y="4023360"/>
            <a:ext cx="85344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4206240"/>
            <a:ext cx="670560" cy="6705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54240" y="41696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Sociální inženýrství</a:t>
            </a:r>
            <a:endParaRPr lang="en-US" sz="1867" dirty="0"/>
          </a:p>
        </p:txBody>
      </p:sp>
      <p:sp>
        <p:nvSpPr>
          <p:cNvPr id="25" name="Text 19"/>
          <p:cNvSpPr/>
          <p:nvPr/>
        </p:nvSpPr>
        <p:spPr>
          <a:xfrm>
            <a:off x="6437376" y="4876800"/>
            <a:ext cx="5059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Manipulace lidí, ne systémů.</a:t>
            </a:r>
            <a:endParaRPr lang="en-US" sz="1533" dirty="0"/>
          </a:p>
          <a:p>
            <a:r>
              <a:rPr lang="en-US" sz="15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Útočník se vydává za kolegu, IT podporu, banku.</a:t>
            </a:r>
            <a:endParaRPr lang="en-US" sz="1533" dirty="0"/>
          </a:p>
        </p:txBody>
      </p:sp>
      <p:sp>
        <p:nvSpPr>
          <p:cNvPr id="26" name="Text 20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7" name="Nadpis 1">
            <a:extLst>
              <a:ext uri="{FF2B5EF4-FFF2-40B4-BE49-F238E27FC236}">
                <a16:creationId xmlns:a16="http://schemas.microsoft.com/office/drawing/2014/main" id="{B37E73CA-0187-14E8-282E-EC27AA62D7FB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Nejčastější kybernetické hrozby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41300"/>
            <a:ext cx="1097280" cy="10998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6720" y="152400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Shape 5"/>
          <p:cNvSpPr/>
          <p:nvPr/>
        </p:nvSpPr>
        <p:spPr>
          <a:xfrm>
            <a:off x="573024" y="1792224"/>
            <a:ext cx="426720" cy="4267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9" name="Text 6"/>
          <p:cNvSpPr/>
          <p:nvPr/>
        </p:nvSpPr>
        <p:spPr>
          <a:xfrm>
            <a:off x="1182624" y="164592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Neznámý odesílatel nebo podivná e-mailová adresa (např. support@g00gle.com)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" y="316992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1" name="Shape 8"/>
          <p:cNvSpPr/>
          <p:nvPr/>
        </p:nvSpPr>
        <p:spPr>
          <a:xfrm>
            <a:off x="573024" y="3438144"/>
            <a:ext cx="426720" cy="426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2" name="Text 9"/>
          <p:cNvSpPr/>
          <p:nvPr/>
        </p:nvSpPr>
        <p:spPr>
          <a:xfrm>
            <a:off x="1182624" y="329184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Urgentní tón: 'Váš účet bude zablokován do 24 hodin!'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6720" y="481584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4" name="Shape 11"/>
          <p:cNvSpPr/>
          <p:nvPr/>
        </p:nvSpPr>
        <p:spPr>
          <a:xfrm>
            <a:off x="573024" y="5084064"/>
            <a:ext cx="426720" cy="4267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5" name="Text 12"/>
          <p:cNvSpPr/>
          <p:nvPr/>
        </p:nvSpPr>
        <p:spPr>
          <a:xfrm>
            <a:off x="1182624" y="493776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nevede na legitimní doménu – hover myší před kliknutím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7920" y="152400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7" name="Shape 14"/>
          <p:cNvSpPr/>
          <p:nvPr/>
        </p:nvSpPr>
        <p:spPr>
          <a:xfrm>
            <a:off x="6364224" y="1792224"/>
            <a:ext cx="426720" cy="4267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8" name="Text 15"/>
          <p:cNvSpPr/>
          <p:nvPr/>
        </p:nvSpPr>
        <p:spPr>
          <a:xfrm>
            <a:off x="6973824" y="164592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Žádost o heslo, číslo karty nebo osobní údaje e-mailem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17920" y="316992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0" name="Shape 17"/>
          <p:cNvSpPr/>
          <p:nvPr/>
        </p:nvSpPr>
        <p:spPr>
          <a:xfrm>
            <a:off x="6364224" y="3438144"/>
            <a:ext cx="426720" cy="4267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1" name="Text 18"/>
          <p:cNvSpPr/>
          <p:nvPr/>
        </p:nvSpPr>
        <p:spPr>
          <a:xfrm>
            <a:off x="6973824" y="329184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Chyby v pravopisu nebo podivný styl psaní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17920" y="4815840"/>
            <a:ext cx="548640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3" name="Shape 20"/>
          <p:cNvSpPr/>
          <p:nvPr/>
        </p:nvSpPr>
        <p:spPr>
          <a:xfrm>
            <a:off x="6364224" y="5084064"/>
            <a:ext cx="426720" cy="4267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4" name="Text 21"/>
          <p:cNvSpPr/>
          <p:nvPr/>
        </p:nvSpPr>
        <p:spPr>
          <a:xfrm>
            <a:off x="6973824" y="4937760"/>
            <a:ext cx="4572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Příloha, kterou jste nečekali (PDF, ZIP, DOCX s makry)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26" name="Nadpis 1">
            <a:extLst>
              <a:ext uri="{FF2B5EF4-FFF2-40B4-BE49-F238E27FC236}">
                <a16:creationId xmlns:a16="http://schemas.microsoft.com/office/drawing/2014/main" id="{7691E8BC-25BE-8EFD-B2E4-DC7520428F06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Jak poznat </a:t>
            </a:r>
            <a:r>
              <a:rPr lang="cs-CZ" dirty="0" err="1"/>
              <a:t>phisingový</a:t>
            </a:r>
            <a:r>
              <a:rPr lang="cs-CZ" dirty="0"/>
              <a:t> útok?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Cvičení: Real or Fake?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67056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6705600" cy="463296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9" name="Text 7"/>
          <p:cNvSpPr/>
          <p:nvPr/>
        </p:nvSpPr>
        <p:spPr>
          <a:xfrm>
            <a:off x="1097280" y="1670304"/>
            <a:ext cx="63398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Příchozí zpráva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1097280" y="2218944"/>
            <a:ext cx="627888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Od: </a:t>
            </a:r>
            <a:r>
              <a:rPr lang="en-US" sz="16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security@czech-bank-support.com
</a:t>
            </a: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Předmět: </a:t>
            </a: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Váš účet byl zablokován – okamžitá akce nutná
</a:t>
            </a: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Dobrý den, z bezpečnostních důvodů byl váš účet dočasně pozastaven. Klikněte na odkaz a ověřte svou totožnost do 24 hodin, jinak bude účet trvale smazán.
</a:t>
            </a:r>
            <a:r>
              <a:rPr lang="en-US" sz="1467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http://www.czech-b4nk-verifikace.cz/overeni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1828800"/>
            <a:ext cx="341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Najděte co nejvíce varovných signálů:</a:t>
            </a:r>
            <a:endParaRPr lang="en-US" sz="1733" dirty="0"/>
          </a:p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Sdílejte s vedlejším spolužákem → pak společně s třídou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7863840" y="390144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 jich najdete?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14" name="Nadpis 1">
            <a:extLst>
              <a:ext uri="{FF2B5EF4-FFF2-40B4-BE49-F238E27FC236}">
                <a16:creationId xmlns:a16="http://schemas.microsoft.com/office/drawing/2014/main" id="{5C1552F4-0C05-1F2E-4A17-C06C3327E96D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Real </a:t>
            </a:r>
            <a:r>
              <a:rPr lang="cs-CZ" dirty="0" err="1"/>
              <a:t>or</a:t>
            </a:r>
            <a:r>
              <a:rPr lang="cs-CZ" dirty="0"/>
              <a:t> </a:t>
            </a:r>
            <a:r>
              <a:rPr lang="cs-CZ" dirty="0" err="1"/>
              <a:t>fake</a:t>
            </a:r>
            <a:r>
              <a:rPr lang="cs-CZ" dirty="0"/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828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7680" y="1658112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akce na sociální síti = data pro platformu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487680" y="2255520"/>
            <a:ext cx="5425440" cy="386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9" name="Shape 6"/>
          <p:cNvSpPr/>
          <p:nvPr/>
        </p:nvSpPr>
        <p:spPr>
          <a:xfrm>
            <a:off x="487680" y="2255520"/>
            <a:ext cx="5425440" cy="97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70560" y="24018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sledují?</a:t>
            </a:r>
            <a:endParaRPr lang="en-US" sz="1733" dirty="0"/>
          </a:p>
        </p:txBody>
      </p:sp>
      <p:sp>
        <p:nvSpPr>
          <p:cNvPr id="11" name="Text 8"/>
          <p:cNvSpPr/>
          <p:nvPr/>
        </p:nvSpPr>
        <p:spPr>
          <a:xfrm>
            <a:off x="670560" y="2950464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dlouho se díváte na každý příspěvek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Jaké profily procházíte (i bez lajku)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 a odkud se přihlašujete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píšete do zpráv (na mnohých platformách)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2255520"/>
            <a:ext cx="5425440" cy="386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Shape 10"/>
          <p:cNvSpPr/>
          <p:nvPr/>
        </p:nvSpPr>
        <p:spPr>
          <a:xfrm>
            <a:off x="6217920" y="2255520"/>
            <a:ext cx="5425440" cy="975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4" name="Text 11"/>
          <p:cNvSpPr/>
          <p:nvPr/>
        </p:nvSpPr>
        <p:spPr>
          <a:xfrm>
            <a:off x="6400800" y="24018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čemu to použijí?</a:t>
            </a:r>
            <a:endParaRPr lang="en-US" sz="1733" dirty="0"/>
          </a:p>
        </p:txBody>
      </p:sp>
      <p:sp>
        <p:nvSpPr>
          <p:cNvPr id="15" name="Text 12"/>
          <p:cNvSpPr/>
          <p:nvPr/>
        </p:nvSpPr>
        <p:spPr>
          <a:xfrm>
            <a:off x="6400800" y="2950464"/>
            <a:ext cx="4998720" cy="316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Algoritmické zobrazení obsahu (bublina)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Micro-targeting reklam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Prodej dat třetím stranám</a:t>
            </a:r>
            <a:endParaRPr lang="en-US" sz="1600" dirty="0"/>
          </a:p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Vytváření psychografického profilu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7" name="Nadpis 1">
            <a:extLst>
              <a:ext uri="{FF2B5EF4-FFF2-40B4-BE49-F238E27FC236}">
                <a16:creationId xmlns:a16="http://schemas.microsoft.com/office/drawing/2014/main" id="{092B27B7-1B04-D419-2B33-7CFF697733B0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Sociální sítě / velký bratr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56" y="236474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7680" y="1652016"/>
            <a:ext cx="98755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= General Data Protection Regulation (platné od 2018 v celé EU)</a:t>
            </a:r>
            <a:endParaRPr lang="en-US" sz="1733" dirty="0"/>
          </a:p>
        </p:txBody>
      </p:sp>
      <p:sp>
        <p:nvSpPr>
          <p:cNvPr id="8" name="Shape 5"/>
          <p:cNvSpPr/>
          <p:nvPr/>
        </p:nvSpPr>
        <p:spPr>
          <a:xfrm>
            <a:off x="42672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9" name="Shape 6"/>
          <p:cNvSpPr/>
          <p:nvPr/>
        </p:nvSpPr>
        <p:spPr>
          <a:xfrm>
            <a:off x="426720" y="2255520"/>
            <a:ext cx="73152" cy="1767840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2400"/>
          </a:p>
        </p:txBody>
      </p:sp>
      <p:sp>
        <p:nvSpPr>
          <p:cNvPr id="10" name="Text 7"/>
          <p:cNvSpPr/>
          <p:nvPr/>
        </p:nvSpPr>
        <p:spPr>
          <a:xfrm>
            <a:off x="64617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Právo na přístup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617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Můžete požádat o kopii všech dat, která o vás firma má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432816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3" name="Shape 10"/>
          <p:cNvSpPr/>
          <p:nvPr/>
        </p:nvSpPr>
        <p:spPr>
          <a:xfrm>
            <a:off x="4328160" y="225552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4" name="Text 11"/>
          <p:cNvSpPr/>
          <p:nvPr/>
        </p:nvSpPr>
        <p:spPr>
          <a:xfrm>
            <a:off x="454761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Právo na výmaz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4761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"Právo být zapomenut" – za určitých podmínek musí data smazat</a:t>
            </a:r>
            <a:endParaRPr lang="en-US" sz="1467" dirty="0"/>
          </a:p>
        </p:txBody>
      </p:sp>
      <p:sp>
        <p:nvSpPr>
          <p:cNvPr id="16" name="Shape 13"/>
          <p:cNvSpPr/>
          <p:nvPr/>
        </p:nvSpPr>
        <p:spPr>
          <a:xfrm>
            <a:off x="8229600" y="225552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17" name="Shape 14"/>
          <p:cNvSpPr/>
          <p:nvPr/>
        </p:nvSpPr>
        <p:spPr>
          <a:xfrm>
            <a:off x="8229600" y="225552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8" name="Text 15"/>
          <p:cNvSpPr/>
          <p:nvPr/>
        </p:nvSpPr>
        <p:spPr>
          <a:xfrm>
            <a:off x="8449056" y="235305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Právo na opravu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49056" y="280416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Chybné osobní údaje musí firma opravit na vaši žádost</a:t>
            </a:r>
            <a:endParaRPr lang="en-US" sz="1467" dirty="0"/>
          </a:p>
        </p:txBody>
      </p:sp>
      <p:sp>
        <p:nvSpPr>
          <p:cNvPr id="20" name="Shape 17"/>
          <p:cNvSpPr/>
          <p:nvPr/>
        </p:nvSpPr>
        <p:spPr>
          <a:xfrm>
            <a:off x="42672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1" name="Shape 18"/>
          <p:cNvSpPr/>
          <p:nvPr/>
        </p:nvSpPr>
        <p:spPr>
          <a:xfrm>
            <a:off x="42672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2" name="Text 19"/>
          <p:cNvSpPr/>
          <p:nvPr/>
        </p:nvSpPr>
        <p:spPr>
          <a:xfrm>
            <a:off x="64617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Právo na přenositelnost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4617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musíte dostat ve strojově čitelném formátu</a:t>
            </a:r>
            <a:endParaRPr lang="en-US" sz="1467" dirty="0"/>
          </a:p>
        </p:txBody>
      </p:sp>
      <p:sp>
        <p:nvSpPr>
          <p:cNvPr id="24" name="Shape 21"/>
          <p:cNvSpPr/>
          <p:nvPr/>
        </p:nvSpPr>
        <p:spPr>
          <a:xfrm>
            <a:off x="432816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5" name="Shape 22"/>
          <p:cNvSpPr/>
          <p:nvPr/>
        </p:nvSpPr>
        <p:spPr>
          <a:xfrm>
            <a:off x="432816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6" name="Text 23"/>
          <p:cNvSpPr/>
          <p:nvPr/>
        </p:nvSpPr>
        <p:spPr>
          <a:xfrm>
            <a:off x="454761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Souhlas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4761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Musí být svobodný, konkrétní, informovaný a jednoznačný</a:t>
            </a:r>
            <a:endParaRPr lang="en-US" sz="1467" dirty="0"/>
          </a:p>
        </p:txBody>
      </p:sp>
      <p:sp>
        <p:nvSpPr>
          <p:cNvPr id="28" name="Shape 25"/>
          <p:cNvSpPr/>
          <p:nvPr/>
        </p:nvSpPr>
        <p:spPr>
          <a:xfrm>
            <a:off x="8229600" y="4206240"/>
            <a:ext cx="3596640" cy="1767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cs-CZ" sz="2400"/>
          </a:p>
        </p:txBody>
      </p:sp>
      <p:sp>
        <p:nvSpPr>
          <p:cNvPr id="29" name="Shape 26"/>
          <p:cNvSpPr/>
          <p:nvPr/>
        </p:nvSpPr>
        <p:spPr>
          <a:xfrm>
            <a:off x="8229600" y="4206240"/>
            <a:ext cx="73152" cy="176784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30" name="Text 27"/>
          <p:cNvSpPr/>
          <p:nvPr/>
        </p:nvSpPr>
        <p:spPr>
          <a:xfrm>
            <a:off x="8449056" y="4303776"/>
            <a:ext cx="323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Pokuta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449056" y="4754880"/>
            <a:ext cx="323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Až 20 mil. € nebo 4 % ročního obratu firmy</a:t>
            </a:r>
            <a:endParaRPr lang="en-US" sz="1467" dirty="0"/>
          </a:p>
        </p:txBody>
      </p:sp>
      <p:sp>
        <p:nvSpPr>
          <p:cNvPr id="32" name="Text 29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Digitální a mediální gramotnost</a:t>
            </a:r>
            <a:endParaRPr lang="en-US" sz="1067" dirty="0"/>
          </a:p>
        </p:txBody>
      </p:sp>
      <p:sp>
        <p:nvSpPr>
          <p:cNvPr id="33" name="Nadpis 1">
            <a:extLst>
              <a:ext uri="{FF2B5EF4-FFF2-40B4-BE49-F238E27FC236}">
                <a16:creationId xmlns:a16="http://schemas.microsoft.com/office/drawing/2014/main" id="{A11BF76E-BD59-B1A7-15E7-2A595AA88FF6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GDPR – ochrana osobních údajů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09600" y="1463040"/>
            <a:ext cx="10972800" cy="43891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67840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67840" y="1645920"/>
            <a:ext cx="938784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Kolikrát jste dnes klikli na 'Přijmout vše' u cookies bez přečtení?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865120"/>
            <a:ext cx="103632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Přemýšlejte: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je tlačítko 'Přijmout vše' vždy větší / barevnější než 'Odmítnout'?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jsou dark patterns a jak ovlivňují vaše rozhodování?</a:t>
            </a:r>
            <a:endParaRPr lang="en-US" sz="1733" dirty="0"/>
          </a:p>
          <a:p>
            <a:pPr marL="457189" indent="-457189">
              <a:buSzPct val="100000"/>
              <a:buChar char="•"/>
            </a:pPr>
            <a:r>
              <a:rPr lang="en-US" sz="17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GDPR souhlas vždy skutečně svobodný?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914400" y="5120640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pattern = design záměrně manipulující uživatele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5C0F5339-97F7-5397-1122-07C1C9C1F723}"/>
              </a:ext>
            </a:extLst>
          </p:cNvPr>
          <p:cNvSpPr txBox="1">
            <a:spLocks/>
          </p:cNvSpPr>
          <p:nvPr/>
        </p:nvSpPr>
        <p:spPr>
          <a:xfrm>
            <a:off x="426720" y="658459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Cookies kam se podíváš…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04800" y="0"/>
            <a:ext cx="11582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426720" y="1757934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7" name="Text 5"/>
          <p:cNvSpPr/>
          <p:nvPr/>
        </p:nvSpPr>
        <p:spPr>
          <a:xfrm>
            <a:off x="426720" y="175793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963168" y="167259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Používejte silná a unikátní hesla pro každý účet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20" y="2782062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0" name="Text 8"/>
          <p:cNvSpPr/>
          <p:nvPr/>
        </p:nvSpPr>
        <p:spPr>
          <a:xfrm>
            <a:off x="426720" y="278206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963168" y="2696718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Zapněte 2FA všude, kde je to možné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" y="3806190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3" name="Text 11"/>
          <p:cNvSpPr/>
          <p:nvPr/>
        </p:nvSpPr>
        <p:spPr>
          <a:xfrm>
            <a:off x="426720" y="3806190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963168" y="3720846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Neklikejte na podezřelé odkazy — hover před kliknutím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720" y="4830318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6" name="Text 14"/>
          <p:cNvSpPr/>
          <p:nvPr/>
        </p:nvSpPr>
        <p:spPr>
          <a:xfrm>
            <a:off x="426720" y="483031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963168" y="4744974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Neklikejte na přílohy od neznámých odesílatelů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6720" y="5854446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19" name="Text 17"/>
          <p:cNvSpPr/>
          <p:nvPr/>
        </p:nvSpPr>
        <p:spPr>
          <a:xfrm>
            <a:off x="426720" y="585444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963168" y="5769102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Aktualizujte OS a aplikace (záplaty bezpečnostních chyb)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757934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2" name="Text 20"/>
          <p:cNvSpPr/>
          <p:nvPr/>
        </p:nvSpPr>
        <p:spPr>
          <a:xfrm>
            <a:off x="6217920" y="1757934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754368" y="1672590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Používejte HTTPS weby (zámek v adresním řádku)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2062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5" name="Text 23"/>
          <p:cNvSpPr/>
          <p:nvPr/>
        </p:nvSpPr>
        <p:spPr>
          <a:xfrm>
            <a:off x="6217920" y="2782062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754368" y="2696718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Přemýšlejte, co sdílíte na sociálních sítích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3806190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28" name="Text 26"/>
          <p:cNvSpPr/>
          <p:nvPr/>
        </p:nvSpPr>
        <p:spPr>
          <a:xfrm>
            <a:off x="6217920" y="3806190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6754368" y="3720846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Pročtěte nastavení soukromí aplikací, které používáte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4830318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31" name="Text 29"/>
          <p:cNvSpPr/>
          <p:nvPr/>
        </p:nvSpPr>
        <p:spPr>
          <a:xfrm>
            <a:off x="6217920" y="4830318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6754368" y="4744974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Zálohujte důležitá data (pravidlo 3-2-1)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7920" y="5854446"/>
            <a:ext cx="390144" cy="3901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sz="2400"/>
          </a:p>
        </p:txBody>
      </p:sp>
      <p:sp>
        <p:nvSpPr>
          <p:cNvPr id="34" name="Text 32"/>
          <p:cNvSpPr/>
          <p:nvPr/>
        </p:nvSpPr>
        <p:spPr>
          <a:xfrm>
            <a:off x="6217920" y="5854446"/>
            <a:ext cx="39014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6754368" y="5769102"/>
            <a:ext cx="4876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pochybnostech se zeptejte — ověřit přes jiný kanál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0" y="6516624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67" dirty="0"/>
          </a:p>
        </p:txBody>
      </p:sp>
      <p:sp>
        <p:nvSpPr>
          <p:cNvPr id="37" name="Nadpis 1">
            <a:extLst>
              <a:ext uri="{FF2B5EF4-FFF2-40B4-BE49-F238E27FC236}">
                <a16:creationId xmlns:a16="http://schemas.microsoft.com/office/drawing/2014/main" id="{B77AF5B2-005D-5984-02F0-1389E6EA1AED}"/>
              </a:ext>
            </a:extLst>
          </p:cNvPr>
          <p:cNvSpPr txBox="1">
            <a:spLocks/>
          </p:cNvSpPr>
          <p:nvPr/>
        </p:nvSpPr>
        <p:spPr>
          <a:xfrm>
            <a:off x="426720" y="841766"/>
            <a:ext cx="10058400" cy="98746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4000" dirty="0"/>
              <a:t>10 základních pravidel bezpečného chování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F41FF83-82FF-4DBC-83E0-E7855E706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52871-FF00-4D4A-8396-DA8C6A507140}">
  <ds:schemaRefs>
    <ds:schemaRef ds:uri="3eb61919-e7f8-4a11-8db4-9145fbd21da9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9a37b55-a4d7-45bd-a73f-33c2b1d41898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967</Words>
  <Application>Microsoft Office PowerPoint</Application>
  <PresentationFormat>Širokoúhlá obrazovka</PresentationFormat>
  <Paragraphs>163</Paragraphs>
  <Slides>14</Slides>
  <Notes>13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Retrospect</vt:lpstr>
      <vt:lpstr>Digitální gramotnost a bezpečnost</vt:lpstr>
      <vt:lpstr>Běžný den na internetu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590</cp:revision>
  <dcterms:created xsi:type="dcterms:W3CDTF">2025-10-12T16:48:06Z</dcterms:created>
  <dcterms:modified xsi:type="dcterms:W3CDTF">2026-03-16T07:36:38Z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  <property fmtid="{D5CDD505-2E9C-101B-9397-08002B2CF9AE}" pid="4" name="Order">
    <vt:r8>3700</vt:r8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