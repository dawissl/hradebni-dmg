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8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8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67E52A-1586-4FEC-BF25-0DC9597C02DC}" v="60" dt="2026-04-27T09:34:18.40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Světlý styl 2 – zvýraznění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ládeček David" userId="S::sladecek@hradebni.cz::474d93f0-3a32-49cc-b837-47806091b590" providerId="AD" clId="Web-{EC67E52A-1586-4FEC-BF25-0DC9597C02DC}"/>
    <pc:docChg chg="delSld modSld">
      <pc:chgData name="Sládeček David" userId="S::sladecek@hradebni.cz::474d93f0-3a32-49cc-b837-47806091b590" providerId="AD" clId="Web-{EC67E52A-1586-4FEC-BF25-0DC9597C02DC}" dt="2026-04-27T09:34:18.407" v="72"/>
      <pc:docMkLst>
        <pc:docMk/>
      </pc:docMkLst>
      <pc:sldChg chg="addSp delSp modSp">
        <pc:chgData name="Sládeček David" userId="S::sladecek@hradebni.cz::474d93f0-3a32-49cc-b837-47806091b590" providerId="AD" clId="Web-{EC67E52A-1586-4FEC-BF25-0DC9597C02DC}" dt="2026-04-27T09:25:46.888" v="22" actId="1076"/>
        <pc:sldMkLst>
          <pc:docMk/>
          <pc:sldMk cId="132132024" sldId="257"/>
        </pc:sldMkLst>
        <pc:picChg chg="add mod">
          <ac:chgData name="Sládeček David" userId="S::sladecek@hradebni.cz::474d93f0-3a32-49cc-b837-47806091b590" providerId="AD" clId="Web-{EC67E52A-1586-4FEC-BF25-0DC9597C02DC}" dt="2026-04-27T09:22:49.783" v="4" actId="1076"/>
          <ac:picMkLst>
            <pc:docMk/>
            <pc:sldMk cId="132132024" sldId="257"/>
            <ac:picMk id="4" creationId="{5E246A96-F6BF-57A6-3E43-B1CD1539D7C3}"/>
          </ac:picMkLst>
        </pc:picChg>
        <pc:picChg chg="del">
          <ac:chgData name="Sládeček David" userId="S::sladecek@hradebni.cz::474d93f0-3a32-49cc-b837-47806091b590" providerId="AD" clId="Web-{EC67E52A-1586-4FEC-BF25-0DC9597C02DC}" dt="2026-04-27T09:22:44.924" v="1"/>
          <ac:picMkLst>
            <pc:docMk/>
            <pc:sldMk cId="132132024" sldId="257"/>
            <ac:picMk id="5" creationId="{D2C59442-7D94-1184-8190-38630C88421C}"/>
          </ac:picMkLst>
        </pc:picChg>
        <pc:picChg chg="add del mod">
          <ac:chgData name="Sládeček David" userId="S::sladecek@hradebni.cz::474d93f0-3a32-49cc-b837-47806091b590" providerId="AD" clId="Web-{EC67E52A-1586-4FEC-BF25-0DC9597C02DC}" dt="2026-04-27T09:23:59.644" v="7"/>
          <ac:picMkLst>
            <pc:docMk/>
            <pc:sldMk cId="132132024" sldId="257"/>
            <ac:picMk id="6" creationId="{F79A7674-2456-AA43-74BD-364D377D1ED9}"/>
          </ac:picMkLst>
        </pc:picChg>
        <pc:picChg chg="del">
          <ac:chgData name="Sládeček David" userId="S::sladecek@hradebni.cz::474d93f0-3a32-49cc-b837-47806091b590" providerId="AD" clId="Web-{EC67E52A-1586-4FEC-BF25-0DC9597C02DC}" dt="2026-04-27T09:24:57.790" v="11"/>
          <ac:picMkLst>
            <pc:docMk/>
            <pc:sldMk cId="132132024" sldId="257"/>
            <ac:picMk id="7" creationId="{2297A0B5-0835-A77A-CC58-5992AC8DA99D}"/>
          </ac:picMkLst>
        </pc:picChg>
        <pc:picChg chg="add mod">
          <ac:chgData name="Sládeček David" userId="S::sladecek@hradebni.cz::474d93f0-3a32-49cc-b837-47806091b590" providerId="AD" clId="Web-{EC67E52A-1586-4FEC-BF25-0DC9597C02DC}" dt="2026-04-27T09:24:30.866" v="10" actId="1076"/>
          <ac:picMkLst>
            <pc:docMk/>
            <pc:sldMk cId="132132024" sldId="257"/>
            <ac:picMk id="8" creationId="{5DC1260A-2D16-4771-1437-8E3C43B246D6}"/>
          </ac:picMkLst>
        </pc:picChg>
        <pc:picChg chg="del">
          <ac:chgData name="Sládeček David" userId="S::sladecek@hradebni.cz::474d93f0-3a32-49cc-b837-47806091b590" providerId="AD" clId="Web-{EC67E52A-1586-4FEC-BF25-0DC9597C02DC}" dt="2026-04-27T09:23:06.252" v="5"/>
          <ac:picMkLst>
            <pc:docMk/>
            <pc:sldMk cId="132132024" sldId="257"/>
            <ac:picMk id="9" creationId="{97D1DEA5-BFB6-B2FB-518F-8FC3AFF6CD57}"/>
          </ac:picMkLst>
        </pc:picChg>
        <pc:picChg chg="add mod">
          <ac:chgData name="Sládeček David" userId="S::sladecek@hradebni.cz::474d93f0-3a32-49cc-b837-47806091b590" providerId="AD" clId="Web-{EC67E52A-1586-4FEC-BF25-0DC9597C02DC}" dt="2026-04-27T09:25:08.932" v="16" actId="1076"/>
          <ac:picMkLst>
            <pc:docMk/>
            <pc:sldMk cId="132132024" sldId="257"/>
            <ac:picMk id="10" creationId="{56910F9F-BD89-B9A5-2360-BDF080827093}"/>
          </ac:picMkLst>
        </pc:picChg>
        <pc:picChg chg="del">
          <ac:chgData name="Sládeček David" userId="S::sladecek@hradebni.cz::474d93f0-3a32-49cc-b837-47806091b590" providerId="AD" clId="Web-{EC67E52A-1586-4FEC-BF25-0DC9597C02DC}" dt="2026-04-27T09:25:36.809" v="17"/>
          <ac:picMkLst>
            <pc:docMk/>
            <pc:sldMk cId="132132024" sldId="257"/>
            <ac:picMk id="11" creationId="{95DA4ACB-B140-A9E8-7782-034575C79477}"/>
          </ac:picMkLst>
        </pc:picChg>
        <pc:picChg chg="add mod">
          <ac:chgData name="Sládeček David" userId="S::sladecek@hradebni.cz::474d93f0-3a32-49cc-b837-47806091b590" providerId="AD" clId="Web-{EC67E52A-1586-4FEC-BF25-0DC9597C02DC}" dt="2026-04-27T09:25:46.888" v="22" actId="1076"/>
          <ac:picMkLst>
            <pc:docMk/>
            <pc:sldMk cId="132132024" sldId="257"/>
            <ac:picMk id="12" creationId="{6AF907C8-7F92-4DAE-2992-438333A2433A}"/>
          </ac:picMkLst>
        </pc:picChg>
      </pc:sldChg>
      <pc:sldChg chg="addSp delSp modSp">
        <pc:chgData name="Sládeček David" userId="S::sladecek@hradebni.cz::474d93f0-3a32-49cc-b837-47806091b590" providerId="AD" clId="Web-{EC67E52A-1586-4FEC-BF25-0DC9597C02DC}" dt="2026-04-27T09:26:15.062" v="25"/>
        <pc:sldMkLst>
          <pc:docMk/>
          <pc:sldMk cId="1292085216" sldId="258"/>
        </pc:sldMkLst>
        <pc:spChg chg="ord">
          <ac:chgData name="Sládeček David" userId="S::sladecek@hradebni.cz::474d93f0-3a32-49cc-b837-47806091b590" providerId="AD" clId="Web-{EC67E52A-1586-4FEC-BF25-0DC9597C02DC}" dt="2026-04-27T09:26:15.062" v="25"/>
          <ac:spMkLst>
            <pc:docMk/>
            <pc:sldMk cId="1292085216" sldId="258"/>
            <ac:spMk id="3" creationId="{0C9C7846-604A-A62C-4BDC-79BA80B6D63E}"/>
          </ac:spMkLst>
        </pc:spChg>
        <pc:spChg chg="del">
          <ac:chgData name="Sládeček David" userId="S::sladecek@hradebni.cz::474d93f0-3a32-49cc-b837-47806091b590" providerId="AD" clId="Web-{EC67E52A-1586-4FEC-BF25-0DC9597C02DC}" dt="2026-04-27T09:26:15.062" v="25"/>
          <ac:spMkLst>
            <pc:docMk/>
            <pc:sldMk cId="1292085216" sldId="258"/>
            <ac:spMk id="18" creationId="{5CF81D86-BDBA-477C-B7DD-8D359BB9965B}"/>
          </ac:spMkLst>
        </pc:spChg>
        <pc:spChg chg="del">
          <ac:chgData name="Sládeček David" userId="S::sladecek@hradebni.cz::474d93f0-3a32-49cc-b837-47806091b590" providerId="AD" clId="Web-{EC67E52A-1586-4FEC-BF25-0DC9597C02DC}" dt="2026-04-27T09:26:15.062" v="25"/>
          <ac:spMkLst>
            <pc:docMk/>
            <pc:sldMk cId="1292085216" sldId="258"/>
            <ac:spMk id="22" creationId="{88AA064E-5F6E-4024-BC28-EDDC3DFC70E1}"/>
          </ac:spMkLst>
        </pc:spChg>
        <pc:spChg chg="del">
          <ac:chgData name="Sládeček David" userId="S::sladecek@hradebni.cz::474d93f0-3a32-49cc-b837-47806091b590" providerId="AD" clId="Web-{EC67E52A-1586-4FEC-BF25-0DC9597C02DC}" dt="2026-04-27T09:26:15.062" v="25"/>
          <ac:spMkLst>
            <pc:docMk/>
            <pc:sldMk cId="1292085216" sldId="258"/>
            <ac:spMk id="24" creationId="{03B29638-4838-4B9B-B9DB-96E542BAF3E6}"/>
          </ac:spMkLst>
        </pc:spChg>
        <pc:spChg chg="add">
          <ac:chgData name="Sládeček David" userId="S::sladecek@hradebni.cz::474d93f0-3a32-49cc-b837-47806091b590" providerId="AD" clId="Web-{EC67E52A-1586-4FEC-BF25-0DC9597C02DC}" dt="2026-04-27T09:26:15.062" v="25"/>
          <ac:spMkLst>
            <pc:docMk/>
            <pc:sldMk cId="1292085216" sldId="258"/>
            <ac:spMk id="29" creationId="{5CF81D86-BDBA-477C-B7DD-8D359BB9965B}"/>
          </ac:spMkLst>
        </pc:spChg>
        <pc:spChg chg="add">
          <ac:chgData name="Sládeček David" userId="S::sladecek@hradebni.cz::474d93f0-3a32-49cc-b837-47806091b590" providerId="AD" clId="Web-{EC67E52A-1586-4FEC-BF25-0DC9597C02DC}" dt="2026-04-27T09:26:15.062" v="25"/>
          <ac:spMkLst>
            <pc:docMk/>
            <pc:sldMk cId="1292085216" sldId="258"/>
            <ac:spMk id="33" creationId="{88AA064E-5F6E-4024-BC28-EDDC3DFC70E1}"/>
          </ac:spMkLst>
        </pc:spChg>
        <pc:spChg chg="add">
          <ac:chgData name="Sládeček David" userId="S::sladecek@hradebni.cz::474d93f0-3a32-49cc-b837-47806091b590" providerId="AD" clId="Web-{EC67E52A-1586-4FEC-BF25-0DC9597C02DC}" dt="2026-04-27T09:26:15.062" v="25"/>
          <ac:spMkLst>
            <pc:docMk/>
            <pc:sldMk cId="1292085216" sldId="258"/>
            <ac:spMk id="35" creationId="{03B29638-4838-4B9B-B9DB-96E542BAF3E6}"/>
          </ac:spMkLst>
        </pc:spChg>
        <pc:picChg chg="add mod">
          <ac:chgData name="Sládeček David" userId="S::sladecek@hradebni.cz::474d93f0-3a32-49cc-b837-47806091b590" providerId="AD" clId="Web-{EC67E52A-1586-4FEC-BF25-0DC9597C02DC}" dt="2026-04-27T09:26:15.062" v="25"/>
          <ac:picMkLst>
            <pc:docMk/>
            <pc:sldMk cId="1292085216" sldId="258"/>
            <ac:picMk id="4" creationId="{E69935C8-CCD1-30C5-2992-2E15654E92AA}"/>
          </ac:picMkLst>
        </pc:picChg>
        <pc:picChg chg="del">
          <ac:chgData name="Sládeček David" userId="S::sladecek@hradebni.cz::474d93f0-3a32-49cc-b837-47806091b590" providerId="AD" clId="Web-{EC67E52A-1586-4FEC-BF25-0DC9597C02DC}" dt="2026-04-27T09:25:51.591" v="23"/>
          <ac:picMkLst>
            <pc:docMk/>
            <pc:sldMk cId="1292085216" sldId="258"/>
            <ac:picMk id="5" creationId="{5A95DF15-F28E-2D1B-E456-C339E2D0ABDF}"/>
          </ac:picMkLst>
        </pc:picChg>
        <pc:cxnChg chg="del">
          <ac:chgData name="Sládeček David" userId="S::sladecek@hradebni.cz::474d93f0-3a32-49cc-b837-47806091b590" providerId="AD" clId="Web-{EC67E52A-1586-4FEC-BF25-0DC9597C02DC}" dt="2026-04-27T09:26:15.062" v="25"/>
          <ac:cxnSpMkLst>
            <pc:docMk/>
            <pc:sldMk cId="1292085216" sldId="258"/>
            <ac:cxnSpMk id="20" creationId="{C65F3E9C-EF11-4F8F-A621-399C7A3E6401}"/>
          </ac:cxnSpMkLst>
        </pc:cxnChg>
        <pc:cxnChg chg="add">
          <ac:chgData name="Sládeček David" userId="S::sladecek@hradebni.cz::474d93f0-3a32-49cc-b837-47806091b590" providerId="AD" clId="Web-{EC67E52A-1586-4FEC-BF25-0DC9597C02DC}" dt="2026-04-27T09:26:15.062" v="25"/>
          <ac:cxnSpMkLst>
            <pc:docMk/>
            <pc:sldMk cId="1292085216" sldId="258"/>
            <ac:cxnSpMk id="31" creationId="{C65F3E9C-EF11-4F8F-A621-399C7A3E6401}"/>
          </ac:cxnSpMkLst>
        </pc:cxnChg>
      </pc:sldChg>
      <pc:sldChg chg="addSp delSp modSp">
        <pc:chgData name="Sládeček David" userId="S::sladecek@hradebni.cz::474d93f0-3a32-49cc-b837-47806091b590" providerId="AD" clId="Web-{EC67E52A-1586-4FEC-BF25-0DC9597C02DC}" dt="2026-04-27T09:26:44.470" v="30"/>
        <pc:sldMkLst>
          <pc:docMk/>
          <pc:sldMk cId="2684473371" sldId="259"/>
        </pc:sldMkLst>
        <pc:spChg chg="mod">
          <ac:chgData name="Sládeček David" userId="S::sladecek@hradebni.cz::474d93f0-3a32-49cc-b837-47806091b590" providerId="AD" clId="Web-{EC67E52A-1586-4FEC-BF25-0DC9597C02DC}" dt="2026-04-27T09:26:44.470" v="30"/>
          <ac:spMkLst>
            <pc:docMk/>
            <pc:sldMk cId="2684473371" sldId="259"/>
            <ac:spMk id="2" creationId="{3D96D63B-80F5-7BEC-864C-B96DB147DAD5}"/>
          </ac:spMkLst>
        </pc:spChg>
        <pc:spChg chg="mod ord">
          <ac:chgData name="Sládeček David" userId="S::sladecek@hradebni.cz::474d93f0-3a32-49cc-b837-47806091b590" providerId="AD" clId="Web-{EC67E52A-1586-4FEC-BF25-0DC9597C02DC}" dt="2026-04-27T09:26:44.470" v="30"/>
          <ac:spMkLst>
            <pc:docMk/>
            <pc:sldMk cId="2684473371" sldId="259"/>
            <ac:spMk id="3" creationId="{9F23D48F-EC29-8447-03ED-CFA53952A1BD}"/>
          </ac:spMkLst>
        </pc:spChg>
        <pc:spChg chg="add del">
          <ac:chgData name="Sládeček David" userId="S::sladecek@hradebni.cz::474d93f0-3a32-49cc-b837-47806091b590" providerId="AD" clId="Web-{EC67E52A-1586-4FEC-BF25-0DC9597C02DC}" dt="2026-04-27T09:26:44.470" v="30"/>
          <ac:spMkLst>
            <pc:docMk/>
            <pc:sldMk cId="2684473371" sldId="259"/>
            <ac:spMk id="10" creationId="{52ABB703-2B0E-4C3B-B4A2-F3973548E561}"/>
          </ac:spMkLst>
        </pc:spChg>
        <pc:spChg chg="add del">
          <ac:chgData name="Sládeček David" userId="S::sladecek@hradebni.cz::474d93f0-3a32-49cc-b837-47806091b590" providerId="AD" clId="Web-{EC67E52A-1586-4FEC-BF25-0DC9597C02DC}" dt="2026-04-27T09:26:44.470" v="30"/>
          <ac:spMkLst>
            <pc:docMk/>
            <pc:sldMk cId="2684473371" sldId="259"/>
            <ac:spMk id="14" creationId="{E95DA498-D9A2-4DA9-B9DA-B3776E08CF7E}"/>
          </ac:spMkLst>
        </pc:spChg>
        <pc:spChg chg="add del">
          <ac:chgData name="Sládeček David" userId="S::sladecek@hradebni.cz::474d93f0-3a32-49cc-b837-47806091b590" providerId="AD" clId="Web-{EC67E52A-1586-4FEC-BF25-0DC9597C02DC}" dt="2026-04-27T09:26:44.470" v="30"/>
          <ac:spMkLst>
            <pc:docMk/>
            <pc:sldMk cId="2684473371" sldId="259"/>
            <ac:spMk id="16" creationId="{82A73093-4B9D-420D-B17E-52293703A1D4}"/>
          </ac:spMkLst>
        </pc:spChg>
        <pc:spChg chg="add del">
          <ac:chgData name="Sládeček David" userId="S::sladecek@hradebni.cz::474d93f0-3a32-49cc-b837-47806091b590" providerId="AD" clId="Web-{EC67E52A-1586-4FEC-BF25-0DC9597C02DC}" dt="2026-04-27T09:26:44.454" v="29"/>
          <ac:spMkLst>
            <pc:docMk/>
            <pc:sldMk cId="2684473371" sldId="259"/>
            <ac:spMk id="21" creationId="{311973C2-EB8B-452A-A698-4A252FD3AE28}"/>
          </ac:spMkLst>
        </pc:spChg>
        <pc:spChg chg="add del">
          <ac:chgData name="Sládeček David" userId="S::sladecek@hradebni.cz::474d93f0-3a32-49cc-b837-47806091b590" providerId="AD" clId="Web-{EC67E52A-1586-4FEC-BF25-0DC9597C02DC}" dt="2026-04-27T09:26:44.454" v="29"/>
          <ac:spMkLst>
            <pc:docMk/>
            <pc:sldMk cId="2684473371" sldId="259"/>
            <ac:spMk id="23" creationId="{10162E77-11AD-44A7-84EC-40C59EEFBD2E}"/>
          </ac:spMkLst>
        </pc:spChg>
        <pc:spChg chg="add">
          <ac:chgData name="Sládeček David" userId="S::sladecek@hradebni.cz::474d93f0-3a32-49cc-b837-47806091b590" providerId="AD" clId="Web-{EC67E52A-1586-4FEC-BF25-0DC9597C02DC}" dt="2026-04-27T09:26:44.470" v="30"/>
          <ac:spMkLst>
            <pc:docMk/>
            <pc:sldMk cId="2684473371" sldId="259"/>
            <ac:spMk id="27" creationId="{03B29638-4838-4B9B-B9DB-96E542BAF3E6}"/>
          </ac:spMkLst>
        </pc:spChg>
        <pc:spChg chg="add">
          <ac:chgData name="Sládeček David" userId="S::sladecek@hradebni.cz::474d93f0-3a32-49cc-b837-47806091b590" providerId="AD" clId="Web-{EC67E52A-1586-4FEC-BF25-0DC9597C02DC}" dt="2026-04-27T09:26:44.470" v="30"/>
          <ac:spMkLst>
            <pc:docMk/>
            <pc:sldMk cId="2684473371" sldId="259"/>
            <ac:spMk id="28" creationId="{5CF81D86-BDBA-477C-B7DD-8D359BB9965B}"/>
          </ac:spMkLst>
        </pc:spChg>
        <pc:spChg chg="add">
          <ac:chgData name="Sládeček David" userId="S::sladecek@hradebni.cz::474d93f0-3a32-49cc-b837-47806091b590" providerId="AD" clId="Web-{EC67E52A-1586-4FEC-BF25-0DC9597C02DC}" dt="2026-04-27T09:26:44.470" v="30"/>
          <ac:spMkLst>
            <pc:docMk/>
            <pc:sldMk cId="2684473371" sldId="259"/>
            <ac:spMk id="30" creationId="{88AA064E-5F6E-4024-BC28-EDDC3DFC70E1}"/>
          </ac:spMkLst>
        </pc:spChg>
        <pc:picChg chg="add mod">
          <ac:chgData name="Sládeček David" userId="S::sladecek@hradebni.cz::474d93f0-3a32-49cc-b837-47806091b590" providerId="AD" clId="Web-{EC67E52A-1586-4FEC-BF25-0DC9597C02DC}" dt="2026-04-27T09:26:44.470" v="30"/>
          <ac:picMkLst>
            <pc:docMk/>
            <pc:sldMk cId="2684473371" sldId="259"/>
            <ac:picMk id="4" creationId="{A5850344-AE5C-909C-DD6F-82836C39D17F}"/>
          </ac:picMkLst>
        </pc:picChg>
        <pc:picChg chg="del">
          <ac:chgData name="Sládeček David" userId="S::sladecek@hradebni.cz::474d93f0-3a32-49cc-b837-47806091b590" providerId="AD" clId="Web-{EC67E52A-1586-4FEC-BF25-0DC9597C02DC}" dt="2026-04-27T09:26:19.749" v="26"/>
          <ac:picMkLst>
            <pc:docMk/>
            <pc:sldMk cId="2684473371" sldId="259"/>
            <ac:picMk id="5" creationId="{CA96255F-0FA5-DB95-2B99-A15F38D9FCF0}"/>
          </ac:picMkLst>
        </pc:picChg>
        <pc:cxnChg chg="add del">
          <ac:chgData name="Sládeček David" userId="S::sladecek@hradebni.cz::474d93f0-3a32-49cc-b837-47806091b590" providerId="AD" clId="Web-{EC67E52A-1586-4FEC-BF25-0DC9597C02DC}" dt="2026-04-27T09:26:44.454" v="29"/>
          <ac:cxnSpMkLst>
            <pc:docMk/>
            <pc:sldMk cId="2684473371" sldId="259"/>
            <ac:cxnSpMk id="12" creationId="{9C21570E-E159-49A6-9891-FA397B7A92D3}"/>
          </ac:cxnSpMkLst>
        </pc:cxnChg>
        <pc:cxnChg chg="add del">
          <ac:chgData name="Sládeček David" userId="S::sladecek@hradebni.cz::474d93f0-3a32-49cc-b837-47806091b590" providerId="AD" clId="Web-{EC67E52A-1586-4FEC-BF25-0DC9597C02DC}" dt="2026-04-27T09:26:44.454" v="29"/>
          <ac:cxnSpMkLst>
            <pc:docMk/>
            <pc:sldMk cId="2684473371" sldId="259"/>
            <ac:cxnSpMk id="25" creationId="{5AB158E9-1B40-4CD6-95F0-95CA11DF7B7A}"/>
          </ac:cxnSpMkLst>
        </pc:cxnChg>
        <pc:cxnChg chg="add">
          <ac:chgData name="Sládeček David" userId="S::sladecek@hradebni.cz::474d93f0-3a32-49cc-b837-47806091b590" providerId="AD" clId="Web-{EC67E52A-1586-4FEC-BF25-0DC9597C02DC}" dt="2026-04-27T09:26:44.470" v="30"/>
          <ac:cxnSpMkLst>
            <pc:docMk/>
            <pc:sldMk cId="2684473371" sldId="259"/>
            <ac:cxnSpMk id="29" creationId="{C65F3E9C-EF11-4F8F-A621-399C7A3E6401}"/>
          </ac:cxnSpMkLst>
        </pc:cxnChg>
      </pc:sldChg>
      <pc:sldChg chg="addSp delSp modSp">
        <pc:chgData name="Sládeček David" userId="S::sladecek@hradebni.cz::474d93f0-3a32-49cc-b837-47806091b590" providerId="AD" clId="Web-{EC67E52A-1586-4FEC-BF25-0DC9597C02DC}" dt="2026-04-27T09:27:14.253" v="33"/>
        <pc:sldMkLst>
          <pc:docMk/>
          <pc:sldMk cId="4021854411" sldId="260"/>
        </pc:sldMkLst>
        <pc:spChg chg="mod">
          <ac:chgData name="Sládeček David" userId="S::sladecek@hradebni.cz::474d93f0-3a32-49cc-b837-47806091b590" providerId="AD" clId="Web-{EC67E52A-1586-4FEC-BF25-0DC9597C02DC}" dt="2026-04-27T09:27:14.253" v="33"/>
          <ac:spMkLst>
            <pc:docMk/>
            <pc:sldMk cId="4021854411" sldId="260"/>
            <ac:spMk id="2" creationId="{20C24393-AF20-57C2-235C-1BDC691838A3}"/>
          </ac:spMkLst>
        </pc:spChg>
        <pc:spChg chg="mod ord">
          <ac:chgData name="Sládeček David" userId="S::sladecek@hradebni.cz::474d93f0-3a32-49cc-b837-47806091b590" providerId="AD" clId="Web-{EC67E52A-1586-4FEC-BF25-0DC9597C02DC}" dt="2026-04-27T09:27:14.253" v="33"/>
          <ac:spMkLst>
            <pc:docMk/>
            <pc:sldMk cId="4021854411" sldId="260"/>
            <ac:spMk id="3" creationId="{374CB96D-DDD3-3301-9BDD-807B763E889C}"/>
          </ac:spMkLst>
        </pc:spChg>
        <pc:spChg chg="del">
          <ac:chgData name="Sládeček David" userId="S::sladecek@hradebni.cz::474d93f0-3a32-49cc-b837-47806091b590" providerId="AD" clId="Web-{EC67E52A-1586-4FEC-BF25-0DC9597C02DC}" dt="2026-04-27T09:27:14.253" v="33"/>
          <ac:spMkLst>
            <pc:docMk/>
            <pc:sldMk cId="4021854411" sldId="260"/>
            <ac:spMk id="11" creationId="{52ABB703-2B0E-4C3B-B4A2-F3973548E561}"/>
          </ac:spMkLst>
        </pc:spChg>
        <pc:spChg chg="del">
          <ac:chgData name="Sládeček David" userId="S::sladecek@hradebni.cz::474d93f0-3a32-49cc-b837-47806091b590" providerId="AD" clId="Web-{EC67E52A-1586-4FEC-BF25-0DC9597C02DC}" dt="2026-04-27T09:27:14.253" v="33"/>
          <ac:spMkLst>
            <pc:docMk/>
            <pc:sldMk cId="4021854411" sldId="260"/>
            <ac:spMk id="15" creationId="{E95DA498-D9A2-4DA9-B9DA-B3776E08CF7E}"/>
          </ac:spMkLst>
        </pc:spChg>
        <pc:spChg chg="del">
          <ac:chgData name="Sládeček David" userId="S::sladecek@hradebni.cz::474d93f0-3a32-49cc-b837-47806091b590" providerId="AD" clId="Web-{EC67E52A-1586-4FEC-BF25-0DC9597C02DC}" dt="2026-04-27T09:27:14.253" v="33"/>
          <ac:spMkLst>
            <pc:docMk/>
            <pc:sldMk cId="4021854411" sldId="260"/>
            <ac:spMk id="17" creationId="{82A73093-4B9D-420D-B17E-52293703A1D4}"/>
          </ac:spMkLst>
        </pc:spChg>
        <pc:spChg chg="add">
          <ac:chgData name="Sládeček David" userId="S::sladecek@hradebni.cz::474d93f0-3a32-49cc-b837-47806091b590" providerId="AD" clId="Web-{EC67E52A-1586-4FEC-BF25-0DC9597C02DC}" dt="2026-04-27T09:27:14.253" v="33"/>
          <ac:spMkLst>
            <pc:docMk/>
            <pc:sldMk cId="4021854411" sldId="260"/>
            <ac:spMk id="22" creationId="{5CF81D86-BDBA-477C-B7DD-8D359BB9965B}"/>
          </ac:spMkLst>
        </pc:spChg>
        <pc:spChg chg="add">
          <ac:chgData name="Sládeček David" userId="S::sladecek@hradebni.cz::474d93f0-3a32-49cc-b837-47806091b590" providerId="AD" clId="Web-{EC67E52A-1586-4FEC-BF25-0DC9597C02DC}" dt="2026-04-27T09:27:14.253" v="33"/>
          <ac:spMkLst>
            <pc:docMk/>
            <pc:sldMk cId="4021854411" sldId="260"/>
            <ac:spMk id="26" creationId="{88AA064E-5F6E-4024-BC28-EDDC3DFC70E1}"/>
          </ac:spMkLst>
        </pc:spChg>
        <pc:spChg chg="add">
          <ac:chgData name="Sládeček David" userId="S::sladecek@hradebni.cz::474d93f0-3a32-49cc-b837-47806091b590" providerId="AD" clId="Web-{EC67E52A-1586-4FEC-BF25-0DC9597C02DC}" dt="2026-04-27T09:27:14.253" v="33"/>
          <ac:spMkLst>
            <pc:docMk/>
            <pc:sldMk cId="4021854411" sldId="260"/>
            <ac:spMk id="28" creationId="{03B29638-4838-4B9B-B9DB-96E542BAF3E6}"/>
          </ac:spMkLst>
        </pc:spChg>
        <pc:picChg chg="add mod">
          <ac:chgData name="Sládeček David" userId="S::sladecek@hradebni.cz::474d93f0-3a32-49cc-b837-47806091b590" providerId="AD" clId="Web-{EC67E52A-1586-4FEC-BF25-0DC9597C02DC}" dt="2026-04-27T09:27:14.253" v="33"/>
          <ac:picMkLst>
            <pc:docMk/>
            <pc:sldMk cId="4021854411" sldId="260"/>
            <ac:picMk id="4" creationId="{B7CFD920-9F79-5EE4-EB46-ACB75614C35A}"/>
          </ac:picMkLst>
        </pc:picChg>
        <pc:picChg chg="del">
          <ac:chgData name="Sládeček David" userId="S::sladecek@hradebni.cz::474d93f0-3a32-49cc-b837-47806091b590" providerId="AD" clId="Web-{EC67E52A-1586-4FEC-BF25-0DC9597C02DC}" dt="2026-04-27T09:26:48.610" v="31"/>
          <ac:picMkLst>
            <pc:docMk/>
            <pc:sldMk cId="4021854411" sldId="260"/>
            <ac:picMk id="6" creationId="{C19EECB2-EF74-8058-D7DA-77042E391C38}"/>
          </ac:picMkLst>
        </pc:picChg>
        <pc:cxnChg chg="add">
          <ac:chgData name="Sládeček David" userId="S::sladecek@hradebni.cz::474d93f0-3a32-49cc-b837-47806091b590" providerId="AD" clId="Web-{EC67E52A-1586-4FEC-BF25-0DC9597C02DC}" dt="2026-04-27T09:27:14.253" v="33"/>
          <ac:cxnSpMkLst>
            <pc:docMk/>
            <pc:sldMk cId="4021854411" sldId="260"/>
            <ac:cxnSpMk id="24" creationId="{C65F3E9C-EF11-4F8F-A621-399C7A3E6401}"/>
          </ac:cxnSpMkLst>
        </pc:cxnChg>
      </pc:sldChg>
      <pc:sldChg chg="addSp delSp modSp">
        <pc:chgData name="Sládeček David" userId="S::sladecek@hradebni.cz::474d93f0-3a32-49cc-b837-47806091b590" providerId="AD" clId="Web-{EC67E52A-1586-4FEC-BF25-0DC9597C02DC}" dt="2026-04-27T09:27:54.114" v="36"/>
        <pc:sldMkLst>
          <pc:docMk/>
          <pc:sldMk cId="1736941475" sldId="261"/>
        </pc:sldMkLst>
        <pc:spChg chg="mod">
          <ac:chgData name="Sládeček David" userId="S::sladecek@hradebni.cz::474d93f0-3a32-49cc-b837-47806091b590" providerId="AD" clId="Web-{EC67E52A-1586-4FEC-BF25-0DC9597C02DC}" dt="2026-04-27T09:27:54.114" v="36"/>
          <ac:spMkLst>
            <pc:docMk/>
            <pc:sldMk cId="1736941475" sldId="261"/>
            <ac:spMk id="3" creationId="{EF0D0543-0F6A-9045-72F2-F68A837BEA9E}"/>
          </ac:spMkLst>
        </pc:spChg>
        <pc:picChg chg="del">
          <ac:chgData name="Sládeček David" userId="S::sladecek@hradebni.cz::474d93f0-3a32-49cc-b837-47806091b590" providerId="AD" clId="Web-{EC67E52A-1586-4FEC-BF25-0DC9597C02DC}" dt="2026-04-27T09:27:50.208" v="34"/>
          <ac:picMkLst>
            <pc:docMk/>
            <pc:sldMk cId="1736941475" sldId="261"/>
            <ac:picMk id="4" creationId="{31797625-8E33-D643-FF29-75BA201B73E4}"/>
          </ac:picMkLst>
        </pc:picChg>
        <pc:picChg chg="add mod">
          <ac:chgData name="Sládeček David" userId="S::sladecek@hradebni.cz::474d93f0-3a32-49cc-b837-47806091b590" providerId="AD" clId="Web-{EC67E52A-1586-4FEC-BF25-0DC9597C02DC}" dt="2026-04-27T09:27:54.114" v="36"/>
          <ac:picMkLst>
            <pc:docMk/>
            <pc:sldMk cId="1736941475" sldId="261"/>
            <ac:picMk id="5" creationId="{B8B49D3E-5689-981A-5CF5-DF83542C9650}"/>
          </ac:picMkLst>
        </pc:picChg>
      </pc:sldChg>
      <pc:sldChg chg="addSp delSp modSp">
        <pc:chgData name="Sládeček David" userId="S::sladecek@hradebni.cz::474d93f0-3a32-49cc-b837-47806091b590" providerId="AD" clId="Web-{EC67E52A-1586-4FEC-BF25-0DC9597C02DC}" dt="2026-04-27T09:28:03.864" v="37"/>
        <pc:sldMkLst>
          <pc:docMk/>
          <pc:sldMk cId="3301259840" sldId="262"/>
        </pc:sldMkLst>
        <pc:spChg chg="mod">
          <ac:chgData name="Sládeček David" userId="S::sladecek@hradebni.cz::474d93f0-3a32-49cc-b837-47806091b590" providerId="AD" clId="Web-{EC67E52A-1586-4FEC-BF25-0DC9597C02DC}" dt="2026-04-27T09:28:03.864" v="37"/>
          <ac:spMkLst>
            <pc:docMk/>
            <pc:sldMk cId="3301259840" sldId="262"/>
            <ac:spMk id="2" creationId="{00000000-0000-0000-0000-000000000000}"/>
          </ac:spMkLst>
        </pc:spChg>
        <pc:spChg chg="mod">
          <ac:chgData name="Sládeček David" userId="S::sladecek@hradebni.cz::474d93f0-3a32-49cc-b837-47806091b590" providerId="AD" clId="Web-{EC67E52A-1586-4FEC-BF25-0DC9597C02DC}" dt="2026-04-27T09:28:03.864" v="37"/>
          <ac:spMkLst>
            <pc:docMk/>
            <pc:sldMk cId="3301259840" sldId="262"/>
            <ac:spMk id="3" creationId="{00000000-0000-0000-0000-000000000000}"/>
          </ac:spMkLst>
        </pc:spChg>
        <pc:spChg chg="del">
          <ac:chgData name="Sládeček David" userId="S::sladecek@hradebni.cz::474d93f0-3a32-49cc-b837-47806091b590" providerId="AD" clId="Web-{EC67E52A-1586-4FEC-BF25-0DC9597C02DC}" dt="2026-04-27T09:28:03.864" v="37"/>
          <ac:spMkLst>
            <pc:docMk/>
            <pc:sldMk cId="3301259840" sldId="262"/>
            <ac:spMk id="10" creationId="{284B70D5-875B-433D-BDBD-1522A85D6C1D}"/>
          </ac:spMkLst>
        </pc:spChg>
        <pc:spChg chg="del">
          <ac:chgData name="Sládeček David" userId="S::sladecek@hradebni.cz::474d93f0-3a32-49cc-b837-47806091b590" providerId="AD" clId="Web-{EC67E52A-1586-4FEC-BF25-0DC9597C02DC}" dt="2026-04-27T09:28:03.864" v="37"/>
          <ac:spMkLst>
            <pc:docMk/>
            <pc:sldMk cId="3301259840" sldId="262"/>
            <ac:spMk id="14" creationId="{1E299956-A9E7-4FC1-A0B1-D590CA9730E8}"/>
          </ac:spMkLst>
        </pc:spChg>
        <pc:spChg chg="del">
          <ac:chgData name="Sládeček David" userId="S::sladecek@hradebni.cz::474d93f0-3a32-49cc-b837-47806091b590" providerId="AD" clId="Web-{EC67E52A-1586-4FEC-BF25-0DC9597C02DC}" dt="2026-04-27T09:28:03.864" v="37"/>
          <ac:spMkLst>
            <pc:docMk/>
            <pc:sldMk cId="3301259840" sldId="262"/>
            <ac:spMk id="16" creationId="{17FC539C-B783-4B03-9F9E-D13430F3F64F}"/>
          </ac:spMkLst>
        </pc:spChg>
        <pc:spChg chg="add">
          <ac:chgData name="Sládeček David" userId="S::sladecek@hradebni.cz::474d93f0-3a32-49cc-b837-47806091b590" providerId="AD" clId="Web-{EC67E52A-1586-4FEC-BF25-0DC9597C02DC}" dt="2026-04-27T09:28:03.864" v="37"/>
          <ac:spMkLst>
            <pc:docMk/>
            <pc:sldMk cId="3301259840" sldId="262"/>
            <ac:spMk id="21" creationId="{10162E77-11AD-44A7-84EC-40C59EEFBD2E}"/>
          </ac:spMkLst>
        </pc:spChg>
        <pc:spChg chg="add">
          <ac:chgData name="Sládeček David" userId="S::sladecek@hradebni.cz::474d93f0-3a32-49cc-b837-47806091b590" providerId="AD" clId="Web-{EC67E52A-1586-4FEC-BF25-0DC9597C02DC}" dt="2026-04-27T09:28:03.864" v="37"/>
          <ac:spMkLst>
            <pc:docMk/>
            <pc:sldMk cId="3301259840" sldId="262"/>
            <ac:spMk id="25" creationId="{6329CBCE-21AE-419D-AC1F-8ACF510A6670}"/>
          </ac:spMkLst>
        </pc:spChg>
        <pc:spChg chg="add">
          <ac:chgData name="Sládeček David" userId="S::sladecek@hradebni.cz::474d93f0-3a32-49cc-b837-47806091b590" providerId="AD" clId="Web-{EC67E52A-1586-4FEC-BF25-0DC9597C02DC}" dt="2026-04-27T09:28:03.864" v="37"/>
          <ac:spMkLst>
            <pc:docMk/>
            <pc:sldMk cId="3301259840" sldId="262"/>
            <ac:spMk id="27" creationId="{FF2DA012-1414-493D-888F-5D99D0BDA322}"/>
          </ac:spMkLst>
        </pc:spChg>
        <pc:picChg chg="mod">
          <ac:chgData name="Sládeček David" userId="S::sladecek@hradebni.cz::474d93f0-3a32-49cc-b837-47806091b590" providerId="AD" clId="Web-{EC67E52A-1586-4FEC-BF25-0DC9597C02DC}" dt="2026-04-27T09:28:03.864" v="37"/>
          <ac:picMkLst>
            <pc:docMk/>
            <pc:sldMk cId="3301259840" sldId="262"/>
            <ac:picMk id="5" creationId="{00000000-0000-0000-0000-000000000000}"/>
          </ac:picMkLst>
        </pc:picChg>
        <pc:cxnChg chg="del">
          <ac:chgData name="Sládeček David" userId="S::sladecek@hradebni.cz::474d93f0-3a32-49cc-b837-47806091b590" providerId="AD" clId="Web-{EC67E52A-1586-4FEC-BF25-0DC9597C02DC}" dt="2026-04-27T09:28:03.864" v="37"/>
          <ac:cxnSpMkLst>
            <pc:docMk/>
            <pc:sldMk cId="3301259840" sldId="262"/>
            <ac:cxnSpMk id="12" creationId="{C947DF4A-614C-4B4C-8B80-E5B9D8E8CFED}"/>
          </ac:cxnSpMkLst>
        </pc:cxnChg>
      </pc:sldChg>
      <pc:sldChg chg="addSp delSp modSp">
        <pc:chgData name="Sládeček David" userId="S::sladecek@hradebni.cz::474d93f0-3a32-49cc-b837-47806091b590" providerId="AD" clId="Web-{EC67E52A-1586-4FEC-BF25-0DC9597C02DC}" dt="2026-04-27T09:28:42.369" v="40"/>
        <pc:sldMkLst>
          <pc:docMk/>
          <pc:sldMk cId="3354684545" sldId="263"/>
        </pc:sldMkLst>
        <pc:spChg chg="mod">
          <ac:chgData name="Sládeček David" userId="S::sladecek@hradebni.cz::474d93f0-3a32-49cc-b837-47806091b590" providerId="AD" clId="Web-{EC67E52A-1586-4FEC-BF25-0DC9597C02DC}" dt="2026-04-27T09:28:42.369" v="40"/>
          <ac:spMkLst>
            <pc:docMk/>
            <pc:sldMk cId="3354684545" sldId="263"/>
            <ac:spMk id="2" creationId="{00000000-0000-0000-0000-000000000000}"/>
          </ac:spMkLst>
        </pc:spChg>
        <pc:spChg chg="mod">
          <ac:chgData name="Sládeček David" userId="S::sladecek@hradebni.cz::474d93f0-3a32-49cc-b837-47806091b590" providerId="AD" clId="Web-{EC67E52A-1586-4FEC-BF25-0DC9597C02DC}" dt="2026-04-27T09:28:42.369" v="40"/>
          <ac:spMkLst>
            <pc:docMk/>
            <pc:sldMk cId="3354684545" sldId="263"/>
            <ac:spMk id="3" creationId="{00000000-0000-0000-0000-000000000000}"/>
          </ac:spMkLst>
        </pc:spChg>
        <pc:spChg chg="del">
          <ac:chgData name="Sládeček David" userId="S::sladecek@hradebni.cz::474d93f0-3a32-49cc-b837-47806091b590" providerId="AD" clId="Web-{EC67E52A-1586-4FEC-BF25-0DC9597C02DC}" dt="2026-04-27T09:28:42.369" v="40"/>
          <ac:spMkLst>
            <pc:docMk/>
            <pc:sldMk cId="3354684545" sldId="263"/>
            <ac:spMk id="33" creationId="{52ABB703-2B0E-4C3B-B4A2-F3973548E561}"/>
          </ac:spMkLst>
        </pc:spChg>
        <pc:spChg chg="del">
          <ac:chgData name="Sládeček David" userId="S::sladecek@hradebni.cz::474d93f0-3a32-49cc-b837-47806091b590" providerId="AD" clId="Web-{EC67E52A-1586-4FEC-BF25-0DC9597C02DC}" dt="2026-04-27T09:28:42.369" v="40"/>
          <ac:spMkLst>
            <pc:docMk/>
            <pc:sldMk cId="3354684545" sldId="263"/>
            <ac:spMk id="37" creationId="{E95DA498-D9A2-4DA9-B9DA-B3776E08CF7E}"/>
          </ac:spMkLst>
        </pc:spChg>
        <pc:spChg chg="del">
          <ac:chgData name="Sládeček David" userId="S::sladecek@hradebni.cz::474d93f0-3a32-49cc-b837-47806091b590" providerId="AD" clId="Web-{EC67E52A-1586-4FEC-BF25-0DC9597C02DC}" dt="2026-04-27T09:28:42.369" v="40"/>
          <ac:spMkLst>
            <pc:docMk/>
            <pc:sldMk cId="3354684545" sldId="263"/>
            <ac:spMk id="39" creationId="{82A73093-4B9D-420D-B17E-52293703A1D4}"/>
          </ac:spMkLst>
        </pc:spChg>
        <pc:picChg chg="add mod">
          <ac:chgData name="Sládeček David" userId="S::sladecek@hradebni.cz::474d93f0-3a32-49cc-b837-47806091b590" providerId="AD" clId="Web-{EC67E52A-1586-4FEC-BF25-0DC9597C02DC}" dt="2026-04-27T09:28:42.369" v="40"/>
          <ac:picMkLst>
            <pc:docMk/>
            <pc:sldMk cId="3354684545" sldId="263"/>
            <ac:picMk id="4" creationId="{7AF52B9B-927A-3ACC-2D75-5E69E7378E8E}"/>
          </ac:picMkLst>
        </pc:picChg>
        <pc:picChg chg="del">
          <ac:chgData name="Sládeček David" userId="S::sladecek@hradebni.cz::474d93f0-3a32-49cc-b837-47806091b590" providerId="AD" clId="Web-{EC67E52A-1586-4FEC-BF25-0DC9597C02DC}" dt="2026-04-27T09:28:29.506" v="38"/>
          <ac:picMkLst>
            <pc:docMk/>
            <pc:sldMk cId="3354684545" sldId="263"/>
            <ac:picMk id="19" creationId="{69795C2B-B7FF-4CF6-BA9A-443E463DBB42}"/>
          </ac:picMkLst>
        </pc:picChg>
        <pc:cxnChg chg="del">
          <ac:chgData name="Sládeček David" userId="S::sladecek@hradebni.cz::474d93f0-3a32-49cc-b837-47806091b590" providerId="AD" clId="Web-{EC67E52A-1586-4FEC-BF25-0DC9597C02DC}" dt="2026-04-27T09:28:42.369" v="40"/>
          <ac:cxnSpMkLst>
            <pc:docMk/>
            <pc:sldMk cId="3354684545" sldId="263"/>
            <ac:cxnSpMk id="35" creationId="{9C21570E-E159-49A6-9891-FA397B7A92D3}"/>
          </ac:cxnSpMkLst>
        </pc:cxnChg>
      </pc:sldChg>
      <pc:sldChg chg="addSp delSp modSp">
        <pc:chgData name="Sládeček David" userId="S::sladecek@hradebni.cz::474d93f0-3a32-49cc-b837-47806091b590" providerId="AD" clId="Web-{EC67E52A-1586-4FEC-BF25-0DC9597C02DC}" dt="2026-04-27T09:29:28.696" v="46"/>
        <pc:sldMkLst>
          <pc:docMk/>
          <pc:sldMk cId="1719289132" sldId="264"/>
        </pc:sldMkLst>
        <pc:spChg chg="mod">
          <ac:chgData name="Sládeček David" userId="S::sladecek@hradebni.cz::474d93f0-3a32-49cc-b837-47806091b590" providerId="AD" clId="Web-{EC67E52A-1586-4FEC-BF25-0DC9597C02DC}" dt="2026-04-27T09:29:28.696" v="46"/>
          <ac:spMkLst>
            <pc:docMk/>
            <pc:sldMk cId="1719289132" sldId="264"/>
            <ac:spMk id="2" creationId="{9D86A2A1-F745-5496-D760-681FF1304D75}"/>
          </ac:spMkLst>
        </pc:spChg>
        <pc:spChg chg="mod ord">
          <ac:chgData name="Sládeček David" userId="S::sladecek@hradebni.cz::474d93f0-3a32-49cc-b837-47806091b590" providerId="AD" clId="Web-{EC67E52A-1586-4FEC-BF25-0DC9597C02DC}" dt="2026-04-27T09:29:28.696" v="46"/>
          <ac:spMkLst>
            <pc:docMk/>
            <pc:sldMk cId="1719289132" sldId="264"/>
            <ac:spMk id="3" creationId="{57B09D1D-4BC9-B4FA-00FC-C659C82BF87E}"/>
          </ac:spMkLst>
        </pc:spChg>
        <pc:spChg chg="add del">
          <ac:chgData name="Sládeček David" userId="S::sladecek@hradebni.cz::474d93f0-3a32-49cc-b837-47806091b590" providerId="AD" clId="Web-{EC67E52A-1586-4FEC-BF25-0DC9597C02DC}" dt="2026-04-27T09:28:50.851" v="43"/>
          <ac:spMkLst>
            <pc:docMk/>
            <pc:sldMk cId="1719289132" sldId="264"/>
            <ac:spMk id="9" creationId="{311973C2-EB8B-452A-A698-4A252FD3AE28}"/>
          </ac:spMkLst>
        </pc:spChg>
        <pc:spChg chg="add del">
          <ac:chgData name="Sládeček David" userId="S::sladecek@hradebni.cz::474d93f0-3a32-49cc-b837-47806091b590" providerId="AD" clId="Web-{EC67E52A-1586-4FEC-BF25-0DC9597C02DC}" dt="2026-04-27T09:28:50.851" v="43"/>
          <ac:spMkLst>
            <pc:docMk/>
            <pc:sldMk cId="1719289132" sldId="264"/>
            <ac:spMk id="11" creationId="{10162E77-11AD-44A7-84EC-40C59EEFBD2E}"/>
          </ac:spMkLst>
        </pc:spChg>
        <pc:spChg chg="add del">
          <ac:chgData name="Sládeček David" userId="S::sladecek@hradebni.cz::474d93f0-3a32-49cc-b837-47806091b590" providerId="AD" clId="Web-{EC67E52A-1586-4FEC-BF25-0DC9597C02DC}" dt="2026-04-27T09:28:50.835" v="42"/>
          <ac:spMkLst>
            <pc:docMk/>
            <pc:sldMk cId="1719289132" sldId="264"/>
            <ac:spMk id="18" creationId="{C33BF9DD-8A45-4EEE-B231-0A14D322E5F9}"/>
          </ac:spMkLst>
        </pc:spChg>
        <pc:spChg chg="add del">
          <ac:chgData name="Sládeček David" userId="S::sladecek@hradebni.cz::474d93f0-3a32-49cc-b837-47806091b590" providerId="AD" clId="Web-{EC67E52A-1586-4FEC-BF25-0DC9597C02DC}" dt="2026-04-27T09:28:50.835" v="42"/>
          <ac:spMkLst>
            <pc:docMk/>
            <pc:sldMk cId="1719289132" sldId="264"/>
            <ac:spMk id="22" creationId="{D5FBCAC9-BD8B-4F3B-AD74-EF37D4211349}"/>
          </ac:spMkLst>
        </pc:spChg>
        <pc:spChg chg="add del">
          <ac:chgData name="Sládeček David" userId="S::sladecek@hradebni.cz::474d93f0-3a32-49cc-b837-47806091b590" providerId="AD" clId="Web-{EC67E52A-1586-4FEC-BF25-0DC9597C02DC}" dt="2026-04-27T09:28:50.835" v="42"/>
          <ac:spMkLst>
            <pc:docMk/>
            <pc:sldMk cId="1719289132" sldId="264"/>
            <ac:spMk id="24" creationId="{9556C5A8-AD7E-4CE7-87BE-9EA3B5E1786F}"/>
          </ac:spMkLst>
        </pc:spChg>
        <pc:spChg chg="add del">
          <ac:chgData name="Sládeček David" userId="S::sladecek@hradebni.cz::474d93f0-3a32-49cc-b837-47806091b590" providerId="AD" clId="Web-{EC67E52A-1586-4FEC-BF25-0DC9597C02DC}" dt="2026-04-27T09:29:28.696" v="46"/>
          <ac:spMkLst>
            <pc:docMk/>
            <pc:sldMk cId="1719289132" sldId="264"/>
            <ac:spMk id="26" creationId="{10162E77-11AD-44A7-84EC-40C59EEFBD2E}"/>
          </ac:spMkLst>
        </pc:spChg>
        <pc:spChg chg="add del">
          <ac:chgData name="Sládeček David" userId="S::sladecek@hradebni.cz::474d93f0-3a32-49cc-b837-47806091b590" providerId="AD" clId="Web-{EC67E52A-1586-4FEC-BF25-0DC9597C02DC}" dt="2026-04-27T09:29:28.696" v="46"/>
          <ac:spMkLst>
            <pc:docMk/>
            <pc:sldMk cId="1719289132" sldId="264"/>
            <ac:spMk id="28" creationId="{6329CBCE-21AE-419D-AC1F-8ACF510A6670}"/>
          </ac:spMkLst>
        </pc:spChg>
        <pc:spChg chg="add del">
          <ac:chgData name="Sládeček David" userId="S::sladecek@hradebni.cz::474d93f0-3a32-49cc-b837-47806091b590" providerId="AD" clId="Web-{EC67E52A-1586-4FEC-BF25-0DC9597C02DC}" dt="2026-04-27T09:29:28.696" v="46"/>
          <ac:spMkLst>
            <pc:docMk/>
            <pc:sldMk cId="1719289132" sldId="264"/>
            <ac:spMk id="29" creationId="{FF2DA012-1414-493D-888F-5D99D0BDA322}"/>
          </ac:spMkLst>
        </pc:spChg>
        <pc:spChg chg="add">
          <ac:chgData name="Sládeček David" userId="S::sladecek@hradebni.cz::474d93f0-3a32-49cc-b837-47806091b590" providerId="AD" clId="Web-{EC67E52A-1586-4FEC-BF25-0DC9597C02DC}" dt="2026-04-27T09:29:28.696" v="46"/>
          <ac:spMkLst>
            <pc:docMk/>
            <pc:sldMk cId="1719289132" sldId="264"/>
            <ac:spMk id="34" creationId="{5CF81D86-BDBA-477C-B7DD-8D359BB9965B}"/>
          </ac:spMkLst>
        </pc:spChg>
        <pc:spChg chg="add">
          <ac:chgData name="Sládeček David" userId="S::sladecek@hradebni.cz::474d93f0-3a32-49cc-b837-47806091b590" providerId="AD" clId="Web-{EC67E52A-1586-4FEC-BF25-0DC9597C02DC}" dt="2026-04-27T09:29:28.696" v="46"/>
          <ac:spMkLst>
            <pc:docMk/>
            <pc:sldMk cId="1719289132" sldId="264"/>
            <ac:spMk id="38" creationId="{88AA064E-5F6E-4024-BC28-EDDC3DFC70E1}"/>
          </ac:spMkLst>
        </pc:spChg>
        <pc:spChg chg="add">
          <ac:chgData name="Sládeček David" userId="S::sladecek@hradebni.cz::474d93f0-3a32-49cc-b837-47806091b590" providerId="AD" clId="Web-{EC67E52A-1586-4FEC-BF25-0DC9597C02DC}" dt="2026-04-27T09:29:28.696" v="46"/>
          <ac:spMkLst>
            <pc:docMk/>
            <pc:sldMk cId="1719289132" sldId="264"/>
            <ac:spMk id="40" creationId="{03B29638-4838-4B9B-B9DB-96E542BAF3E6}"/>
          </ac:spMkLst>
        </pc:spChg>
        <pc:picChg chg="add mod">
          <ac:chgData name="Sládeček David" userId="S::sladecek@hradebni.cz::474d93f0-3a32-49cc-b837-47806091b590" providerId="AD" clId="Web-{EC67E52A-1586-4FEC-BF25-0DC9597C02DC}" dt="2026-04-27T09:29:28.696" v="46"/>
          <ac:picMkLst>
            <pc:docMk/>
            <pc:sldMk cId="1719289132" sldId="264"/>
            <ac:picMk id="4" creationId="{AC3226C6-83A6-8D32-97CD-7E701FB4C0C0}"/>
          </ac:picMkLst>
        </pc:picChg>
        <pc:picChg chg="del mod">
          <ac:chgData name="Sládeček David" userId="S::sladecek@hradebni.cz::474d93f0-3a32-49cc-b837-47806091b590" providerId="AD" clId="Web-{EC67E52A-1586-4FEC-BF25-0DC9597C02DC}" dt="2026-04-27T09:29:24.086" v="44"/>
          <ac:picMkLst>
            <pc:docMk/>
            <pc:sldMk cId="1719289132" sldId="264"/>
            <ac:picMk id="5" creationId="{BFC27C09-A18E-E44F-2C54-1F9093B795EF}"/>
          </ac:picMkLst>
        </pc:picChg>
        <pc:cxnChg chg="add del">
          <ac:chgData name="Sládeček David" userId="S::sladecek@hradebni.cz::474d93f0-3a32-49cc-b837-47806091b590" providerId="AD" clId="Web-{EC67E52A-1586-4FEC-BF25-0DC9597C02DC}" dt="2026-04-27T09:28:50.851" v="43"/>
          <ac:cxnSpMkLst>
            <pc:docMk/>
            <pc:sldMk cId="1719289132" sldId="264"/>
            <ac:cxnSpMk id="13" creationId="{5AB158E9-1B40-4CD6-95F0-95CA11DF7B7A}"/>
          </ac:cxnSpMkLst>
        </pc:cxnChg>
        <pc:cxnChg chg="add del">
          <ac:chgData name="Sládeček David" userId="S::sladecek@hradebni.cz::474d93f0-3a32-49cc-b837-47806091b590" providerId="AD" clId="Web-{EC67E52A-1586-4FEC-BF25-0DC9597C02DC}" dt="2026-04-27T09:28:50.835" v="42"/>
          <ac:cxnSpMkLst>
            <pc:docMk/>
            <pc:sldMk cId="1719289132" sldId="264"/>
            <ac:cxnSpMk id="20" creationId="{9020DCC9-F851-4562-BB20-1AB3C51BFD08}"/>
          </ac:cxnSpMkLst>
        </pc:cxnChg>
        <pc:cxnChg chg="add del">
          <ac:chgData name="Sládeček David" userId="S::sladecek@hradebni.cz::474d93f0-3a32-49cc-b837-47806091b590" providerId="AD" clId="Web-{EC67E52A-1586-4FEC-BF25-0DC9597C02DC}" dt="2026-04-27T09:29:28.696" v="46"/>
          <ac:cxnSpMkLst>
            <pc:docMk/>
            <pc:sldMk cId="1719289132" sldId="264"/>
            <ac:cxnSpMk id="27" creationId="{5AB158E9-1B40-4CD6-95F0-95CA11DF7B7A}"/>
          </ac:cxnSpMkLst>
        </pc:cxnChg>
      </pc:sldChg>
      <pc:sldChg chg="addSp delSp modSp">
        <pc:chgData name="Sládeček David" userId="S::sladecek@hradebni.cz::474d93f0-3a32-49cc-b837-47806091b590" providerId="AD" clId="Web-{EC67E52A-1586-4FEC-BF25-0DC9597C02DC}" dt="2026-04-27T09:30:44.902" v="52"/>
        <pc:sldMkLst>
          <pc:docMk/>
          <pc:sldMk cId="1071550909" sldId="265"/>
        </pc:sldMkLst>
        <pc:spChg chg="mod">
          <ac:chgData name="Sládeček David" userId="S::sladecek@hradebni.cz::474d93f0-3a32-49cc-b837-47806091b590" providerId="AD" clId="Web-{EC67E52A-1586-4FEC-BF25-0DC9597C02DC}" dt="2026-04-27T09:30:44.902" v="52"/>
          <ac:spMkLst>
            <pc:docMk/>
            <pc:sldMk cId="1071550909" sldId="265"/>
            <ac:spMk id="2" creationId="{F63AC73F-3809-B363-051E-31BF4A6B0AAC}"/>
          </ac:spMkLst>
        </pc:spChg>
        <pc:spChg chg="mod ord">
          <ac:chgData name="Sládeček David" userId="S::sladecek@hradebni.cz::474d93f0-3a32-49cc-b837-47806091b590" providerId="AD" clId="Web-{EC67E52A-1586-4FEC-BF25-0DC9597C02DC}" dt="2026-04-27T09:30:44.902" v="52"/>
          <ac:spMkLst>
            <pc:docMk/>
            <pc:sldMk cId="1071550909" sldId="265"/>
            <ac:spMk id="3" creationId="{2A8451D5-1EB9-603B-37E3-AAA85D014715}"/>
          </ac:spMkLst>
        </pc:spChg>
        <pc:spChg chg="add del">
          <ac:chgData name="Sládeček David" userId="S::sladecek@hradebni.cz::474d93f0-3a32-49cc-b837-47806091b590" providerId="AD" clId="Web-{EC67E52A-1586-4FEC-BF25-0DC9597C02DC}" dt="2026-04-27T09:30:44.902" v="52"/>
          <ac:spMkLst>
            <pc:docMk/>
            <pc:sldMk cId="1071550909" sldId="265"/>
            <ac:spMk id="31" creationId="{C33BF9DD-8A45-4EEE-B231-0A14D322E5F9}"/>
          </ac:spMkLst>
        </pc:spChg>
        <pc:spChg chg="add del">
          <ac:chgData name="Sládeček David" userId="S::sladecek@hradebni.cz::474d93f0-3a32-49cc-b837-47806091b590" providerId="AD" clId="Web-{EC67E52A-1586-4FEC-BF25-0DC9597C02DC}" dt="2026-04-27T09:30:44.902" v="52"/>
          <ac:spMkLst>
            <pc:docMk/>
            <pc:sldMk cId="1071550909" sldId="265"/>
            <ac:spMk id="35" creationId="{D5FBCAC9-BD8B-4F3B-AD74-EF37D4211349}"/>
          </ac:spMkLst>
        </pc:spChg>
        <pc:spChg chg="add del">
          <ac:chgData name="Sládeček David" userId="S::sladecek@hradebni.cz::474d93f0-3a32-49cc-b837-47806091b590" providerId="AD" clId="Web-{EC67E52A-1586-4FEC-BF25-0DC9597C02DC}" dt="2026-04-27T09:30:44.902" v="52"/>
          <ac:spMkLst>
            <pc:docMk/>
            <pc:sldMk cId="1071550909" sldId="265"/>
            <ac:spMk id="37" creationId="{9556C5A8-AD7E-4CE7-87BE-9EA3B5E1786F}"/>
          </ac:spMkLst>
        </pc:spChg>
        <pc:spChg chg="add del">
          <ac:chgData name="Sládeček David" userId="S::sladecek@hradebni.cz::474d93f0-3a32-49cc-b837-47806091b590" providerId="AD" clId="Web-{EC67E52A-1586-4FEC-BF25-0DC9597C02DC}" dt="2026-04-27T09:30:44.902" v="51"/>
          <ac:spMkLst>
            <pc:docMk/>
            <pc:sldMk cId="1071550909" sldId="265"/>
            <ac:spMk id="42" creationId="{311973C2-EB8B-452A-A698-4A252FD3AE28}"/>
          </ac:spMkLst>
        </pc:spChg>
        <pc:spChg chg="add del">
          <ac:chgData name="Sládeček David" userId="S::sladecek@hradebni.cz::474d93f0-3a32-49cc-b837-47806091b590" providerId="AD" clId="Web-{EC67E52A-1586-4FEC-BF25-0DC9597C02DC}" dt="2026-04-27T09:30:44.902" v="51"/>
          <ac:spMkLst>
            <pc:docMk/>
            <pc:sldMk cId="1071550909" sldId="265"/>
            <ac:spMk id="44" creationId="{10162E77-11AD-44A7-84EC-40C59EEFBD2E}"/>
          </ac:spMkLst>
        </pc:spChg>
        <pc:graphicFrameChg chg="del">
          <ac:chgData name="Sládeček David" userId="S::sladecek@hradebni.cz::474d93f0-3a32-49cc-b837-47806091b590" providerId="AD" clId="Web-{EC67E52A-1586-4FEC-BF25-0DC9597C02DC}" dt="2026-04-27T09:29:35.946" v="48"/>
          <ac:graphicFrameMkLst>
            <pc:docMk/>
            <pc:sldMk cId="1071550909" sldId="265"/>
            <ac:graphicFrameMk id="4" creationId="{2D07ABC3-BC58-4D8E-738E-8D7653E666D4}"/>
          </ac:graphicFrameMkLst>
        </pc:graphicFrameChg>
        <pc:picChg chg="del">
          <ac:chgData name="Sládeček David" userId="S::sladecek@hradebni.cz::474d93f0-3a32-49cc-b837-47806091b590" providerId="AD" clId="Web-{EC67E52A-1586-4FEC-BF25-0DC9597C02DC}" dt="2026-04-27T09:29:32.665" v="47"/>
          <ac:picMkLst>
            <pc:docMk/>
            <pc:sldMk cId="1071550909" sldId="265"/>
            <ac:picMk id="5" creationId="{00000000-0000-0000-0000-000000000000}"/>
          </ac:picMkLst>
        </pc:picChg>
        <pc:picChg chg="add mod">
          <ac:chgData name="Sládeček David" userId="S::sladecek@hradebni.cz::474d93f0-3a32-49cc-b837-47806091b590" providerId="AD" clId="Web-{EC67E52A-1586-4FEC-BF25-0DC9597C02DC}" dt="2026-04-27T09:30:44.902" v="52"/>
          <ac:picMkLst>
            <pc:docMk/>
            <pc:sldMk cId="1071550909" sldId="265"/>
            <ac:picMk id="6" creationId="{19F8ABE2-305C-FC0A-7311-AE28597A1069}"/>
          </ac:picMkLst>
        </pc:picChg>
        <pc:cxnChg chg="add del">
          <ac:chgData name="Sládeček David" userId="S::sladecek@hradebni.cz::474d93f0-3a32-49cc-b837-47806091b590" providerId="AD" clId="Web-{EC67E52A-1586-4FEC-BF25-0DC9597C02DC}" dt="2026-04-27T09:30:44.902" v="52"/>
          <ac:cxnSpMkLst>
            <pc:docMk/>
            <pc:sldMk cId="1071550909" sldId="265"/>
            <ac:cxnSpMk id="33" creationId="{9020DCC9-F851-4562-BB20-1AB3C51BFD08}"/>
          </ac:cxnSpMkLst>
        </pc:cxnChg>
        <pc:cxnChg chg="add del">
          <ac:chgData name="Sládeček David" userId="S::sladecek@hradebni.cz::474d93f0-3a32-49cc-b837-47806091b590" providerId="AD" clId="Web-{EC67E52A-1586-4FEC-BF25-0DC9597C02DC}" dt="2026-04-27T09:30:44.902" v="51"/>
          <ac:cxnSpMkLst>
            <pc:docMk/>
            <pc:sldMk cId="1071550909" sldId="265"/>
            <ac:cxnSpMk id="46" creationId="{5AB158E9-1B40-4CD6-95F0-95CA11DF7B7A}"/>
          </ac:cxnSpMkLst>
        </pc:cxnChg>
      </pc:sldChg>
      <pc:sldChg chg="addSp delSp modSp">
        <pc:chgData name="Sládeček David" userId="S::sladecek@hradebni.cz::474d93f0-3a32-49cc-b837-47806091b590" providerId="AD" clId="Web-{EC67E52A-1586-4FEC-BF25-0DC9597C02DC}" dt="2026-04-27T09:32:33.311" v="55"/>
        <pc:sldMkLst>
          <pc:docMk/>
          <pc:sldMk cId="4190888127" sldId="266"/>
        </pc:sldMkLst>
        <pc:spChg chg="mod">
          <ac:chgData name="Sládeček David" userId="S::sladecek@hradebni.cz::474d93f0-3a32-49cc-b837-47806091b590" providerId="AD" clId="Web-{EC67E52A-1586-4FEC-BF25-0DC9597C02DC}" dt="2026-04-27T09:32:33.311" v="55"/>
          <ac:spMkLst>
            <pc:docMk/>
            <pc:sldMk cId="4190888127" sldId="266"/>
            <ac:spMk id="2" creationId="{55244C98-F826-73C3-5720-6F956C6C68BE}"/>
          </ac:spMkLst>
        </pc:spChg>
        <pc:spChg chg="mod ord">
          <ac:chgData name="Sládeček David" userId="S::sladecek@hradebni.cz::474d93f0-3a32-49cc-b837-47806091b590" providerId="AD" clId="Web-{EC67E52A-1586-4FEC-BF25-0DC9597C02DC}" dt="2026-04-27T09:32:33.311" v="55"/>
          <ac:spMkLst>
            <pc:docMk/>
            <pc:sldMk cId="4190888127" sldId="266"/>
            <ac:spMk id="3" creationId="{D0340D77-A149-F53E-5CB3-54AE85E26C10}"/>
          </ac:spMkLst>
        </pc:spChg>
        <pc:spChg chg="add">
          <ac:chgData name="Sládeček David" userId="S::sladecek@hradebni.cz::474d93f0-3a32-49cc-b837-47806091b590" providerId="AD" clId="Web-{EC67E52A-1586-4FEC-BF25-0DC9597C02DC}" dt="2026-04-27T09:32:33.311" v="55"/>
          <ac:spMkLst>
            <pc:docMk/>
            <pc:sldMk cId="4190888127" sldId="266"/>
            <ac:spMk id="10" creationId="{52ABB703-2B0E-4C3B-B4A2-F3973548E561}"/>
          </ac:spMkLst>
        </pc:spChg>
        <pc:spChg chg="add">
          <ac:chgData name="Sládeček David" userId="S::sladecek@hradebni.cz::474d93f0-3a32-49cc-b837-47806091b590" providerId="AD" clId="Web-{EC67E52A-1586-4FEC-BF25-0DC9597C02DC}" dt="2026-04-27T09:32:33.311" v="55"/>
          <ac:spMkLst>
            <pc:docMk/>
            <pc:sldMk cId="4190888127" sldId="266"/>
            <ac:spMk id="14" creationId="{E95DA498-D9A2-4DA9-B9DA-B3776E08CF7E}"/>
          </ac:spMkLst>
        </pc:spChg>
        <pc:spChg chg="add">
          <ac:chgData name="Sládeček David" userId="S::sladecek@hradebni.cz::474d93f0-3a32-49cc-b837-47806091b590" providerId="AD" clId="Web-{EC67E52A-1586-4FEC-BF25-0DC9597C02DC}" dt="2026-04-27T09:32:33.311" v="55"/>
          <ac:spMkLst>
            <pc:docMk/>
            <pc:sldMk cId="4190888127" sldId="266"/>
            <ac:spMk id="16" creationId="{82A73093-4B9D-420D-B17E-52293703A1D4}"/>
          </ac:spMkLst>
        </pc:spChg>
        <pc:picChg chg="del">
          <ac:chgData name="Sládeček David" userId="S::sladecek@hradebni.cz::474d93f0-3a32-49cc-b837-47806091b590" providerId="AD" clId="Web-{EC67E52A-1586-4FEC-BF25-0DC9597C02DC}" dt="2026-04-27T09:31:28.715" v="53"/>
          <ac:picMkLst>
            <pc:docMk/>
            <pc:sldMk cId="4190888127" sldId="266"/>
            <ac:picMk id="4" creationId="{20ABC415-E9DA-FC42-6292-1169D58DF375}"/>
          </ac:picMkLst>
        </pc:picChg>
        <pc:picChg chg="add mod">
          <ac:chgData name="Sládeček David" userId="S::sladecek@hradebni.cz::474d93f0-3a32-49cc-b837-47806091b590" providerId="AD" clId="Web-{EC67E52A-1586-4FEC-BF25-0DC9597C02DC}" dt="2026-04-27T09:32:33.311" v="55"/>
          <ac:picMkLst>
            <pc:docMk/>
            <pc:sldMk cId="4190888127" sldId="266"/>
            <ac:picMk id="5" creationId="{3555D182-C685-26A5-DF70-1F44514DED8E}"/>
          </ac:picMkLst>
        </pc:picChg>
        <pc:cxnChg chg="add">
          <ac:chgData name="Sládeček David" userId="S::sladecek@hradebni.cz::474d93f0-3a32-49cc-b837-47806091b590" providerId="AD" clId="Web-{EC67E52A-1586-4FEC-BF25-0DC9597C02DC}" dt="2026-04-27T09:32:33.311" v="55"/>
          <ac:cxnSpMkLst>
            <pc:docMk/>
            <pc:sldMk cId="4190888127" sldId="266"/>
            <ac:cxnSpMk id="12" creationId="{9C21570E-E159-49A6-9891-FA397B7A92D3}"/>
          </ac:cxnSpMkLst>
        </pc:cxnChg>
      </pc:sldChg>
      <pc:sldChg chg="addSp delSp modSp">
        <pc:chgData name="Sládeček David" userId="S::sladecek@hradebni.cz::474d93f0-3a32-49cc-b837-47806091b590" providerId="AD" clId="Web-{EC67E52A-1586-4FEC-BF25-0DC9597C02DC}" dt="2026-04-27T09:33:06.639" v="60" actId="1076"/>
        <pc:sldMkLst>
          <pc:docMk/>
          <pc:sldMk cId="1860899900" sldId="267"/>
        </pc:sldMkLst>
        <pc:spChg chg="mod">
          <ac:chgData name="Sládeček David" userId="S::sladecek@hradebni.cz::474d93f0-3a32-49cc-b837-47806091b590" providerId="AD" clId="Web-{EC67E52A-1586-4FEC-BF25-0DC9597C02DC}" dt="2026-04-27T09:33:00.170" v="58"/>
          <ac:spMkLst>
            <pc:docMk/>
            <pc:sldMk cId="1860899900" sldId="267"/>
            <ac:spMk id="2" creationId="{3C863C8B-AAC7-4916-2917-D20A12716914}"/>
          </ac:spMkLst>
        </pc:spChg>
        <pc:spChg chg="mod">
          <ac:chgData name="Sládeček David" userId="S::sladecek@hradebni.cz::474d93f0-3a32-49cc-b837-47806091b590" providerId="AD" clId="Web-{EC67E52A-1586-4FEC-BF25-0DC9597C02DC}" dt="2026-04-27T09:33:00.170" v="58"/>
          <ac:spMkLst>
            <pc:docMk/>
            <pc:sldMk cId="1860899900" sldId="267"/>
            <ac:spMk id="3" creationId="{585F7D7C-A384-F836-CFE1-45321FFEFECA}"/>
          </ac:spMkLst>
        </pc:spChg>
        <pc:spChg chg="del">
          <ac:chgData name="Sládeček David" userId="S::sladecek@hradebni.cz::474d93f0-3a32-49cc-b837-47806091b590" providerId="AD" clId="Web-{EC67E52A-1586-4FEC-BF25-0DC9597C02DC}" dt="2026-04-27T09:33:00.170" v="58"/>
          <ac:spMkLst>
            <pc:docMk/>
            <pc:sldMk cId="1860899900" sldId="267"/>
            <ac:spMk id="9" creationId="{284B70D5-875B-433D-BDBD-1522A85D6C1D}"/>
          </ac:spMkLst>
        </pc:spChg>
        <pc:spChg chg="del">
          <ac:chgData name="Sládeček David" userId="S::sladecek@hradebni.cz::474d93f0-3a32-49cc-b837-47806091b590" providerId="AD" clId="Web-{EC67E52A-1586-4FEC-BF25-0DC9597C02DC}" dt="2026-04-27T09:33:00.170" v="58"/>
          <ac:spMkLst>
            <pc:docMk/>
            <pc:sldMk cId="1860899900" sldId="267"/>
            <ac:spMk id="13" creationId="{1E299956-A9E7-4FC1-A0B1-D590CA9730E8}"/>
          </ac:spMkLst>
        </pc:spChg>
        <pc:spChg chg="del">
          <ac:chgData name="Sládeček David" userId="S::sladecek@hradebni.cz::474d93f0-3a32-49cc-b837-47806091b590" providerId="AD" clId="Web-{EC67E52A-1586-4FEC-BF25-0DC9597C02DC}" dt="2026-04-27T09:33:00.170" v="58"/>
          <ac:spMkLst>
            <pc:docMk/>
            <pc:sldMk cId="1860899900" sldId="267"/>
            <ac:spMk id="15" creationId="{17FC539C-B783-4B03-9F9E-D13430F3F64F}"/>
          </ac:spMkLst>
        </pc:spChg>
        <pc:picChg chg="del">
          <ac:chgData name="Sládeček David" userId="S::sladecek@hradebni.cz::474d93f0-3a32-49cc-b837-47806091b590" providerId="AD" clId="Web-{EC67E52A-1586-4FEC-BF25-0DC9597C02DC}" dt="2026-04-27T09:32:38.451" v="56"/>
          <ac:picMkLst>
            <pc:docMk/>
            <pc:sldMk cId="1860899900" sldId="267"/>
            <ac:picMk id="4" creationId="{ECB2CA6C-BF7C-65B6-0A9F-694346727D7F}"/>
          </ac:picMkLst>
        </pc:picChg>
        <pc:picChg chg="add mod">
          <ac:chgData name="Sládeček David" userId="S::sladecek@hradebni.cz::474d93f0-3a32-49cc-b837-47806091b590" providerId="AD" clId="Web-{EC67E52A-1586-4FEC-BF25-0DC9597C02DC}" dt="2026-04-27T09:33:06.639" v="60" actId="1076"/>
          <ac:picMkLst>
            <pc:docMk/>
            <pc:sldMk cId="1860899900" sldId="267"/>
            <ac:picMk id="5" creationId="{7D704019-011C-63BA-D3CF-C7DFE7AE55BA}"/>
          </ac:picMkLst>
        </pc:picChg>
        <pc:cxnChg chg="del">
          <ac:chgData name="Sládeček David" userId="S::sladecek@hradebni.cz::474d93f0-3a32-49cc-b837-47806091b590" providerId="AD" clId="Web-{EC67E52A-1586-4FEC-BF25-0DC9597C02DC}" dt="2026-04-27T09:33:00.170" v="58"/>
          <ac:cxnSpMkLst>
            <pc:docMk/>
            <pc:sldMk cId="1860899900" sldId="267"/>
            <ac:cxnSpMk id="11" creationId="{C947DF4A-614C-4B4C-8B80-E5B9D8E8CFED}"/>
          </ac:cxnSpMkLst>
        </pc:cxnChg>
      </pc:sldChg>
      <pc:sldChg chg="addSp delSp modSp mod setBg">
        <pc:chgData name="Sládeček David" userId="S::sladecek@hradebni.cz::474d93f0-3a32-49cc-b837-47806091b590" providerId="AD" clId="Web-{EC67E52A-1586-4FEC-BF25-0DC9597C02DC}" dt="2026-04-27T09:33:37.796" v="63"/>
        <pc:sldMkLst>
          <pc:docMk/>
          <pc:sldMk cId="714891676" sldId="268"/>
        </pc:sldMkLst>
        <pc:spChg chg="mod">
          <ac:chgData name="Sládeček David" userId="S::sladecek@hradebni.cz::474d93f0-3a32-49cc-b837-47806091b590" providerId="AD" clId="Web-{EC67E52A-1586-4FEC-BF25-0DC9597C02DC}" dt="2026-04-27T09:33:37.796" v="63"/>
          <ac:spMkLst>
            <pc:docMk/>
            <pc:sldMk cId="714891676" sldId="268"/>
            <ac:spMk id="2" creationId="{0C0C02E3-A5B8-9664-0D05-D6BCD07491CA}"/>
          </ac:spMkLst>
        </pc:spChg>
        <pc:spChg chg="mod">
          <ac:chgData name="Sládeček David" userId="S::sladecek@hradebni.cz::474d93f0-3a32-49cc-b837-47806091b590" providerId="AD" clId="Web-{EC67E52A-1586-4FEC-BF25-0DC9597C02DC}" dt="2026-04-27T09:33:37.796" v="63"/>
          <ac:spMkLst>
            <pc:docMk/>
            <pc:sldMk cId="714891676" sldId="268"/>
            <ac:spMk id="3" creationId="{8C9B84A0-255D-C885-F0DC-265B42741C9A}"/>
          </ac:spMkLst>
        </pc:spChg>
        <pc:picChg chg="add mod">
          <ac:chgData name="Sládeček David" userId="S::sladecek@hradebni.cz::474d93f0-3a32-49cc-b837-47806091b590" providerId="AD" clId="Web-{EC67E52A-1586-4FEC-BF25-0DC9597C02DC}" dt="2026-04-27T09:33:37.796" v="63"/>
          <ac:picMkLst>
            <pc:docMk/>
            <pc:sldMk cId="714891676" sldId="268"/>
            <ac:picMk id="4" creationId="{11985D13-3C47-1439-6AAC-FBF07BA08841}"/>
          </ac:picMkLst>
        </pc:picChg>
        <pc:picChg chg="del">
          <ac:chgData name="Sládeček David" userId="S::sladecek@hradebni.cz::474d93f0-3a32-49cc-b837-47806091b590" providerId="AD" clId="Web-{EC67E52A-1586-4FEC-BF25-0DC9597C02DC}" dt="2026-04-27T09:33:12.639" v="61"/>
          <ac:picMkLst>
            <pc:docMk/>
            <pc:sldMk cId="714891676" sldId="268"/>
            <ac:picMk id="5" creationId="{00000000-0000-0000-0000-000000000000}"/>
          </ac:picMkLst>
        </pc:picChg>
      </pc:sldChg>
      <pc:sldChg chg="delSp modSp del">
        <pc:chgData name="Sládeček David" userId="S::sladecek@hradebni.cz::474d93f0-3a32-49cc-b837-47806091b590" providerId="AD" clId="Web-{EC67E52A-1586-4FEC-BF25-0DC9597C02DC}" dt="2026-04-27T09:34:14.406" v="71"/>
        <pc:sldMkLst>
          <pc:docMk/>
          <pc:sldMk cId="1292085216" sldId="269"/>
        </pc:sldMkLst>
        <pc:spChg chg="mod">
          <ac:chgData name="Sládeček David" userId="S::sladecek@hradebni.cz::474d93f0-3a32-49cc-b837-47806091b590" providerId="AD" clId="Web-{EC67E52A-1586-4FEC-BF25-0DC9597C02DC}" dt="2026-04-27T09:33:49.562" v="64"/>
          <ac:spMkLst>
            <pc:docMk/>
            <pc:sldMk cId="1292085216" sldId="269"/>
            <ac:spMk id="2" creationId="{401277A2-3BFC-C294-A336-DDC05A11324B}"/>
          </ac:spMkLst>
        </pc:spChg>
        <pc:spChg chg="mod">
          <ac:chgData name="Sládeček David" userId="S::sladecek@hradebni.cz::474d93f0-3a32-49cc-b837-47806091b590" providerId="AD" clId="Web-{EC67E52A-1586-4FEC-BF25-0DC9597C02DC}" dt="2026-04-27T09:34:08.125" v="70" actId="14100"/>
          <ac:spMkLst>
            <pc:docMk/>
            <pc:sldMk cId="1292085216" sldId="269"/>
            <ac:spMk id="3" creationId="{0C9C7846-604A-A62C-4BDC-79BA80B6D63E}"/>
          </ac:spMkLst>
        </pc:spChg>
        <pc:spChg chg="del">
          <ac:chgData name="Sládeček David" userId="S::sladecek@hradebni.cz::474d93f0-3a32-49cc-b837-47806091b590" providerId="AD" clId="Web-{EC67E52A-1586-4FEC-BF25-0DC9597C02DC}" dt="2026-04-27T09:33:49.562" v="64"/>
          <ac:spMkLst>
            <pc:docMk/>
            <pc:sldMk cId="1292085216" sldId="269"/>
            <ac:spMk id="18" creationId="{5CF81D86-BDBA-477C-B7DD-8D359BB9965B}"/>
          </ac:spMkLst>
        </pc:spChg>
        <pc:spChg chg="del">
          <ac:chgData name="Sládeček David" userId="S::sladecek@hradebni.cz::474d93f0-3a32-49cc-b837-47806091b590" providerId="AD" clId="Web-{EC67E52A-1586-4FEC-BF25-0DC9597C02DC}" dt="2026-04-27T09:33:49.562" v="64"/>
          <ac:spMkLst>
            <pc:docMk/>
            <pc:sldMk cId="1292085216" sldId="269"/>
            <ac:spMk id="22" creationId="{88AA064E-5F6E-4024-BC28-EDDC3DFC70E1}"/>
          </ac:spMkLst>
        </pc:spChg>
        <pc:spChg chg="del">
          <ac:chgData name="Sládeček David" userId="S::sladecek@hradebni.cz::474d93f0-3a32-49cc-b837-47806091b590" providerId="AD" clId="Web-{EC67E52A-1586-4FEC-BF25-0DC9597C02DC}" dt="2026-04-27T09:33:49.562" v="64"/>
          <ac:spMkLst>
            <pc:docMk/>
            <pc:sldMk cId="1292085216" sldId="269"/>
            <ac:spMk id="24" creationId="{03B29638-4838-4B9B-B9DB-96E542BAF3E6}"/>
          </ac:spMkLst>
        </pc:spChg>
        <pc:picChg chg="del mod ord">
          <ac:chgData name="Sládeček David" userId="S::sladecek@hradebni.cz::474d93f0-3a32-49cc-b837-47806091b590" providerId="AD" clId="Web-{EC67E52A-1586-4FEC-BF25-0DC9597C02DC}" dt="2026-04-27T09:33:55.156" v="65"/>
          <ac:picMkLst>
            <pc:docMk/>
            <pc:sldMk cId="1292085216" sldId="269"/>
            <ac:picMk id="5" creationId="{5A95DF15-F28E-2D1B-E456-C339E2D0ABDF}"/>
          </ac:picMkLst>
        </pc:picChg>
        <pc:cxnChg chg="del">
          <ac:chgData name="Sládeček David" userId="S::sladecek@hradebni.cz::474d93f0-3a32-49cc-b837-47806091b590" providerId="AD" clId="Web-{EC67E52A-1586-4FEC-BF25-0DC9597C02DC}" dt="2026-04-27T09:33:49.562" v="64"/>
          <ac:cxnSpMkLst>
            <pc:docMk/>
            <pc:sldMk cId="1292085216" sldId="269"/>
            <ac:cxnSpMk id="20" creationId="{C65F3E9C-EF11-4F8F-A621-399C7A3E6401}"/>
          </ac:cxnSpMkLst>
        </pc:cxnChg>
      </pc:sldChg>
      <pc:sldChg chg="del">
        <pc:chgData name="Sládeček David" userId="S::sladecek@hradebni.cz::474d93f0-3a32-49cc-b837-47806091b590" providerId="AD" clId="Web-{EC67E52A-1586-4FEC-BF25-0DC9597C02DC}" dt="2026-04-27T09:34:18.407" v="72"/>
        <pc:sldMkLst>
          <pc:docMk/>
          <pc:sldMk cId="132132024" sldId="27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1C0AFD-19C8-4F60-A212-D1160A075A71}" type="datetimeFigureOut">
              <a:rPr lang="cs-CZ" smtClean="0"/>
              <a:t>27.04.2026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0485B9-29E6-4048-95BB-71D43105C69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42755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Zařízení by nebylo spustitelné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0485B9-29E6-4048-95BB-71D43105C69A}" type="slidenum">
              <a:rPr lang="cs-CZ" smtClean="0"/>
              <a:t>3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9254269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256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0485B9-29E6-4048-95BB-71D43105C69A}" type="slidenum">
              <a:rPr lang="cs-CZ" smtClean="0"/>
              <a:t>4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3484166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1 073 741 824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0485B9-29E6-4048-95BB-71D43105C69A}" type="slidenum">
              <a:rPr lang="cs-CZ" smtClean="0"/>
              <a:t>5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8095581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Telefony</a:t>
            </a:r>
            <a:r>
              <a:rPr lang="en-US" dirty="0"/>
              <a:t> </a:t>
            </a:r>
            <a:r>
              <a:rPr lang="en-US" err="1"/>
              <a:t>potřebují</a:t>
            </a:r>
            <a:r>
              <a:rPr lang="en-US" dirty="0"/>
              <a:t> </a:t>
            </a:r>
            <a:r>
              <a:rPr lang="en-US" err="1"/>
              <a:t>úspornost</a:t>
            </a:r>
            <a:r>
              <a:rPr lang="en-US" dirty="0"/>
              <a:t> (RISC), PC </a:t>
            </a:r>
            <a:r>
              <a:rPr lang="en-US" err="1"/>
              <a:t>výkon</a:t>
            </a:r>
            <a:r>
              <a:rPr lang="en-US" dirty="0"/>
              <a:t> a </a:t>
            </a:r>
            <a:r>
              <a:rPr lang="en-US" err="1"/>
              <a:t>kompatibilitu</a:t>
            </a:r>
            <a:r>
              <a:rPr lang="en-US" dirty="0"/>
              <a:t> (CISC).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0485B9-29E6-4048-95BB-71D43105C69A}" type="slidenum">
              <a:rPr lang="cs-CZ" smtClean="0"/>
              <a:t>9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350337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76402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FC5F6-F338-4AE4-BB23-26385BCFC423}" type="datetimeFigureOut">
              <a:rPr lang="en-US" dirty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9454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13597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6494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4/27/2026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754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4/27/2026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731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4/27/2026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3984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3462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438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6289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3229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98624D31-43A5-475A-80CF-332C9F6DCF35}" type="datetimeFigureOut">
              <a:rPr lang="en-US" dirty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3953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s-CZ" dirty="0"/>
              <a:t>Vstupní a výstupní zařízení</a:t>
            </a:r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cs-CZ"/>
              <a:t>Digitální a mediální gramotnost</a:t>
            </a:r>
          </a:p>
        </p:txBody>
      </p:sp>
    </p:spTree>
    <p:extLst>
      <p:ext uri="{BB962C8B-B14F-4D97-AF65-F5344CB8AC3E}">
        <p14:creationId xmlns:p14="http://schemas.microsoft.com/office/powerpoint/2010/main" val="37995230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E7F82259-6DC6-40BE-84AB-3D4BDA537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394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65CB8C19-DF2F-E216-3FBC-C3100398F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24" y="634946"/>
            <a:ext cx="4821283" cy="1450757"/>
          </a:xfrm>
        </p:spPr>
        <p:txBody>
          <a:bodyPr>
            <a:normAutofit/>
          </a:bodyPr>
          <a:lstStyle/>
          <a:p>
            <a:r>
              <a:rPr lang="cs-CZ" dirty="0"/>
              <a:t>Co je vstupní a výstupní zařízení?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8969DA3-1975-44C7-B7ED-053710F945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25071" y="2085703"/>
            <a:ext cx="411480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807119BF-F28B-7CDD-5EE0-09176EBDBB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8624" y="2198914"/>
            <a:ext cx="4821283" cy="3670180"/>
          </a:xfrm>
        </p:spPr>
        <p:txBody>
          <a:bodyPr>
            <a:normAutofit/>
          </a:bodyPr>
          <a:lstStyle/>
          <a:p>
            <a:r>
              <a:rPr lang="cs-CZ" b="1" dirty="0"/>
              <a:t>Vstupní zařízení</a:t>
            </a:r>
            <a:r>
              <a:rPr lang="cs-CZ" dirty="0"/>
              <a:t> – přenáší data DO počítače</a:t>
            </a:r>
          </a:p>
          <a:p>
            <a:pPr lvl="1"/>
            <a:r>
              <a:rPr lang="cs-CZ" dirty="0"/>
              <a:t>Klávesnice, myš, mikrofon, kamera, skener</a:t>
            </a:r>
          </a:p>
          <a:p>
            <a:r>
              <a:rPr lang="cs-CZ" b="1" dirty="0"/>
              <a:t>Výstupní zařízení</a:t>
            </a:r>
            <a:r>
              <a:rPr lang="cs-CZ" dirty="0"/>
              <a:t> – přenáší data Z počítače</a:t>
            </a:r>
          </a:p>
          <a:p>
            <a:pPr lvl="1"/>
            <a:r>
              <a:rPr lang="cs-CZ" dirty="0"/>
              <a:t>Monitor, reproduktory, tiskárna, projektor</a:t>
            </a:r>
          </a:p>
          <a:p>
            <a:r>
              <a:rPr lang="cs-CZ" b="1" dirty="0"/>
              <a:t>Vstupně-výstupní (I/O)</a:t>
            </a:r>
            <a:r>
              <a:rPr lang="cs-CZ" dirty="0"/>
              <a:t> – obousměrně</a:t>
            </a:r>
          </a:p>
          <a:p>
            <a:pPr lvl="1"/>
            <a:r>
              <a:rPr lang="cs-CZ" dirty="0"/>
              <a:t>Dotyková obrazovka, síťová karta, USB disk</a:t>
            </a:r>
          </a:p>
          <a:p>
            <a:endParaRPr lang="cs-CZ" dirty="0"/>
          </a:p>
          <a:p>
            <a:pPr marL="201168" lvl="1" indent="0">
              <a:buNone/>
            </a:pPr>
            <a:r>
              <a:rPr lang="cs-CZ" i="1" dirty="0"/>
              <a:t>Jaká zařízení dnes máte u sebe? Jsou vstupní, výstupní nebo oboje?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5490A1A-AA28-463A-AA3C-C84B88ED54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84358" y="691672"/>
            <a:ext cx="2636076" cy="2451078"/>
          </a:xfrm>
          <a:prstGeom prst="rect">
            <a:avLst/>
          </a:prstGeom>
          <a:solidFill>
            <a:srgbClr val="FFFFFF"/>
          </a:solidFill>
          <a:ln w="63500">
            <a:solidFill>
              <a:schemeClr val="accent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CBAC0BF-B249-46F8-B6CE-50488DCA10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08185" y="691673"/>
            <a:ext cx="2644595" cy="2451078"/>
          </a:xfrm>
          <a:prstGeom prst="rect">
            <a:avLst/>
          </a:prstGeom>
          <a:solidFill>
            <a:srgbClr val="FFFFFF"/>
          </a:solidFill>
          <a:ln w="63500">
            <a:solidFill>
              <a:schemeClr val="accent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83DEAAD-C42F-417F-96C1-36AC52AA5D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84358" y="3345545"/>
            <a:ext cx="2631017" cy="2481832"/>
          </a:xfrm>
          <a:prstGeom prst="rect">
            <a:avLst/>
          </a:prstGeom>
          <a:solidFill>
            <a:srgbClr val="FFFFFF"/>
          </a:solidFill>
          <a:ln w="63500">
            <a:solidFill>
              <a:schemeClr val="accent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9259C9E-EB60-4136-BFB3-C6AA8EABC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08185" y="3336707"/>
            <a:ext cx="2644595" cy="2490670"/>
          </a:xfrm>
          <a:prstGeom prst="rect">
            <a:avLst/>
          </a:prstGeom>
          <a:solidFill>
            <a:srgbClr val="FFFFFF"/>
          </a:solidFill>
          <a:ln w="63500">
            <a:solidFill>
              <a:schemeClr val="accent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44B207C-AE62-4FA8-B469-5E0EDADF80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E1354F6-7F92-40AE-A769-AC17DBD95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pic>
        <p:nvPicPr>
          <p:cNvPr id="4" name="Obrázek 3" descr="Genesis herní mechanická klávesnice THOR 303/TKL/RGB/Outemu Peach  Silent/Drátová USB/US layout/Černá">
            <a:extLst>
              <a:ext uri="{FF2B5EF4-FFF2-40B4-BE49-F238E27FC236}">
                <a16:creationId xmlns:a16="http://schemas.microsoft.com/office/drawing/2014/main" id="{5E246A96-F6BF-57A6-3E43-B1CD1539D7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880" y="1049020"/>
            <a:ext cx="2235200" cy="1722120"/>
          </a:xfrm>
          <a:prstGeom prst="rect">
            <a:avLst/>
          </a:prstGeom>
        </p:spPr>
      </p:pic>
      <p:pic>
        <p:nvPicPr>
          <p:cNvPr id="8" name="Obrázek 7" descr="Obsah obrázku Zvukové zařízení, mikrofon, Elektronické zařízení, Sluchátka&#10;&#10;Obsah generovaný pomocí AI může být nesprávný.">
            <a:extLst>
              <a:ext uri="{FF2B5EF4-FFF2-40B4-BE49-F238E27FC236}">
                <a16:creationId xmlns:a16="http://schemas.microsoft.com/office/drawing/2014/main" id="{5DC1260A-2D16-4771-1437-8E3C43B246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1133" y="959168"/>
            <a:ext cx="2339975" cy="2135505"/>
          </a:xfrm>
          <a:prstGeom prst="rect">
            <a:avLst/>
          </a:prstGeom>
        </p:spPr>
      </p:pic>
      <p:pic>
        <p:nvPicPr>
          <p:cNvPr id="10" name="Obrázek 9" descr="Obsah obrázku text, elektronika, displej, Zobrazovací zařízení&#10;&#10;Obsah generovaný pomocí AI může být nesprávný.">
            <a:extLst>
              <a:ext uri="{FF2B5EF4-FFF2-40B4-BE49-F238E27FC236}">
                <a16:creationId xmlns:a16="http://schemas.microsoft.com/office/drawing/2014/main" id="{56910F9F-BD89-B9A5-2360-BDF0808270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9345" y="3653790"/>
            <a:ext cx="2424430" cy="1897380"/>
          </a:xfrm>
          <a:prstGeom prst="rect">
            <a:avLst/>
          </a:prstGeom>
        </p:spPr>
      </p:pic>
      <p:pic>
        <p:nvPicPr>
          <p:cNvPr id="12" name="Obrázek 11" descr="Obsah obrázku elektronika, text, displej, Výstupní zařízení&#10;&#10;Obsah generovaný pomocí AI může být nesprávný.">
            <a:extLst>
              <a:ext uri="{FF2B5EF4-FFF2-40B4-BE49-F238E27FC236}">
                <a16:creationId xmlns:a16="http://schemas.microsoft.com/office/drawing/2014/main" id="{6AF907C8-7F92-4DAE-2992-438333A243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4942" y="3576320"/>
            <a:ext cx="2159635" cy="1971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32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5CF81D86-BDBA-477C-B7DD-8D359BB996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401277A2-3BFC-C294-A336-DDC05A113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4771" y="634946"/>
            <a:ext cx="6574972" cy="1450757"/>
          </a:xfrm>
        </p:spPr>
        <p:txBody>
          <a:bodyPr>
            <a:normAutofit/>
          </a:bodyPr>
          <a:lstStyle/>
          <a:p>
            <a:r>
              <a:rPr lang="cs-CZ" dirty="0"/>
              <a:t>HID – Human Interface Device</a:t>
            </a:r>
          </a:p>
        </p:txBody>
      </p:sp>
      <p:pic>
        <p:nvPicPr>
          <p:cNvPr id="4" name="Obrázek 3" descr="How to Format a USB Drive for Mac and PC Use">
            <a:extLst>
              <a:ext uri="{FF2B5EF4-FFF2-40B4-BE49-F238E27FC236}">
                <a16:creationId xmlns:a16="http://schemas.microsoft.com/office/drawing/2014/main" id="{E69935C8-CCD1-30C5-2992-2E15654E92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225" r="18581" b="1"/>
          <a:stretch>
            <a:fillRect/>
          </a:stretch>
        </p:blipFill>
        <p:spPr>
          <a:xfrm>
            <a:off x="633999" y="640081"/>
            <a:ext cx="4001315" cy="5314406"/>
          </a:xfrm>
          <a:prstGeom prst="rect">
            <a:avLst/>
          </a:prstGeom>
        </p:spPr>
      </p:pic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65F3E9C-EF11-4F8F-A621-399C7A3E64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974770" y="2086188"/>
            <a:ext cx="608976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0C9C7846-604A-A62C-4BDC-79BA80B6D6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4769" y="2198914"/>
            <a:ext cx="6574973" cy="3670180"/>
          </a:xfrm>
        </p:spPr>
        <p:txBody>
          <a:bodyPr>
            <a:normAutofit/>
          </a:bodyPr>
          <a:lstStyle/>
          <a:p>
            <a:r>
              <a:rPr lang="cs-CZ" b="1" dirty="0"/>
              <a:t>HID</a:t>
            </a:r>
            <a:r>
              <a:rPr lang="cs-CZ" dirty="0"/>
              <a:t> – standardizovaná třída zařízení pro ovládání počítače</a:t>
            </a:r>
          </a:p>
          <a:p>
            <a:pPr lvl="1"/>
            <a:r>
              <a:rPr lang="cs-CZ" dirty="0"/>
              <a:t>OS ho pozná automaticky – bez speciálního ovladače</a:t>
            </a:r>
          </a:p>
          <a:p>
            <a:pPr lvl="1"/>
            <a:r>
              <a:rPr lang="cs-CZ" dirty="0"/>
              <a:t>Funguje přes USB i Bluetooth</a:t>
            </a:r>
          </a:p>
          <a:p>
            <a:r>
              <a:rPr lang="cs-CZ" b="1" dirty="0"/>
              <a:t>Příklady HID:</a:t>
            </a:r>
          </a:p>
          <a:p>
            <a:pPr lvl="1"/>
            <a:r>
              <a:rPr lang="cs-CZ" dirty="0"/>
              <a:t>Klávesnice, myš, gamepad, grafický tablet, joystick</a:t>
            </a:r>
          </a:p>
          <a:p>
            <a:r>
              <a:rPr lang="cs-CZ" b="1" dirty="0"/>
              <a:t>Není HID:</a:t>
            </a:r>
          </a:p>
          <a:p>
            <a:pPr lvl="1"/>
            <a:r>
              <a:rPr lang="cs-CZ" dirty="0"/>
              <a:t>Tiskárna, síťová karta, zvuková karta</a:t>
            </a:r>
          </a:p>
          <a:p>
            <a:endParaRPr lang="cs-CZ" dirty="0"/>
          </a:p>
          <a:p>
            <a:r>
              <a:rPr lang="cs-CZ" i="1" dirty="0"/>
              <a:t>Co by se stalo, kdyby neexistoval standard HID?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8AA064E-5F6E-4024-BC28-EDDC3DFC70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3B29638-4838-4B9B-B9DB-96E542BAF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2920852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0">
            <a:extLst>
              <a:ext uri="{FF2B5EF4-FFF2-40B4-BE49-F238E27FC236}">
                <a16:creationId xmlns:a16="http://schemas.microsoft.com/office/drawing/2014/main" id="{5CF81D86-BDBA-477C-B7DD-8D359BB996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3D96D63B-80F5-7BEC-864C-B96DB147D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4771" y="634946"/>
            <a:ext cx="6574972" cy="1450757"/>
          </a:xfrm>
        </p:spPr>
        <p:txBody>
          <a:bodyPr>
            <a:normAutofit/>
          </a:bodyPr>
          <a:lstStyle/>
          <a:p>
            <a:r>
              <a:rPr lang="cs-CZ" dirty="0"/>
              <a:t>Klávesnice a myš</a:t>
            </a:r>
          </a:p>
        </p:txBody>
      </p:sp>
      <p:pic>
        <p:nvPicPr>
          <p:cNvPr id="4" name="Obrázek 3" descr="Set klávesnice a myši RedThunder K84-B4-DE">
            <a:extLst>
              <a:ext uri="{FF2B5EF4-FFF2-40B4-BE49-F238E27FC236}">
                <a16:creationId xmlns:a16="http://schemas.microsoft.com/office/drawing/2014/main" id="{A5850344-AE5C-909C-DD6F-82836C39D1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928" r="5780"/>
          <a:stretch>
            <a:fillRect/>
          </a:stretch>
        </p:blipFill>
        <p:spPr>
          <a:xfrm>
            <a:off x="633999" y="640081"/>
            <a:ext cx="4001315" cy="5314406"/>
          </a:xfrm>
          <a:prstGeom prst="rect">
            <a:avLst/>
          </a:prstGeom>
        </p:spPr>
      </p:pic>
      <p:cxnSp>
        <p:nvCxnSpPr>
          <p:cNvPr id="29" name="Straight Connector 22">
            <a:extLst>
              <a:ext uri="{FF2B5EF4-FFF2-40B4-BE49-F238E27FC236}">
                <a16:creationId xmlns:a16="http://schemas.microsoft.com/office/drawing/2014/main" id="{C65F3E9C-EF11-4F8F-A621-399C7A3E64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974770" y="2086188"/>
            <a:ext cx="608976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9F23D48F-EC29-8447-03ED-CFA53952A1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4769" y="2198914"/>
            <a:ext cx="6574973" cy="3670180"/>
          </a:xfrm>
        </p:spPr>
        <p:txBody>
          <a:bodyPr>
            <a:normAutofit/>
          </a:bodyPr>
          <a:lstStyle/>
          <a:p>
            <a:r>
              <a:rPr lang="cs-CZ" b="1" dirty="0"/>
              <a:t>Klávesnice</a:t>
            </a:r>
            <a:r>
              <a:rPr lang="cs-CZ" dirty="0"/>
              <a:t> – převádí stisk klávesy na digitální signál</a:t>
            </a:r>
          </a:p>
          <a:p>
            <a:pPr lvl="1"/>
            <a:r>
              <a:rPr lang="cs-CZ" dirty="0"/>
              <a:t>Membránová (tichá, levná) vs. mechanická (hmatová zpětná vazba)</a:t>
            </a:r>
          </a:p>
          <a:p>
            <a:pPr lvl="1"/>
            <a:r>
              <a:rPr lang="cs-CZ" dirty="0"/>
              <a:t>Rozložení: QWERTY, QWERTZ, různé národní varianty</a:t>
            </a:r>
          </a:p>
          <a:p>
            <a:r>
              <a:rPr lang="cs-CZ" b="1" dirty="0"/>
              <a:t>Myš</a:t>
            </a:r>
            <a:r>
              <a:rPr lang="cs-CZ" dirty="0"/>
              <a:t> – snímá pohyb a přenáší ho jako souřadnice</a:t>
            </a:r>
          </a:p>
          <a:p>
            <a:pPr lvl="1"/>
            <a:r>
              <a:rPr lang="cs-CZ" dirty="0"/>
              <a:t>Optická – laserový paprsek odráží se od podložky</a:t>
            </a:r>
          </a:p>
          <a:p>
            <a:pPr lvl="1"/>
            <a:r>
              <a:rPr lang="cs-CZ" dirty="0"/>
              <a:t>Touchpad – kapacitní snímač, reaguje na vodivost prstu</a:t>
            </a:r>
          </a:p>
          <a:p>
            <a:endParaRPr lang="cs-CZ" dirty="0"/>
          </a:p>
          <a:p>
            <a:r>
              <a:rPr lang="cs-CZ" i="1" dirty="0"/>
              <a:t>Jak klávesnice pozná, která klávesa je stisknutá?</a:t>
            </a:r>
          </a:p>
        </p:txBody>
      </p:sp>
      <p:sp>
        <p:nvSpPr>
          <p:cNvPr id="30" name="Rectangle 24">
            <a:extLst>
              <a:ext uri="{FF2B5EF4-FFF2-40B4-BE49-F238E27FC236}">
                <a16:creationId xmlns:a16="http://schemas.microsoft.com/office/drawing/2014/main" id="{88AA064E-5F6E-4024-BC28-EDDC3DFC70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3B29638-4838-4B9B-B9DB-96E542BAF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6844733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5CF81D86-BDBA-477C-B7DD-8D359BB996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20C24393-AF20-57C2-235C-1BDC69183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4771" y="634946"/>
            <a:ext cx="6574972" cy="1450757"/>
          </a:xfrm>
        </p:spPr>
        <p:txBody>
          <a:bodyPr>
            <a:normAutofit/>
          </a:bodyPr>
          <a:lstStyle/>
          <a:p>
            <a:r>
              <a:rPr lang="cs-CZ" dirty="0"/>
              <a:t>Dotykové displeje a polohovací zařízení</a:t>
            </a:r>
          </a:p>
        </p:txBody>
      </p:sp>
      <p:pic>
        <p:nvPicPr>
          <p:cNvPr id="4" name="Obrázek 3" descr="Touchscreen Desktops: Yay or Nay? - Usability Geek">
            <a:extLst>
              <a:ext uri="{FF2B5EF4-FFF2-40B4-BE49-F238E27FC236}">
                <a16:creationId xmlns:a16="http://schemas.microsoft.com/office/drawing/2014/main" id="{B7CFD920-9F79-5EE4-EB46-ACB75614C35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305" r="6531"/>
          <a:stretch>
            <a:fillRect/>
          </a:stretch>
        </p:blipFill>
        <p:spPr>
          <a:xfrm>
            <a:off x="633999" y="640081"/>
            <a:ext cx="4001315" cy="5314406"/>
          </a:xfrm>
          <a:prstGeom prst="rect">
            <a:avLst/>
          </a:prstGeom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65F3E9C-EF11-4F8F-A621-399C7A3E64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974770" y="2086188"/>
            <a:ext cx="608976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374CB96D-DDD3-3301-9BDD-807B763E88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4769" y="2198914"/>
            <a:ext cx="6574973" cy="3670180"/>
          </a:xfrm>
        </p:spPr>
        <p:txBody>
          <a:bodyPr>
            <a:normAutofit/>
          </a:bodyPr>
          <a:lstStyle/>
          <a:p>
            <a:r>
              <a:rPr lang="cs-CZ" sz="1500" b="1"/>
              <a:t>Odporový displej</a:t>
            </a:r>
            <a:r>
              <a:rPr lang="cs-CZ" sz="1500"/>
              <a:t> – reaguje na tlak, nefunguje rukavicí</a:t>
            </a:r>
          </a:p>
          <a:p>
            <a:r>
              <a:rPr lang="cs-CZ" sz="1500" b="1"/>
              <a:t>Kapacitní displej</a:t>
            </a:r>
            <a:r>
              <a:rPr lang="cs-CZ" sz="1500"/>
              <a:t> – reaguje na elektrický náboj prstu</a:t>
            </a:r>
          </a:p>
          <a:p>
            <a:pPr lvl="1"/>
            <a:r>
              <a:rPr lang="cs-CZ" sz="1500"/>
              <a:t>Dnešní smartphony a tablety</a:t>
            </a:r>
          </a:p>
          <a:p>
            <a:pPr lvl="1"/>
            <a:r>
              <a:rPr lang="cs-CZ" sz="1500"/>
              <a:t>Vícedotyková gesta: pinch, swipe, rotate</a:t>
            </a:r>
          </a:p>
          <a:p>
            <a:r>
              <a:rPr lang="cs-CZ" sz="1500" b="1"/>
              <a:t>Grafický tablet</a:t>
            </a:r>
          </a:p>
          <a:p>
            <a:pPr lvl="1"/>
            <a:r>
              <a:rPr lang="cs-CZ" sz="1500"/>
              <a:t>Absolutní poloha, citlivost na tlak pera</a:t>
            </a:r>
          </a:p>
          <a:p>
            <a:pPr lvl="1"/>
            <a:r>
              <a:rPr lang="cs-CZ" sz="1500"/>
              <a:t>Používají grafici a ilustrátoři</a:t>
            </a:r>
          </a:p>
          <a:p>
            <a:r>
              <a:rPr lang="cs-CZ" sz="1500" b="1"/>
              <a:t>Gamepad / joystick</a:t>
            </a:r>
            <a:r>
              <a:rPr lang="cs-CZ" sz="1500"/>
              <a:t> – herní vstup</a:t>
            </a:r>
          </a:p>
          <a:p>
            <a:endParaRPr lang="cs-CZ" sz="1500"/>
          </a:p>
          <a:p>
            <a:r>
              <a:rPr lang="cs-CZ" sz="1500" i="1"/>
              <a:t>Proč na displeji nefunguje pero nebo tužka?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8AA064E-5F6E-4024-BC28-EDDC3DFC70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3B29638-4838-4B9B-B9DB-96E542BAF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0218544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BFC3ECA-D68E-BF0A-016F-447DD6E6A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cs-CZ" dirty="0"/>
              <a:t>Kamera a snímače – vstup obrazu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EF0D0543-0F6A-9045-72F2-F68A837BE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4"/>
            <a:ext cx="6454987" cy="4023360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cs-CZ" sz="1500" b="1"/>
              <a:t>Snímač obrazu</a:t>
            </a:r>
          </a:p>
          <a:p>
            <a:pPr lvl="1"/>
            <a:r>
              <a:rPr lang="cs-CZ" sz="1500"/>
              <a:t>CMOS – dnešní standard (mobily, webkamery, DSLR)</a:t>
            </a:r>
          </a:p>
          <a:p>
            <a:pPr lvl="1"/>
            <a:r>
              <a:rPr lang="cs-CZ" sz="1500"/>
              <a:t>CCD – starší, kvalitnější obraz, dražší výroba</a:t>
            </a:r>
          </a:p>
          <a:p>
            <a:r>
              <a:rPr lang="cs-CZ" sz="1500" b="1"/>
              <a:t>Objektiv</a:t>
            </a:r>
            <a:r>
              <a:rPr lang="cs-CZ" sz="1500"/>
              <a:t> – soustřeďuje světlo na snímač</a:t>
            </a:r>
          </a:p>
          <a:p>
            <a:pPr lvl="1"/>
            <a:r>
              <a:rPr lang="cs-CZ" sz="1500"/>
              <a:t>Wide vs. tele – různá ohnisková vzdálenost</a:t>
            </a:r>
          </a:p>
          <a:p>
            <a:pPr lvl="1"/>
            <a:r>
              <a:rPr lang="cs-CZ" sz="1500"/>
              <a:t>Mobil má typicky 2–4 objektivy s různými ohniskovými</a:t>
            </a:r>
          </a:p>
          <a:p>
            <a:r>
              <a:rPr lang="cs-CZ" sz="1500" b="1"/>
              <a:t>A/D převod</a:t>
            </a:r>
          </a:p>
          <a:p>
            <a:pPr lvl="1"/>
            <a:r>
              <a:rPr lang="cs-CZ" sz="1500"/>
              <a:t>Snímač zachycuje analogový signál (světlo)</a:t>
            </a:r>
          </a:p>
          <a:p>
            <a:pPr lvl="1"/>
            <a:r>
              <a:rPr lang="cs-CZ" sz="1500"/>
              <a:t>Převede ho na digitální data – matice čísel (pixely)</a:t>
            </a:r>
          </a:p>
          <a:p>
            <a:endParaRPr lang="cs-CZ" sz="1500"/>
          </a:p>
          <a:p>
            <a:r>
              <a:rPr lang="cs-CZ" sz="1500" i="1"/>
              <a:t>Proč má drahý fotoaparát lepší obraz než mobil při stejném rozlišení?</a:t>
            </a:r>
          </a:p>
        </p:txBody>
      </p:sp>
      <p:pic>
        <p:nvPicPr>
          <p:cNvPr id="5" name="Obrázek 4" descr="CMOS image sensor: What is it and how does it work? - What Digital Camera">
            <a:extLst>
              <a:ext uri="{FF2B5EF4-FFF2-40B4-BE49-F238E27FC236}">
                <a16:creationId xmlns:a16="http://schemas.microsoft.com/office/drawing/2014/main" id="{B8B49D3E-5689-981A-5CF5-DF83542C96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095" r="11162"/>
          <a:stretch>
            <a:fillRect/>
          </a:stretch>
        </p:blipFill>
        <p:spPr>
          <a:xfrm>
            <a:off x="8020570" y="1916318"/>
            <a:ext cx="3135109" cy="3471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9414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10162E77-11AD-44A7-84EC-40C59EEFBD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7859485" y="634946"/>
            <a:ext cx="3690257" cy="1450757"/>
          </a:xfrm>
        </p:spPr>
        <p:txBody>
          <a:bodyPr>
            <a:normAutofit/>
          </a:bodyPr>
          <a:lstStyle/>
          <a:p>
            <a:r>
              <a:rPr lang="cs-CZ" sz="4400"/>
              <a:t>Mikrofon a A/D převod zvuku</a:t>
            </a:r>
          </a:p>
        </p:txBody>
      </p:sp>
      <p:pic>
        <p:nvPicPr>
          <p:cNvPr id="5" name="Obrázek 4"/>
          <p:cNvPicPr>
            <a:picLocks noChangeAspect="1"/>
          </p:cNvPicPr>
          <p:nvPr/>
        </p:nvPicPr>
        <p:blipFill rotWithShape="1">
          <a:blip r:embed="rId2"/>
          <a:srcRect r="2487" b="2"/>
          <a:stretch>
            <a:fillRect/>
          </a:stretch>
        </p:blipFill>
        <p:spPr>
          <a:xfrm>
            <a:off x="633999" y="640081"/>
            <a:ext cx="6909801" cy="5314406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AB158E9-1B40-4CD6-95F0-95CA11DF7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892143" y="2085703"/>
            <a:ext cx="35661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7859485" y="2198914"/>
            <a:ext cx="3690257" cy="3670180"/>
          </a:xfrm>
        </p:spPr>
        <p:txBody>
          <a:bodyPr>
            <a:normAutofit/>
          </a:bodyPr>
          <a:lstStyle/>
          <a:p>
            <a:r>
              <a:rPr lang="cs-CZ" sz="1300" b="1"/>
              <a:t>Mikrofon</a:t>
            </a:r>
            <a:r>
              <a:rPr lang="cs-CZ" sz="1300"/>
              <a:t> – mění zvuk (tlakové vlny) na elektrický signál</a:t>
            </a:r>
          </a:p>
          <a:p>
            <a:pPr lvl="1"/>
            <a:r>
              <a:rPr lang="cs-CZ" sz="1300"/>
              <a:t>Kondenzátorový – citlivý, pro studiový záznam</a:t>
            </a:r>
          </a:p>
          <a:p>
            <a:pPr lvl="1"/>
            <a:r>
              <a:rPr lang="cs-CZ" sz="1300"/>
              <a:t>Dynamický – odolný, živé vystoupení</a:t>
            </a:r>
          </a:p>
          <a:p>
            <a:pPr lvl="1"/>
            <a:r>
              <a:rPr lang="cs-CZ" sz="1300"/>
              <a:t>MEMS – miniaturní, v mobilu a sluchátkách</a:t>
            </a:r>
          </a:p>
          <a:p>
            <a:r>
              <a:rPr lang="cs-CZ" sz="1300" b="1"/>
              <a:t>A/D převod (Analog → Digital)</a:t>
            </a:r>
          </a:p>
          <a:p>
            <a:pPr lvl="1"/>
            <a:r>
              <a:rPr lang="cs-CZ" sz="1300"/>
              <a:t>Zvuk je spojitá vlna – počítač ji musí vzorkovat</a:t>
            </a:r>
          </a:p>
          <a:p>
            <a:pPr lvl="1"/>
            <a:r>
              <a:rPr lang="cs-CZ" sz="1300"/>
              <a:t>Vzorkovací frekvence: 44 100 Hz = CD kvalita</a:t>
            </a:r>
          </a:p>
          <a:p>
            <a:pPr lvl="1"/>
            <a:r>
              <a:rPr lang="cs-CZ" sz="1300"/>
              <a:t>Bitová hloubka: 16 bit = 65 536 úrovní hlasitosti</a:t>
            </a:r>
          </a:p>
          <a:p>
            <a:endParaRPr lang="cs-CZ" sz="1300"/>
          </a:p>
          <a:p>
            <a:r>
              <a:rPr lang="cs-CZ" sz="1300" i="1"/>
              <a:t>Proč se při špatném připojení mikrofonu ozývá šum nebo bzučení?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329CBCE-21AE-419D-AC1F-8ACF510A66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F2DA012-1414-493D-888F-5D99D0BDA3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3012598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cs-CZ"/>
              <a:t>Monitory – od CRT po OLED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1097279" y="1845734"/>
            <a:ext cx="6454987" cy="4023360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cs-CZ" b="1" dirty="0"/>
              <a:t>CRT (katodová trubice)</a:t>
            </a:r>
            <a:r>
              <a:rPr lang="cs-CZ" dirty="0"/>
              <a:t> – do cca 2005</a:t>
            </a:r>
          </a:p>
          <a:p>
            <a:pPr lvl="1"/>
            <a:r>
              <a:rPr lang="cs-CZ" dirty="0"/>
              <a:t>Elektronový paprsek vykresluje obraz řádek po řádku</a:t>
            </a:r>
          </a:p>
          <a:p>
            <a:pPr lvl="1"/>
            <a:r>
              <a:rPr lang="cs-CZ" dirty="0"/>
              <a:t>Velký, těžký – nahrazen plochými displeji</a:t>
            </a:r>
          </a:p>
          <a:p>
            <a:r>
              <a:rPr lang="cs-CZ" b="1" dirty="0"/>
              <a:t>LCD / IPS / VA</a:t>
            </a:r>
            <a:r>
              <a:rPr lang="cs-CZ" dirty="0"/>
              <a:t> – dnešní standard</a:t>
            </a:r>
          </a:p>
          <a:p>
            <a:pPr lvl="1"/>
            <a:r>
              <a:rPr lang="cs-CZ" dirty="0"/>
              <a:t>IPS – přesné barvy, wide viewing angle</a:t>
            </a:r>
          </a:p>
          <a:p>
            <a:pPr lvl="1"/>
            <a:r>
              <a:rPr lang="cs-CZ" dirty="0"/>
              <a:t>VA – lepší kontrast, horší odezva</a:t>
            </a:r>
          </a:p>
          <a:p>
            <a:r>
              <a:rPr lang="cs-CZ" b="1" dirty="0"/>
              <a:t>OLED</a:t>
            </a:r>
            <a:r>
              <a:rPr lang="cs-CZ" dirty="0"/>
              <a:t> – každý pixel svítí sám, dokonalá černá</a:t>
            </a:r>
          </a:p>
          <a:p>
            <a:pPr lvl="1"/>
            <a:r>
              <a:rPr lang="cs-CZ" dirty="0"/>
              <a:t>Riziko burn-in u statických prvků (taskbar, HUD)</a:t>
            </a:r>
          </a:p>
          <a:p>
            <a:r>
              <a:rPr lang="cs-CZ" b="1" dirty="0"/>
              <a:t>Klíčové parametry</a:t>
            </a:r>
          </a:p>
          <a:p>
            <a:pPr lvl="1"/>
            <a:r>
              <a:rPr lang="cs-CZ" dirty="0"/>
              <a:t>Rozlišení, obnovovací frekvence (Hz), odezva (ms)</a:t>
            </a:r>
          </a:p>
        </p:txBody>
      </p:sp>
      <p:pic>
        <p:nvPicPr>
          <p:cNvPr id="4" name="Obrázek 3" descr="What does crt mean? | Lingoland English-English Dictionary">
            <a:extLst>
              <a:ext uri="{FF2B5EF4-FFF2-40B4-BE49-F238E27FC236}">
                <a16:creationId xmlns:a16="http://schemas.microsoft.com/office/drawing/2014/main" id="{7AF52B9B-927A-3ACC-2D75-5E69E7378E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731" r="20463" b="2"/>
          <a:stretch>
            <a:fillRect/>
          </a:stretch>
        </p:blipFill>
        <p:spPr>
          <a:xfrm>
            <a:off x="8020570" y="1916318"/>
            <a:ext cx="3135109" cy="3471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46845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5CF81D86-BDBA-477C-B7DD-8D359BB996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9D86A2A1-F745-5496-D760-681FF1304D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4771" y="634946"/>
            <a:ext cx="6574972" cy="1450757"/>
          </a:xfrm>
        </p:spPr>
        <p:txBody>
          <a:bodyPr>
            <a:normAutofit/>
          </a:bodyPr>
          <a:lstStyle/>
          <a:p>
            <a:r>
              <a:rPr lang="cs-CZ">
                <a:ea typeface="Calibri Light"/>
                <a:cs typeface="Calibri Light"/>
              </a:rPr>
              <a:t>Barevný gamut a barevné modely</a:t>
            </a:r>
            <a:endParaRPr lang="cs-CZ"/>
          </a:p>
        </p:txBody>
      </p:sp>
      <p:pic>
        <p:nvPicPr>
          <p:cNvPr id="4" name="Obrázek 3" descr="Gamut - Wikipedia">
            <a:extLst>
              <a:ext uri="{FF2B5EF4-FFF2-40B4-BE49-F238E27FC236}">
                <a16:creationId xmlns:a16="http://schemas.microsoft.com/office/drawing/2014/main" id="{AC3226C6-83A6-8D32-97CD-7E701FB4C0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903" r="12902"/>
          <a:stretch>
            <a:fillRect/>
          </a:stretch>
        </p:blipFill>
        <p:spPr>
          <a:xfrm>
            <a:off x="633999" y="640081"/>
            <a:ext cx="4001315" cy="5314406"/>
          </a:xfrm>
          <a:prstGeom prst="rect">
            <a:avLst/>
          </a:prstGeom>
        </p:spPr>
      </p:pic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65F3E9C-EF11-4F8F-A621-399C7A3E64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974770" y="2086188"/>
            <a:ext cx="608976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57B09D1D-4BC9-B4FA-00FC-C659C82BF8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4769" y="2198914"/>
            <a:ext cx="6574973" cy="3670180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cs-CZ" sz="1300" b="1"/>
              <a:t>RGB</a:t>
            </a:r>
            <a:r>
              <a:rPr lang="cs-CZ" sz="1300"/>
              <a:t> – aditivní míchání (světlo)</a:t>
            </a:r>
          </a:p>
          <a:p>
            <a:pPr lvl="1"/>
            <a:r>
              <a:rPr lang="cs-CZ" sz="1300"/>
              <a:t>Červená + Zelená + Modrá → Bílá</a:t>
            </a:r>
          </a:p>
          <a:p>
            <a:pPr lvl="1"/>
            <a:r>
              <a:rPr lang="cs-CZ" sz="1300"/>
              <a:t>Monitor, TV, LED, projektor</a:t>
            </a:r>
          </a:p>
          <a:p>
            <a:r>
              <a:rPr lang="cs-CZ" sz="1300" b="1"/>
              <a:t>CMYK</a:t>
            </a:r>
            <a:r>
              <a:rPr lang="cs-CZ" sz="1300"/>
              <a:t> – subtraktivní míchání (tisk)</a:t>
            </a:r>
          </a:p>
          <a:p>
            <a:pPr lvl="1"/>
            <a:r>
              <a:rPr lang="cs-CZ" sz="1300"/>
              <a:t>Cyan + Magenta + Yellow + Key (černá) → Černá</a:t>
            </a:r>
          </a:p>
          <a:p>
            <a:pPr lvl="1"/>
            <a:r>
              <a:rPr lang="cs-CZ" sz="1300"/>
              <a:t>Tiskárna – barviva pohlcují světlo</a:t>
            </a:r>
          </a:p>
          <a:p>
            <a:r>
              <a:rPr lang="cs-CZ" sz="1300" b="1"/>
              <a:t>Gamut</a:t>
            </a:r>
            <a:r>
              <a:rPr lang="cs-CZ" sz="1300"/>
              <a:t> – rozsah barev, které zařízení zobrazí</a:t>
            </a:r>
          </a:p>
          <a:p>
            <a:pPr lvl="1"/>
            <a:r>
              <a:rPr lang="cs-CZ" sz="1300"/>
              <a:t>sRGB – webový standard (~67 % viditelných barev)</a:t>
            </a:r>
          </a:p>
          <a:p>
            <a:pPr lvl="1"/>
            <a:r>
              <a:rPr lang="cs-CZ" sz="1300"/>
              <a:t>DCI-P3 – kino, profesionální displeje</a:t>
            </a:r>
          </a:p>
          <a:p>
            <a:pPr lvl="1"/>
            <a:r>
              <a:rPr lang="cs-CZ" sz="1300"/>
              <a:t>Adobe RGB – grafický průmysl</a:t>
            </a:r>
          </a:p>
          <a:p>
            <a:endParaRPr lang="cs-CZ" sz="1300"/>
          </a:p>
          <a:p>
            <a:r>
              <a:rPr lang="cs-CZ" sz="1300" i="1"/>
              <a:t>Proč vytištěná fotka vypadá jinak než na monitoru?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8AA064E-5F6E-4024-BC28-EDDC3DFC70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3B29638-4838-4B9B-B9DB-96E542BAF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7192891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63AC73F-3809-B363-051E-31BF4A6B0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cs-CZ" dirty="0">
                <a:ea typeface="Calibri Light"/>
                <a:cs typeface="Calibri Light"/>
              </a:rPr>
              <a:t>Tiskárny a 3D tisk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2A8451D5-1EB9-603B-37E3-AAA85D0147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4"/>
            <a:ext cx="6454987" cy="4023360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cs-CZ" sz="1700" b="1"/>
              <a:t>Inkoustová (inkjet)</a:t>
            </a:r>
          </a:p>
          <a:p>
            <a:pPr lvl="1"/>
            <a:r>
              <a:rPr lang="cs-CZ" sz="1700"/>
              <a:t>Trysky vystřikují kapičky barvy na papír</a:t>
            </a:r>
          </a:p>
          <a:p>
            <a:pPr lvl="1"/>
            <a:r>
              <a:rPr lang="cs-CZ" sz="1700"/>
              <a:t>Levný hardware, drahá náplň, pomalé schnutí</a:t>
            </a:r>
          </a:p>
          <a:p>
            <a:r>
              <a:rPr lang="cs-CZ" sz="1700" b="1"/>
              <a:t>Laserová</a:t>
            </a:r>
          </a:p>
          <a:p>
            <a:pPr lvl="1"/>
            <a:r>
              <a:rPr lang="cs-CZ" sz="1700"/>
              <a:t>Toner (prášek) je přitaven teplem na papír</a:t>
            </a:r>
          </a:p>
          <a:p>
            <a:pPr lvl="1"/>
            <a:r>
              <a:rPr lang="cs-CZ" sz="1700"/>
              <a:t>Rychlá, ekonomická pro kanceláře</a:t>
            </a:r>
          </a:p>
          <a:p>
            <a:r>
              <a:rPr lang="cs-CZ" sz="1700" b="1"/>
              <a:t>3D tiskárna (FDM)</a:t>
            </a:r>
          </a:p>
          <a:p>
            <a:pPr lvl="1"/>
            <a:r>
              <a:rPr lang="cs-CZ" sz="1700"/>
              <a:t>Nanáší roztavené vlákno vrstvu po vrstvě</a:t>
            </a:r>
          </a:p>
          <a:p>
            <a:pPr lvl="1"/>
            <a:r>
              <a:rPr lang="cs-CZ" sz="1700"/>
              <a:t>Výstupní zařízení – vstupem je 3D model (soubor)</a:t>
            </a:r>
          </a:p>
          <a:p>
            <a:endParaRPr lang="cs-CZ" sz="1700"/>
          </a:p>
          <a:p>
            <a:r>
              <a:rPr lang="cs-CZ" sz="1700" i="1"/>
              <a:t>Je 3D tiskárna vstupní nebo výstupní zařízení? Proč?</a:t>
            </a:r>
          </a:p>
        </p:txBody>
      </p:sp>
      <p:pic>
        <p:nvPicPr>
          <p:cNvPr id="6" name="Obrázek 5" descr="3D tiskárna EasyThreed K6 pro děti 100x100x100mm">
            <a:extLst>
              <a:ext uri="{FF2B5EF4-FFF2-40B4-BE49-F238E27FC236}">
                <a16:creationId xmlns:a16="http://schemas.microsoft.com/office/drawing/2014/main" id="{19F8ABE2-305C-FC0A-7311-AE28597A10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0570" y="1975913"/>
            <a:ext cx="3135109" cy="3351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15509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52ABB703-2B0E-4C3B-B4A2-F3973548E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55244C98-F826-73C3-5720-6F956C6C6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1685" y="634946"/>
            <a:ext cx="5127171" cy="1450757"/>
          </a:xfrm>
        </p:spPr>
        <p:txBody>
          <a:bodyPr>
            <a:normAutofit/>
          </a:bodyPr>
          <a:lstStyle/>
          <a:p>
            <a:r>
              <a:rPr lang="cs-CZ" dirty="0">
                <a:ea typeface="Calibri Light"/>
                <a:cs typeface="Calibri Light"/>
              </a:rPr>
              <a:t>Reproduktory a D/A převod zvuku</a:t>
            </a:r>
            <a:endParaRPr lang="cs-CZ" dirty="0"/>
          </a:p>
        </p:txBody>
      </p:sp>
      <p:pic>
        <p:nvPicPr>
          <p:cNvPr id="5" name="Obrázek 4" descr="Obsah obrázku text, diagram, Vykreslený graf, řada/pruh&#10;&#10;Obsah generovaný pomocí AI může být nesprávný.">
            <a:extLst>
              <a:ext uri="{FF2B5EF4-FFF2-40B4-BE49-F238E27FC236}">
                <a16:creationId xmlns:a16="http://schemas.microsoft.com/office/drawing/2014/main" id="{3555D182-C685-26A5-DF70-1F44514DED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192" y="1755810"/>
            <a:ext cx="5451627" cy="3026339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C21570E-E159-49A6-9891-FA397B7A92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11684" y="2086188"/>
            <a:ext cx="474880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D0340D77-A149-F53E-5CB3-54AE85E26C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1684" y="2198914"/>
            <a:ext cx="5127172" cy="3670180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cs-CZ" sz="1300" b="1"/>
              <a:t>D/A převod (Digital → Analog)</a:t>
            </a:r>
          </a:p>
          <a:p>
            <a:pPr lvl="1"/>
            <a:r>
              <a:rPr lang="cs-CZ" sz="1300"/>
              <a:t>Počítač ukládá zvuk jako čísla</a:t>
            </a:r>
          </a:p>
          <a:p>
            <a:pPr lvl="1"/>
            <a:r>
              <a:rPr lang="cs-CZ" sz="1300"/>
              <a:t>DAC (Digital-to-Analog Converter) převede čísla na elektrický signál</a:t>
            </a:r>
          </a:p>
          <a:p>
            <a:r>
              <a:rPr lang="cs-CZ" sz="1300" b="1"/>
              <a:t>Reproduktor</a:t>
            </a:r>
            <a:r>
              <a:rPr lang="cs-CZ" sz="1300"/>
              <a:t> – mění elektrický signál na zvuk</a:t>
            </a:r>
          </a:p>
          <a:p>
            <a:pPr lvl="1"/>
            <a:r>
              <a:rPr lang="cs-CZ" sz="1300"/>
              <a:t>Elektromagnet rozkmitá membránu → tlakové vlny → zvuk</a:t>
            </a:r>
          </a:p>
          <a:p>
            <a:r>
              <a:rPr lang="cs-CZ" sz="1300" b="1"/>
              <a:t>Sluchátka</a:t>
            </a:r>
          </a:p>
          <a:p>
            <a:pPr lvl="1"/>
            <a:r>
              <a:rPr lang="cs-CZ" sz="1300"/>
              <a:t>Kabelová – přímý analogový nebo digitální signál (USB)</a:t>
            </a:r>
          </a:p>
          <a:p>
            <a:pPr lvl="1"/>
            <a:r>
              <a:rPr lang="cs-CZ" sz="1300"/>
              <a:t>Bluetooth – digitální přenos, DAC uvnitř sluchátek</a:t>
            </a:r>
          </a:p>
          <a:p>
            <a:pPr lvl="1"/>
            <a:r>
              <a:rPr lang="cs-CZ" sz="1300"/>
              <a:t>Latence BT: 40–200 ms (problém při střihu nebo hrách)</a:t>
            </a:r>
          </a:p>
          <a:p>
            <a:endParaRPr lang="cs-CZ" sz="1300"/>
          </a:p>
          <a:p>
            <a:r>
              <a:rPr lang="cs-CZ" sz="1300" i="1"/>
              <a:t>Proč mají audiofili drahou zvukovou kartu, když má PC integrovaný DAC?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5DA498-D9A2-4DA9-B9DA-B3776E08C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2A73093-4B9D-420D-B17E-52293703A1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1908881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C863C8B-AAC7-4916-2917-D20A12716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cs-CZ">
                <a:ea typeface="Calibri Light"/>
                <a:cs typeface="Calibri Light"/>
              </a:rPr>
              <a:t>USB – generace a zmatek s konektory</a:t>
            </a:r>
            <a:endParaRPr lang="cs-CZ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585F7D7C-A384-F836-CFE1-45321FFEFE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4"/>
            <a:ext cx="6454987" cy="4023360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cs-CZ" sz="1700" b="1"/>
              <a:t>Generace USB</a:t>
            </a:r>
          </a:p>
          <a:p>
            <a:pPr lvl="1"/>
            <a:r>
              <a:rPr lang="cs-CZ" sz="1700"/>
              <a:t>USB 2.0 – 480 Mb/s, stále běžný pro myš a klávesnici</a:t>
            </a:r>
          </a:p>
          <a:p>
            <a:pPr lvl="1"/>
            <a:r>
              <a:rPr lang="cs-CZ" sz="1700"/>
              <a:t>USB 3.2 Gen 1 – 5 Gb/s (modrý konektor)</a:t>
            </a:r>
          </a:p>
          <a:p>
            <a:pPr lvl="1"/>
            <a:r>
              <a:rPr lang="cs-CZ" sz="1700"/>
              <a:t>USB 3.2 Gen 2×2 – 20 Gb/s</a:t>
            </a:r>
          </a:p>
          <a:p>
            <a:r>
              <a:rPr lang="cs-CZ" sz="1700" b="1"/>
              <a:t>USB-C ≠ stejný výkon</a:t>
            </a:r>
          </a:p>
          <a:p>
            <a:pPr lvl="1"/>
            <a:r>
              <a:rPr lang="cs-CZ" sz="1700"/>
              <a:t>Konektor USB-C může být USB 2.0, 3.x nebo Thunderbolt</a:t>
            </a:r>
          </a:p>
          <a:p>
            <a:pPr lvl="1"/>
            <a:r>
              <a:rPr lang="cs-CZ" sz="1700"/>
              <a:t>Záleží na kabelech i na portu zařízení</a:t>
            </a:r>
          </a:p>
          <a:p>
            <a:r>
              <a:rPr lang="cs-CZ" sz="1700" b="1"/>
              <a:t>Thunderbolt 4</a:t>
            </a:r>
            <a:r>
              <a:rPr lang="cs-CZ" sz="1700"/>
              <a:t> – 40 Gb/s, video, napájení, data v jednom</a:t>
            </a:r>
          </a:p>
          <a:p>
            <a:pPr lvl="1"/>
            <a:r>
              <a:rPr lang="cs-CZ" sz="1700"/>
              <a:t>Stejný konektor jako USB-C – pozná se ikonou blesku</a:t>
            </a:r>
          </a:p>
          <a:p>
            <a:endParaRPr lang="cs-CZ" sz="1700"/>
          </a:p>
          <a:p>
            <a:r>
              <a:rPr lang="cs-CZ" sz="1700" i="1"/>
              <a:t>Proč mi nový kabel USB-C přenáší data pomaleji než starý?</a:t>
            </a:r>
          </a:p>
        </p:txBody>
      </p:sp>
      <p:pic>
        <p:nvPicPr>
          <p:cNvPr id="5" name="Obrázek 4" descr="USB: A Journey of Evolution and Versatility">
            <a:extLst>
              <a:ext uri="{FF2B5EF4-FFF2-40B4-BE49-F238E27FC236}">
                <a16:creationId xmlns:a16="http://schemas.microsoft.com/office/drawing/2014/main" id="{7D704019-011C-63BA-D3CF-C7DFE7AE55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3770" y="2558891"/>
            <a:ext cx="4882629" cy="2927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8999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C0C02E3-A5B8-9664-0D05-D6BCD0749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cs-CZ" dirty="0">
                <a:ea typeface="Calibri Light"/>
                <a:cs typeface="Calibri Light"/>
              </a:rPr>
              <a:t>Video rozhraní a bezdrátové přenosy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8C9B84A0-255D-C885-F0DC-265B42741C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4"/>
            <a:ext cx="6454987" cy="4023360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cs-CZ" sz="1700" b="1"/>
              <a:t>HDMI</a:t>
            </a:r>
            <a:r>
              <a:rPr lang="cs-CZ" sz="1700"/>
              <a:t> – obraz + zvuk, televize a monitory</a:t>
            </a:r>
          </a:p>
          <a:p>
            <a:pPr lvl="1"/>
            <a:r>
              <a:rPr lang="cs-CZ" sz="1700"/>
              <a:t>HDMI 2.1: 4K@120Hz nebo 8K@60Hz</a:t>
            </a:r>
          </a:p>
          <a:p>
            <a:r>
              <a:rPr lang="cs-CZ" sz="1700" b="1"/>
              <a:t>DisplayPort</a:t>
            </a:r>
            <a:r>
              <a:rPr lang="cs-CZ" sz="1700"/>
              <a:t> – monitory, PC</a:t>
            </a:r>
          </a:p>
          <a:p>
            <a:pPr lvl="1"/>
            <a:r>
              <a:rPr lang="cs-CZ" sz="1700"/>
              <a:t>Vyšší šířka pásma, podpora daisy-chain více monitorů</a:t>
            </a:r>
          </a:p>
          <a:p>
            <a:r>
              <a:rPr lang="cs-CZ" sz="1700" b="1"/>
              <a:t>Bezdrátové přenosy</a:t>
            </a:r>
          </a:p>
          <a:p>
            <a:pPr lvl="1"/>
            <a:r>
              <a:rPr lang="cs-CZ" sz="1700"/>
              <a:t>Wi-Fi – síťová komunikace, streaming</a:t>
            </a:r>
          </a:p>
          <a:p>
            <a:pPr lvl="1"/>
            <a:r>
              <a:rPr lang="cs-CZ" sz="1700"/>
              <a:t>Bluetooth – krátký dosah, periferie, audio</a:t>
            </a:r>
          </a:p>
          <a:p>
            <a:pPr lvl="1"/>
            <a:r>
              <a:rPr lang="cs-CZ" sz="1700"/>
              <a:t>NFC – do 10 cm, platby, čipové karty</a:t>
            </a:r>
          </a:p>
          <a:p>
            <a:pPr lvl="1"/>
            <a:r>
              <a:rPr lang="cs-CZ" sz="1700"/>
              <a:t>IR (infračervené) – dálkové ovladače, starší přenos dat</a:t>
            </a:r>
          </a:p>
          <a:p>
            <a:endParaRPr lang="cs-CZ" sz="1700"/>
          </a:p>
          <a:p>
            <a:r>
              <a:rPr lang="cs-CZ" sz="1700" i="1"/>
              <a:t>Proč Bluetooth sluchátka zpožďují zvuk při sledování videa?</a:t>
            </a:r>
          </a:p>
        </p:txBody>
      </p:sp>
      <p:pic>
        <p:nvPicPr>
          <p:cNvPr id="4" name="Obrázek 3" descr="Best NFC Mobile Payment Apps: Everything You Need To Know">
            <a:extLst>
              <a:ext uri="{FF2B5EF4-FFF2-40B4-BE49-F238E27FC236}">
                <a16:creationId xmlns:a16="http://schemas.microsoft.com/office/drawing/2014/main" id="{11985D13-3C47-1439-6AAC-FBF07BA088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115" r="36788" b="1"/>
          <a:stretch>
            <a:fillRect/>
          </a:stretch>
        </p:blipFill>
        <p:spPr>
          <a:xfrm>
            <a:off x="8020570" y="1916318"/>
            <a:ext cx="3135109" cy="3471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891676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2F7ECDF1E614946A5A39D5552BFC522" ma:contentTypeVersion="9" ma:contentTypeDescription="Vytvoří nový dokument" ma:contentTypeScope="" ma:versionID="360afebd84136be89cf7ed5911c04be8">
  <xsd:schema xmlns:xsd="http://www.w3.org/2001/XMLSchema" xmlns:xs="http://www.w3.org/2001/XMLSchema" xmlns:p="http://schemas.microsoft.com/office/2006/metadata/properties" xmlns:ns2="09a37b55-a4d7-45bd-a73f-33c2b1d41898" xmlns:ns3="3eb61919-e7f8-4a11-8db4-9145fbd21da9" targetNamespace="http://schemas.microsoft.com/office/2006/metadata/properties" ma:root="true" ma:fieldsID="520b6e59c8e59b4daf6c7654b04c196b" ns2:_="" ns3:_="">
    <xsd:import namespace="09a37b55-a4d7-45bd-a73f-33c2b1d41898"/>
    <xsd:import namespace="3eb61919-e7f8-4a11-8db4-9145fbd21da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a37b55-a4d7-45bd-a73f-33c2b1d4189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Značky obrázků" ma:readOnly="false" ma:fieldId="{5cf76f15-5ced-4ddc-b409-7134ff3c332f}" ma:taxonomyMulti="true" ma:sspId="ebb97977-59de-4a56-a93a-a55cc960f67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eb61919-e7f8-4a11-8db4-9145fbd21da9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b81dadd1-d650-44b3-88bb-a397f6058a88}" ma:internalName="TaxCatchAll" ma:showField="CatchAllData" ma:web="3eb61919-e7f8-4a11-8db4-9145fbd21da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3eb61919-e7f8-4a11-8db4-9145fbd21da9" xsi:nil="true"/>
    <lcf76f155ced4ddcb4097134ff3c332f xmlns="09a37b55-a4d7-45bd-a73f-33c2b1d41898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E883DBA-1924-4A0D-AB83-8A60A2885F9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9a37b55-a4d7-45bd-a73f-33c2b1d41898"/>
    <ds:schemaRef ds:uri="3eb61919-e7f8-4a11-8db4-9145fbd21da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CF52871-FF00-4D4A-8396-DA8C6A507140}">
  <ds:schemaRefs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09a37b55-a4d7-45bd-a73f-33c2b1d41898"/>
    <ds:schemaRef ds:uri="http://purl.org/dc/terms/"/>
    <ds:schemaRef ds:uri="http://purl.org/dc/elements/1.1/"/>
    <ds:schemaRef ds:uri="http://schemas.microsoft.com/office/infopath/2007/PartnerControls"/>
    <ds:schemaRef ds:uri="http://www.w3.org/XML/1998/namespace"/>
    <ds:schemaRef ds:uri="3eb61919-e7f8-4a11-8db4-9145fbd21da9"/>
  </ds:schemaRefs>
</ds:datastoreItem>
</file>

<file path=customXml/itemProps3.xml><?xml version="1.0" encoding="utf-8"?>
<ds:datastoreItem xmlns:ds="http://schemas.openxmlformats.org/officeDocument/2006/customXml" ds:itemID="{3022C7D1-EE9E-4242-B577-CD53C439A66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235</Words>
  <Application>Microsoft Office PowerPoint</Application>
  <PresentationFormat>Širokoúhlá obrazovka</PresentationFormat>
  <Paragraphs>54</Paragraphs>
  <Slides>13</Slides>
  <Notes>4</Notes>
  <HiddenSlides>0</HiddenSlides>
  <MMClips>0</MMClips>
  <ScaleCrop>false</ScaleCrop>
  <HeadingPairs>
    <vt:vector size="4" baseType="variant">
      <vt:variant>
        <vt:lpstr>Motiv</vt:lpstr>
      </vt:variant>
      <vt:variant>
        <vt:i4>1</vt:i4>
      </vt:variant>
      <vt:variant>
        <vt:lpstr>Nadpisy snímků</vt:lpstr>
      </vt:variant>
      <vt:variant>
        <vt:i4>13</vt:i4>
      </vt:variant>
    </vt:vector>
  </HeadingPairs>
  <TitlesOfParts>
    <vt:vector size="14" baseType="lpstr">
      <vt:lpstr>Retrospect</vt:lpstr>
      <vt:lpstr>Vstupní a výstupní zařízení</vt:lpstr>
      <vt:lpstr>Co je vstupní a výstupní zařízení?</vt:lpstr>
      <vt:lpstr>HID – Human Interface Device</vt:lpstr>
      <vt:lpstr>Klávesnice a myš</vt:lpstr>
      <vt:lpstr>Dotykové displeje a polohovací zařízení</vt:lpstr>
      <vt:lpstr>Kamera a snímače – vstup obrazu</vt:lpstr>
      <vt:lpstr>Mikrofon a A/D převod zvuku</vt:lpstr>
      <vt:lpstr>Monitory – od CRT po OLED</vt:lpstr>
      <vt:lpstr>Barevný gamut a barevné modely</vt:lpstr>
      <vt:lpstr>Tiskárny a 3D tisk</vt:lpstr>
      <vt:lpstr>Reproduktory a D/A převod zvuku</vt:lpstr>
      <vt:lpstr>USB – generace a zmatek s konektory</vt:lpstr>
      <vt:lpstr>Video rozhraní a bezdrátové přenosy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Hardware</dc:title>
  <dc:creator>Sládeček David</dc:creator>
  <cp:lastModifiedBy>Sládeček David</cp:lastModifiedBy>
  <cp:revision>355</cp:revision>
  <dcterms:created xsi:type="dcterms:W3CDTF">2025-10-12T16:48:06Z</dcterms:created>
  <dcterms:modified xsi:type="dcterms:W3CDTF">2026-04-27T09:34:19Z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0x01010052F7ECDF1E614946A5A39D5552BFC522</vt:lpwstr>
  </property>
  <property fmtid="{D5CDD505-2E9C-101B-9397-08002B2CF9AE}" pid="3" name="MediaServiceImageTags">
    <vt:lpwstr/>
  </property>
</Properties>
</file>