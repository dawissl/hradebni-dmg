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1"/>
  </p:notesMasterIdLst>
  <p:sldIdLst>
    <p:sldId id="256" r:id="rId5"/>
    <p:sldId id="257" r:id="rId6"/>
    <p:sldId id="258" r:id="rId7"/>
    <p:sldId id="260" r:id="rId8"/>
    <p:sldId id="259" r:id="rId9"/>
    <p:sldId id="261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441DA-CC37-45A4-BB12-A8E18587EF25}" v="202" dt="2025-12-11T12:10:53.5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10703784-0DBE-4565-9C57-2C7361E52FAC}"/>
    <pc:docChg chg="addSld modSld">
      <pc:chgData name="Sládeček David" userId="S::sladecek@hradebni.cz::474d93f0-3a32-49cc-b837-47806091b590" providerId="AD" clId="Web-{10703784-0DBE-4565-9C57-2C7361E52FAC}" dt="2025-12-05T08:52:23.693" v="13" actId="20577"/>
      <pc:docMkLst>
        <pc:docMk/>
      </pc:docMkLst>
      <pc:sldChg chg="addSp modSp mod setBg">
        <pc:chgData name="Sládeček David" userId="S::sladecek@hradebni.cz::474d93f0-3a32-49cc-b837-47806091b590" providerId="AD" clId="Web-{10703784-0DBE-4565-9C57-2C7361E52FAC}" dt="2025-12-05T08:44:26.875" v="1"/>
        <pc:sldMkLst>
          <pc:docMk/>
          <pc:sldMk cId="841496674" sldId="258"/>
        </pc:sldMkLst>
        <pc:spChg chg="mod">
          <ac:chgData name="Sládeček David" userId="S::sladecek@hradebni.cz::474d93f0-3a32-49cc-b837-47806091b590" providerId="AD" clId="Web-{10703784-0DBE-4565-9C57-2C7361E52FAC}" dt="2025-12-05T08:44:26.875" v="1"/>
          <ac:spMkLst>
            <pc:docMk/>
            <pc:sldMk cId="841496674" sldId="258"/>
            <ac:spMk id="2" creationId="{5D219890-2A27-215F-84D5-BF614EA45E72}"/>
          </ac:spMkLst>
        </pc:spChg>
        <pc:spChg chg="mod ord">
          <ac:chgData name="Sládeček David" userId="S::sladecek@hradebni.cz::474d93f0-3a32-49cc-b837-47806091b590" providerId="AD" clId="Web-{10703784-0DBE-4565-9C57-2C7361E52FAC}" dt="2025-12-05T08:44:26.875" v="1"/>
          <ac:spMkLst>
            <pc:docMk/>
            <pc:sldMk cId="841496674" sldId="258"/>
            <ac:spMk id="3" creationId="{76905328-E291-35BB-5B42-B9D59DA99F27}"/>
          </ac:spMkLst>
        </pc:spChg>
        <pc:spChg chg="add">
          <ac:chgData name="Sládeček David" userId="S::sladecek@hradebni.cz::474d93f0-3a32-49cc-b837-47806091b590" providerId="AD" clId="Web-{10703784-0DBE-4565-9C57-2C7361E52FAC}" dt="2025-12-05T08:44:26.875" v="1"/>
          <ac:spMkLst>
            <pc:docMk/>
            <pc:sldMk cId="841496674" sldId="258"/>
            <ac:spMk id="9" creationId="{5CF81D86-BDBA-477C-B7DD-8D359BB9965B}"/>
          </ac:spMkLst>
        </pc:spChg>
        <pc:spChg chg="add">
          <ac:chgData name="Sládeček David" userId="S::sladecek@hradebni.cz::474d93f0-3a32-49cc-b837-47806091b590" providerId="AD" clId="Web-{10703784-0DBE-4565-9C57-2C7361E52FAC}" dt="2025-12-05T08:44:26.875" v="1"/>
          <ac:spMkLst>
            <pc:docMk/>
            <pc:sldMk cId="841496674" sldId="258"/>
            <ac:spMk id="13" creationId="{88AA064E-5F6E-4024-BC28-EDDC3DFC70E1}"/>
          </ac:spMkLst>
        </pc:spChg>
        <pc:spChg chg="add">
          <ac:chgData name="Sládeček David" userId="S::sladecek@hradebni.cz::474d93f0-3a32-49cc-b837-47806091b590" providerId="AD" clId="Web-{10703784-0DBE-4565-9C57-2C7361E52FAC}" dt="2025-12-05T08:44:26.875" v="1"/>
          <ac:spMkLst>
            <pc:docMk/>
            <pc:sldMk cId="841496674" sldId="258"/>
            <ac:spMk id="15" creationId="{03B29638-4838-4B9B-B9DB-96E542BAF3E6}"/>
          </ac:spMkLst>
        </pc:spChg>
        <pc:picChg chg="add mod">
          <ac:chgData name="Sládeček David" userId="S::sladecek@hradebni.cz::474d93f0-3a32-49cc-b837-47806091b590" providerId="AD" clId="Web-{10703784-0DBE-4565-9C57-2C7361E52FAC}" dt="2025-12-05T08:44:26.875" v="1"/>
          <ac:picMkLst>
            <pc:docMk/>
            <pc:sldMk cId="841496674" sldId="258"/>
            <ac:picMk id="4" creationId="{275DF5F4-0150-B955-D40F-B198E79BF6DD}"/>
          </ac:picMkLst>
        </pc:picChg>
        <pc:cxnChg chg="add">
          <ac:chgData name="Sládeček David" userId="S::sladecek@hradebni.cz::474d93f0-3a32-49cc-b837-47806091b590" providerId="AD" clId="Web-{10703784-0DBE-4565-9C57-2C7361E52FAC}" dt="2025-12-05T08:44:26.875" v="1"/>
          <ac:cxnSpMkLst>
            <pc:docMk/>
            <pc:sldMk cId="841496674" sldId="258"/>
            <ac:cxnSpMk id="11" creationId="{C65F3E9C-EF11-4F8F-A621-399C7A3E6401}"/>
          </ac:cxnSpMkLst>
        </pc:cxnChg>
      </pc:sldChg>
      <pc:sldChg chg="modSp new">
        <pc:chgData name="Sládeček David" userId="S::sladecek@hradebni.cz::474d93f0-3a32-49cc-b837-47806091b590" providerId="AD" clId="Web-{10703784-0DBE-4565-9C57-2C7361E52FAC}" dt="2025-12-05T08:51:23.037" v="4" actId="20577"/>
        <pc:sldMkLst>
          <pc:docMk/>
          <pc:sldMk cId="1960696183" sldId="259"/>
        </pc:sldMkLst>
        <pc:spChg chg="mod">
          <ac:chgData name="Sládeček David" userId="S::sladecek@hradebni.cz::474d93f0-3a32-49cc-b837-47806091b590" providerId="AD" clId="Web-{10703784-0DBE-4565-9C57-2C7361E52FAC}" dt="2025-12-05T08:51:23.037" v="4" actId="20577"/>
          <ac:spMkLst>
            <pc:docMk/>
            <pc:sldMk cId="1960696183" sldId="259"/>
            <ac:spMk id="2" creationId="{5420D6E9-7B80-34A5-45A6-0D956E3FAB56}"/>
          </ac:spMkLst>
        </pc:spChg>
      </pc:sldChg>
      <pc:sldChg chg="modSp new">
        <pc:chgData name="Sládeček David" userId="S::sladecek@hradebni.cz::474d93f0-3a32-49cc-b837-47806091b590" providerId="AD" clId="Web-{10703784-0DBE-4565-9C57-2C7361E52FAC}" dt="2025-12-05T08:52:23.693" v="13" actId="20577"/>
        <pc:sldMkLst>
          <pc:docMk/>
          <pc:sldMk cId="4110461203" sldId="260"/>
        </pc:sldMkLst>
        <pc:spChg chg="mod">
          <ac:chgData name="Sládeček David" userId="S::sladecek@hradebni.cz::474d93f0-3a32-49cc-b837-47806091b590" providerId="AD" clId="Web-{10703784-0DBE-4565-9C57-2C7361E52FAC}" dt="2025-12-05T08:52:21.443" v="12" actId="20577"/>
          <ac:spMkLst>
            <pc:docMk/>
            <pc:sldMk cId="4110461203" sldId="260"/>
            <ac:spMk id="2" creationId="{C1792723-16C0-13E4-01CF-A4844268524C}"/>
          </ac:spMkLst>
        </pc:spChg>
        <pc:spChg chg="mod">
          <ac:chgData name="Sládeček David" userId="S::sladecek@hradebni.cz::474d93f0-3a32-49cc-b837-47806091b590" providerId="AD" clId="Web-{10703784-0DBE-4565-9C57-2C7361E52FAC}" dt="2025-12-05T08:52:23.693" v="13" actId="20577"/>
          <ac:spMkLst>
            <pc:docMk/>
            <pc:sldMk cId="4110461203" sldId="260"/>
            <ac:spMk id="3" creationId="{C9B35E67-D5EE-1ACE-0A95-8F52406FFB6F}"/>
          </ac:spMkLst>
        </pc:spChg>
      </pc:sldChg>
    </pc:docChg>
  </pc:docChgLst>
  <pc:docChgLst>
    <pc:chgData name="Sládeček David" userId="S::sladecek@hradebni.cz::474d93f0-3a32-49cc-b837-47806091b590" providerId="AD" clId="Web-{5E09D836-774B-4B20-8AFD-AD69EBC70A43}"/>
    <pc:docChg chg="delSld modSld">
      <pc:chgData name="Sládeček David" userId="S::sladecek@hradebni.cz::474d93f0-3a32-49cc-b837-47806091b590" providerId="AD" clId="Web-{5E09D836-774B-4B20-8AFD-AD69EBC70A43}" dt="2025-12-05T08:22:33.641" v="18"/>
      <pc:docMkLst>
        <pc:docMk/>
      </pc:docMkLst>
      <pc:sldChg chg="modSp">
        <pc:chgData name="Sládeček David" userId="S::sladecek@hradebni.cz::474d93f0-3a32-49cc-b837-47806091b590" providerId="AD" clId="Web-{5E09D836-774B-4B20-8AFD-AD69EBC70A43}" dt="2025-12-05T08:22:31.626" v="11" actId="20577"/>
        <pc:sldMkLst>
          <pc:docMk/>
          <pc:sldMk cId="3799523001" sldId="256"/>
        </pc:sldMkLst>
        <pc:spChg chg="mod">
          <ac:chgData name="Sládeček David" userId="S::sladecek@hradebni.cz::474d93f0-3a32-49cc-b837-47806091b590" providerId="AD" clId="Web-{5E09D836-774B-4B20-8AFD-AD69EBC70A43}" dt="2025-12-05T08:22:31.626" v="11" actId="20577"/>
          <ac:spMkLst>
            <pc:docMk/>
            <pc:sldMk cId="3799523001" sldId="256"/>
            <ac:spMk id="2" creationId="{00000000-0000-0000-0000-000000000000}"/>
          </ac:spMkLst>
        </pc:spChg>
      </pc:sldChg>
    </pc:docChg>
  </pc:docChgLst>
  <pc:docChgLst>
    <pc:chgData name="Sládeček David" userId="S::sladecek@hradebni.cz::474d93f0-3a32-49cc-b837-47806091b590" providerId="AD" clId="Web-{6F7441DA-CC37-45A4-BB12-A8E18587EF25}"/>
    <pc:docChg chg="addSld delSld modSld">
      <pc:chgData name="Sládeček David" userId="S::sladecek@hradebni.cz::474d93f0-3a32-49cc-b837-47806091b590" providerId="AD" clId="Web-{6F7441DA-CC37-45A4-BB12-A8E18587EF25}" dt="2025-12-11T12:10:53.502" v="194" actId="20577"/>
      <pc:docMkLst>
        <pc:docMk/>
      </pc:docMkLst>
      <pc:sldChg chg="modSp">
        <pc:chgData name="Sládeček David" userId="S::sladecek@hradebni.cz::474d93f0-3a32-49cc-b837-47806091b590" providerId="AD" clId="Web-{6F7441DA-CC37-45A4-BB12-A8E18587EF25}" dt="2025-12-11T12:10:53.502" v="194" actId="20577"/>
        <pc:sldMkLst>
          <pc:docMk/>
          <pc:sldMk cId="841496674" sldId="258"/>
        </pc:sldMkLst>
        <pc:spChg chg="mod">
          <ac:chgData name="Sládeček David" userId="S::sladecek@hradebni.cz::474d93f0-3a32-49cc-b837-47806091b590" providerId="AD" clId="Web-{6F7441DA-CC37-45A4-BB12-A8E18587EF25}" dt="2025-12-11T12:10:53.502" v="194" actId="20577"/>
          <ac:spMkLst>
            <pc:docMk/>
            <pc:sldMk cId="841496674" sldId="258"/>
            <ac:spMk id="3" creationId="{76905328-E291-35BB-5B42-B9D59DA99F27}"/>
          </ac:spMkLst>
        </pc:spChg>
      </pc:sldChg>
      <pc:sldChg chg="addSp delSp modSp mod setBg">
        <pc:chgData name="Sládeček David" userId="S::sladecek@hradebni.cz::474d93f0-3a32-49cc-b837-47806091b590" providerId="AD" clId="Web-{6F7441DA-CC37-45A4-BB12-A8E18587EF25}" dt="2025-12-11T11:57:03.424" v="155" actId="20577"/>
        <pc:sldMkLst>
          <pc:docMk/>
          <pc:sldMk cId="1960696183" sldId="259"/>
        </pc:sldMkLst>
        <pc:spChg chg="mod">
          <ac:chgData name="Sládeček David" userId="S::sladecek@hradebni.cz::474d93f0-3a32-49cc-b837-47806091b590" providerId="AD" clId="Web-{6F7441DA-CC37-45A4-BB12-A8E18587EF25}" dt="2025-12-11T11:56:56.611" v="152"/>
          <ac:spMkLst>
            <pc:docMk/>
            <pc:sldMk cId="1960696183" sldId="259"/>
            <ac:spMk id="2" creationId="{5420D6E9-7B80-34A5-45A6-0D956E3FAB56}"/>
          </ac:spMkLst>
        </pc:spChg>
        <pc:spChg chg="mod">
          <ac:chgData name="Sládeček David" userId="S::sladecek@hradebni.cz::474d93f0-3a32-49cc-b837-47806091b590" providerId="AD" clId="Web-{6F7441DA-CC37-45A4-BB12-A8E18587EF25}" dt="2025-12-11T11:57:03.424" v="155" actId="20577"/>
          <ac:spMkLst>
            <pc:docMk/>
            <pc:sldMk cId="1960696183" sldId="259"/>
            <ac:spMk id="3" creationId="{5848EAC2-E800-1F91-B514-FA5B48ED97FA}"/>
          </ac:spMkLst>
        </pc:spChg>
        <pc:spChg chg="add del">
          <ac:chgData name="Sládeček David" userId="S::sladecek@hradebni.cz::474d93f0-3a32-49cc-b837-47806091b590" providerId="AD" clId="Web-{6F7441DA-CC37-45A4-BB12-A8E18587EF25}" dt="2025-12-11T06:51:28.484" v="86"/>
          <ac:spMkLst>
            <pc:docMk/>
            <pc:sldMk cId="1960696183" sldId="259"/>
            <ac:spMk id="9" creationId="{311973C2-EB8B-452A-A698-4A252FD3AE28}"/>
          </ac:spMkLst>
        </pc:spChg>
        <pc:spChg chg="add del">
          <ac:chgData name="Sládeček David" userId="S::sladecek@hradebni.cz::474d93f0-3a32-49cc-b837-47806091b590" providerId="AD" clId="Web-{6F7441DA-CC37-45A4-BB12-A8E18587EF25}" dt="2025-12-11T06:51:28.484" v="86"/>
          <ac:spMkLst>
            <pc:docMk/>
            <pc:sldMk cId="1960696183" sldId="259"/>
            <ac:spMk id="11" creationId="{10162E77-11AD-44A7-84EC-40C59EEFBD2E}"/>
          </ac:spMkLst>
        </pc:spChg>
        <pc:picChg chg="add mod">
          <ac:chgData name="Sládeček David" userId="S::sladecek@hradebni.cz::474d93f0-3a32-49cc-b837-47806091b590" providerId="AD" clId="Web-{6F7441DA-CC37-45A4-BB12-A8E18587EF25}" dt="2025-12-11T11:56:56.611" v="152"/>
          <ac:picMkLst>
            <pc:docMk/>
            <pc:sldMk cId="1960696183" sldId="259"/>
            <ac:picMk id="4" creationId="{5C08A279-FEE6-5F07-ACE0-00A956EEDA06}"/>
          </ac:picMkLst>
        </pc:picChg>
        <pc:picChg chg="add del">
          <ac:chgData name="Sládeček David" userId="S::sladecek@hradebni.cz::474d93f0-3a32-49cc-b837-47806091b590" providerId="AD" clId="Web-{6F7441DA-CC37-45A4-BB12-A8E18587EF25}" dt="2025-12-11T06:51:28.484" v="86"/>
          <ac:picMkLst>
            <pc:docMk/>
            <pc:sldMk cId="1960696183" sldId="259"/>
            <ac:picMk id="5" creationId="{D0DEB4DB-DCE6-9585-AB72-1137F8056814}"/>
          </ac:picMkLst>
        </pc:picChg>
        <pc:cxnChg chg="add del">
          <ac:chgData name="Sládeček David" userId="S::sladecek@hradebni.cz::474d93f0-3a32-49cc-b837-47806091b590" providerId="AD" clId="Web-{6F7441DA-CC37-45A4-BB12-A8E18587EF25}" dt="2025-12-11T06:51:28.484" v="86"/>
          <ac:cxnSpMkLst>
            <pc:docMk/>
            <pc:sldMk cId="1960696183" sldId="259"/>
            <ac:cxnSpMk id="13" creationId="{5AB158E9-1B40-4CD6-95F0-95CA11DF7B7A}"/>
          </ac:cxnSpMkLst>
        </pc:cxnChg>
      </pc:sldChg>
      <pc:sldChg chg="modSp">
        <pc:chgData name="Sládeček David" userId="S::sladecek@hradebni.cz::474d93f0-3a32-49cc-b837-47806091b590" providerId="AD" clId="Web-{6F7441DA-CC37-45A4-BB12-A8E18587EF25}" dt="2025-12-11T06:47:43.324" v="31" actId="20577"/>
        <pc:sldMkLst>
          <pc:docMk/>
          <pc:sldMk cId="4110461203" sldId="260"/>
        </pc:sldMkLst>
        <pc:spChg chg="mod">
          <ac:chgData name="Sládeček David" userId="S::sladecek@hradebni.cz::474d93f0-3a32-49cc-b837-47806091b590" providerId="AD" clId="Web-{6F7441DA-CC37-45A4-BB12-A8E18587EF25}" dt="2025-12-11T06:47:43.324" v="31" actId="20577"/>
          <ac:spMkLst>
            <pc:docMk/>
            <pc:sldMk cId="4110461203" sldId="260"/>
            <ac:spMk id="3" creationId="{C9B35E67-D5EE-1ACE-0A95-8F52406FFB6F}"/>
          </ac:spMkLst>
        </pc:spChg>
      </pc:sldChg>
      <pc:sldChg chg="addSp modSp new mod modClrScheme chgLayout">
        <pc:chgData name="Sládeček David" userId="S::sladecek@hradebni.cz::474d93f0-3a32-49cc-b837-47806091b590" providerId="AD" clId="Web-{6F7441DA-CC37-45A4-BB12-A8E18587EF25}" dt="2025-12-11T11:57:24.878" v="167" actId="1076"/>
        <pc:sldMkLst>
          <pc:docMk/>
          <pc:sldMk cId="3206298432" sldId="261"/>
        </pc:sldMkLst>
        <pc:spChg chg="mod ord">
          <ac:chgData name="Sládeček David" userId="S::sladecek@hradebni.cz::474d93f0-3a32-49cc-b837-47806091b590" providerId="AD" clId="Web-{6F7441DA-CC37-45A4-BB12-A8E18587EF25}" dt="2025-12-11T06:58:27.070" v="127"/>
          <ac:spMkLst>
            <pc:docMk/>
            <pc:sldMk cId="3206298432" sldId="261"/>
            <ac:spMk id="2" creationId="{D9C51164-2F3D-D512-3EF8-81DF6AFFE989}"/>
          </ac:spMkLst>
        </pc:spChg>
        <pc:spChg chg="mod ord">
          <ac:chgData name="Sládeček David" userId="S::sladecek@hradebni.cz::474d93f0-3a32-49cc-b837-47806091b590" providerId="AD" clId="Web-{6F7441DA-CC37-45A4-BB12-A8E18587EF25}" dt="2025-12-11T11:57:14.706" v="159" actId="20577"/>
          <ac:spMkLst>
            <pc:docMk/>
            <pc:sldMk cId="3206298432" sldId="261"/>
            <ac:spMk id="3" creationId="{B8AA73B7-2292-D645-251B-FC48020E3DDE}"/>
          </ac:spMkLst>
        </pc:spChg>
        <pc:spChg chg="add mod ord">
          <ac:chgData name="Sládeček David" userId="S::sladecek@hradebni.cz::474d93f0-3a32-49cc-b837-47806091b590" providerId="AD" clId="Web-{6F7441DA-CC37-45A4-BB12-A8E18587EF25}" dt="2025-12-11T11:57:18.128" v="163" actId="20577"/>
          <ac:spMkLst>
            <pc:docMk/>
            <pc:sldMk cId="3206298432" sldId="261"/>
            <ac:spMk id="4" creationId="{2446B425-39F7-DA0C-CB75-48658F7EFB87}"/>
          </ac:spMkLst>
        </pc:spChg>
        <pc:picChg chg="add mod">
          <ac:chgData name="Sládeček David" userId="S::sladecek@hradebni.cz::474d93f0-3a32-49cc-b837-47806091b590" providerId="AD" clId="Web-{6F7441DA-CC37-45A4-BB12-A8E18587EF25}" dt="2025-12-11T11:57:24.831" v="164" actId="1076"/>
          <ac:picMkLst>
            <pc:docMk/>
            <pc:sldMk cId="3206298432" sldId="261"/>
            <ac:picMk id="5" creationId="{71C16482-CCD4-3AA7-49CF-F1988D09C79A}"/>
          </ac:picMkLst>
        </pc:picChg>
        <pc:picChg chg="add mod">
          <ac:chgData name="Sládeček David" userId="S::sladecek@hradebni.cz::474d93f0-3a32-49cc-b837-47806091b590" providerId="AD" clId="Web-{6F7441DA-CC37-45A4-BB12-A8E18587EF25}" dt="2025-12-11T11:57:24.846" v="165" actId="1076"/>
          <ac:picMkLst>
            <pc:docMk/>
            <pc:sldMk cId="3206298432" sldId="261"/>
            <ac:picMk id="6" creationId="{B018A768-9B8D-B3E5-A5D2-E20D194AC5CA}"/>
          </ac:picMkLst>
        </pc:picChg>
        <pc:picChg chg="add mod">
          <ac:chgData name="Sládeček David" userId="S::sladecek@hradebni.cz::474d93f0-3a32-49cc-b837-47806091b590" providerId="AD" clId="Web-{6F7441DA-CC37-45A4-BB12-A8E18587EF25}" dt="2025-12-11T11:57:24.878" v="166" actId="1076"/>
          <ac:picMkLst>
            <pc:docMk/>
            <pc:sldMk cId="3206298432" sldId="261"/>
            <ac:picMk id="7" creationId="{D5DA9FE3-1B28-4B54-00A4-8A585A29E737}"/>
          </ac:picMkLst>
        </pc:picChg>
        <pc:picChg chg="add mod">
          <ac:chgData name="Sládeček David" userId="S::sladecek@hradebni.cz::474d93f0-3a32-49cc-b837-47806091b590" providerId="AD" clId="Web-{6F7441DA-CC37-45A4-BB12-A8E18587EF25}" dt="2025-12-11T11:57:24.878" v="167" actId="1076"/>
          <ac:picMkLst>
            <pc:docMk/>
            <pc:sldMk cId="3206298432" sldId="261"/>
            <ac:picMk id="8" creationId="{ABEA701A-2713-CA19-AA4D-6CA34E7CF30A}"/>
          </ac:picMkLst>
        </pc:picChg>
      </pc:sldChg>
      <pc:sldChg chg="new del">
        <pc:chgData name="Sládeček David" userId="S::sladecek@hradebni.cz::474d93f0-3a32-49cc-b837-47806091b590" providerId="AD" clId="Web-{6F7441DA-CC37-45A4-BB12-A8E18587EF25}" dt="2025-12-11T11:56:19.188" v="150"/>
        <pc:sldMkLst>
          <pc:docMk/>
          <pc:sldMk cId="1597667733" sldId="262"/>
        </pc:sldMkLst>
      </pc:sldChg>
    </pc:docChg>
  </pc:docChgLst>
  <pc:docChgLst>
    <pc:chgData name="Sládeček David" userId="S::sladecek@hradebni.cz::474d93f0-3a32-49cc-b837-47806091b590" providerId="AD" clId="Web-{F7C203E2-7C17-4490-96C0-973AE5C3E28A}"/>
    <pc:docChg chg="addSld modSld">
      <pc:chgData name="Sládeček David" userId="S::sladecek@hradebni.cz::474d93f0-3a32-49cc-b837-47806091b590" providerId="AD" clId="Web-{F7C203E2-7C17-4490-96C0-973AE5C3E28A}" dt="2025-12-05T08:41:16.779" v="250" actId="20577"/>
      <pc:docMkLst>
        <pc:docMk/>
      </pc:docMkLst>
      <pc:sldChg chg="addSp delSp modSp new mod setBg">
        <pc:chgData name="Sládeček David" userId="S::sladecek@hradebni.cz::474d93f0-3a32-49cc-b837-47806091b590" providerId="AD" clId="Web-{F7C203E2-7C17-4490-96C0-973AE5C3E28A}" dt="2025-12-05T08:38:22.864" v="126" actId="20577"/>
        <pc:sldMkLst>
          <pc:docMk/>
          <pc:sldMk cId="1258026494" sldId="257"/>
        </pc:sldMkLst>
        <pc:spChg chg="mod">
          <ac:chgData name="Sládeček David" userId="S::sladecek@hradebni.cz::474d93f0-3a32-49cc-b837-47806091b590" providerId="AD" clId="Web-{F7C203E2-7C17-4490-96C0-973AE5C3E28A}" dt="2025-12-05T08:35:34.034" v="90"/>
          <ac:spMkLst>
            <pc:docMk/>
            <pc:sldMk cId="1258026494" sldId="257"/>
            <ac:spMk id="2" creationId="{0A4DBAD8-F035-C870-10E5-0F62F97BB609}"/>
          </ac:spMkLst>
        </pc:spChg>
        <pc:spChg chg="mod ord">
          <ac:chgData name="Sládeček David" userId="S::sladecek@hradebni.cz::474d93f0-3a32-49cc-b837-47806091b590" providerId="AD" clId="Web-{F7C203E2-7C17-4490-96C0-973AE5C3E28A}" dt="2025-12-05T08:38:22.864" v="126" actId="20577"/>
          <ac:spMkLst>
            <pc:docMk/>
            <pc:sldMk cId="1258026494" sldId="257"/>
            <ac:spMk id="3" creationId="{595C39D8-D5F5-16A8-32E1-CF5DCCE45BC6}"/>
          </ac:spMkLst>
        </pc:spChg>
        <pc:picChg chg="add mod ord">
          <ac:chgData name="Sládeček David" userId="S::sladecek@hradebni.cz::474d93f0-3a32-49cc-b837-47806091b590" providerId="AD" clId="Web-{F7C203E2-7C17-4490-96C0-973AE5C3E28A}" dt="2025-12-05T08:35:34.034" v="90"/>
          <ac:picMkLst>
            <pc:docMk/>
            <pc:sldMk cId="1258026494" sldId="257"/>
            <ac:picMk id="5" creationId="{D40D2022-2503-339D-13B3-3E8092EDB6E7}"/>
          </ac:picMkLst>
        </pc:picChg>
      </pc:sldChg>
      <pc:sldChg chg="modSp new">
        <pc:chgData name="Sládeček David" userId="S::sladecek@hradebni.cz::474d93f0-3a32-49cc-b837-47806091b590" providerId="AD" clId="Web-{F7C203E2-7C17-4490-96C0-973AE5C3E28A}" dt="2025-12-05T08:41:16.779" v="250" actId="20577"/>
        <pc:sldMkLst>
          <pc:docMk/>
          <pc:sldMk cId="841496674" sldId="258"/>
        </pc:sldMkLst>
        <pc:spChg chg="mod">
          <ac:chgData name="Sládeček David" userId="S::sladecek@hradebni.cz::474d93f0-3a32-49cc-b837-47806091b590" providerId="AD" clId="Web-{F7C203E2-7C17-4490-96C0-973AE5C3E28A}" dt="2025-12-05T08:37:53.129" v="116" actId="20577"/>
          <ac:spMkLst>
            <pc:docMk/>
            <pc:sldMk cId="841496674" sldId="258"/>
            <ac:spMk id="2" creationId="{5D219890-2A27-215F-84D5-BF614EA45E72}"/>
          </ac:spMkLst>
        </pc:spChg>
        <pc:spChg chg="mod">
          <ac:chgData name="Sládeček David" userId="S::sladecek@hradebni.cz::474d93f0-3a32-49cc-b837-47806091b590" providerId="AD" clId="Web-{F7C203E2-7C17-4490-96C0-973AE5C3E28A}" dt="2025-12-05T08:41:16.779" v="250" actId="20577"/>
          <ac:spMkLst>
            <pc:docMk/>
            <pc:sldMk cId="841496674" sldId="258"/>
            <ac:spMk id="3" creationId="{76905328-E291-35BB-5B42-B9D59DA99F2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C0AFD-19C8-4F60-A212-D1160A075A71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485B9-29E6-4048-95BB-71D43105C6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2755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Svět</a:t>
            </a:r>
            <a:r>
              <a:rPr lang="en-US" dirty="0">
                <a:latin typeface="Calibri"/>
                <a:ea typeface="Calibri"/>
                <a:cs typeface="Calibri"/>
              </a:rPr>
              <a:t> bez </a:t>
            </a:r>
            <a:r>
              <a:rPr lang="en-US" dirty="0" err="1">
                <a:latin typeface="Calibri"/>
                <a:ea typeface="Calibri"/>
                <a:cs typeface="Calibri"/>
              </a:rPr>
              <a:t>inernetu</a:t>
            </a:r>
            <a:r>
              <a:rPr lang="en-US" dirty="0">
                <a:latin typeface="Calibri"/>
                <a:ea typeface="Calibri"/>
                <a:cs typeface="Calibri"/>
              </a:rPr>
              <a:t>. </a:t>
            </a:r>
            <a:r>
              <a:rPr lang="en-US" dirty="0" err="1">
                <a:latin typeface="Calibri"/>
                <a:ea typeface="Calibri"/>
                <a:cs typeface="Calibri"/>
              </a:rPr>
              <a:t>Jaký</a:t>
            </a:r>
            <a:r>
              <a:rPr lang="en-US" dirty="0">
                <a:latin typeface="Calibri"/>
                <a:ea typeface="Calibri"/>
                <a:cs typeface="Calibri"/>
              </a:rPr>
              <a:t> by </a:t>
            </a:r>
            <a:r>
              <a:rPr lang="en-US" dirty="0" err="1">
                <a:latin typeface="Calibri"/>
                <a:ea typeface="Calibri"/>
                <a:cs typeface="Calibri"/>
              </a:rPr>
              <a:t>byl</a:t>
            </a:r>
            <a:r>
              <a:rPr lang="en-US" dirty="0"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485B9-29E6-4048-95BB-71D43105C69A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060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51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83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1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0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3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0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6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51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83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0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53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Bitmapová a vektorová grafika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Digitální a mediální gramotnost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4DBAD8-F035-C870-10E5-0F62F97B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Digitální grafika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95C39D8-D5F5-16A8-32E1-CF5DCCE45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cs-CZ" sz="1800">
                <a:ea typeface="+mn-lt"/>
                <a:cs typeface="+mn-lt"/>
              </a:rPr>
              <a:t>Obrázky a vizuální prvky uložené v digitální podobě</a:t>
            </a:r>
            <a:endParaRPr lang="cs-CZ" sz="1800">
              <a:ea typeface="Calibri"/>
              <a:cs typeface="Calibri"/>
            </a:endParaRPr>
          </a:p>
          <a:p>
            <a:r>
              <a:rPr lang="cs-CZ" sz="1800" dirty="0">
                <a:ea typeface="+mn-lt"/>
                <a:cs typeface="+mn-lt"/>
              </a:rPr>
              <a:t>Mohou zobrazovat realitu (fotografie) nebo umělou tvorbu (loga, ilustrace)</a:t>
            </a:r>
            <a:endParaRPr lang="cs-CZ" sz="1800">
              <a:ea typeface="Calibri"/>
              <a:cs typeface="Calibri"/>
            </a:endParaRPr>
          </a:p>
          <a:p>
            <a:r>
              <a:rPr lang="cs-CZ" sz="1800" dirty="0">
                <a:ea typeface="+mn-lt"/>
                <a:cs typeface="+mn-lt"/>
              </a:rPr>
              <a:t>Každý obrázek má formát, způsob uložení a informace o barvách</a:t>
            </a:r>
            <a:endParaRPr lang="en-US" sz="1800" dirty="0">
              <a:ea typeface="Calibri"/>
              <a:cs typeface="Calibri"/>
            </a:endParaRPr>
          </a:p>
          <a:p>
            <a:r>
              <a:rPr lang="cs-CZ" sz="1800" b="1" dirty="0"/>
              <a:t>Použití v praxi</a:t>
            </a:r>
            <a:endParaRPr lang="cs-CZ" sz="1800" b="1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webové stránky a mobilní aplikace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marketing a firemní identita (loga, bannery, plakáty)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multimédia: hry, animace, film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sociální sítě, fotografie, memy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technické obory: CAD, mapy, schémata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tisk dokumentů, letáky, obaly</a:t>
            </a:r>
            <a:endParaRPr lang="cs-CZ" dirty="0">
              <a:ea typeface="Calibri"/>
              <a:cs typeface="Calibri"/>
            </a:endParaRPr>
          </a:p>
          <a:p>
            <a:endParaRPr lang="cs-CZ" sz="1700">
              <a:ea typeface="Calibri"/>
              <a:cs typeface="Calibri"/>
            </a:endParaRPr>
          </a:p>
        </p:txBody>
      </p:sp>
      <p:pic>
        <p:nvPicPr>
          <p:cNvPr id="5" name="Obrázek 4" descr="Obsah obrázku text, počítač, computer, Kancelářská technika&#10;&#10;Obsah generovaný pomocí AI může být nesprávný.">
            <a:extLst>
              <a:ext uri="{FF2B5EF4-FFF2-40B4-BE49-F238E27FC236}">
                <a16:creationId xmlns:a16="http://schemas.microsoft.com/office/drawing/2014/main" id="{D40D2022-2503-339D-13B3-3E8092EDB6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31" r="107" b="-5"/>
          <a:stretch>
            <a:fillRect/>
          </a:stretch>
        </p:blipFill>
        <p:spPr>
          <a:xfrm>
            <a:off x="8020570" y="1916318"/>
            <a:ext cx="3135109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26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CF81D86-BDBA-477C-B7DD-8D359BB99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D219890-2A27-215F-84D5-BF614EA45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Bitmapová (rastrová) grafika</a:t>
            </a:r>
            <a:endParaRPr lang="cs-CZ" dirty="0"/>
          </a:p>
        </p:txBody>
      </p:sp>
      <p:pic>
        <p:nvPicPr>
          <p:cNvPr id="4" name="Obrázek 3" descr="Obsah obrázku pták, dravý pták, sova, Výreček&#10;&#10;Obsah generovaný pomocí AI může být nesprávný.">
            <a:extLst>
              <a:ext uri="{FF2B5EF4-FFF2-40B4-BE49-F238E27FC236}">
                <a16:creationId xmlns:a16="http://schemas.microsoft.com/office/drawing/2014/main" id="{275DF5F4-0150-B955-D40F-B198E79BF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06" r="25543" b="1"/>
          <a:stretch>
            <a:fillRect/>
          </a:stretch>
        </p:blipFill>
        <p:spPr>
          <a:xfrm>
            <a:off x="633999" y="640081"/>
            <a:ext cx="4001315" cy="531440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5F3E9C-EF11-4F8F-A621-399C7A3E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905328-E291-35BB-5B42-B9D59DA99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Obrázek je složený z </a:t>
            </a:r>
            <a:r>
              <a:rPr lang="cs-CZ" b="1" dirty="0">
                <a:ea typeface="+mn-lt"/>
                <a:cs typeface="+mn-lt"/>
              </a:rPr>
              <a:t>pixelů</a:t>
            </a:r>
            <a:r>
              <a:rPr lang="cs-CZ" dirty="0">
                <a:ea typeface="+mn-lt"/>
                <a:cs typeface="+mn-lt"/>
              </a:rPr>
              <a:t> (barevných bodů)</a:t>
            </a:r>
            <a:endParaRPr lang="cs-CZ" dirty="0">
              <a:ea typeface="Calibri" panose="020F0502020204030204"/>
              <a:cs typeface="Calibri" panose="020F0502020204030204"/>
            </a:endParaRPr>
          </a:p>
          <a:p>
            <a:r>
              <a:rPr lang="cs-CZ" dirty="0">
                <a:ea typeface="+mn-lt"/>
                <a:cs typeface="+mn-lt"/>
              </a:rPr>
              <a:t>Každý pixel má svou barvu, obrázek má pevné rozlišení (DPI)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>
                <a:ea typeface="+mn-lt"/>
                <a:cs typeface="+mn-lt"/>
              </a:rPr>
              <a:t>DPI nijak nesouvisí s kvalitou obrázku</a:t>
            </a:r>
            <a:endParaRPr lang="cs-CZ" dirty="0">
              <a:ea typeface="+mn-lt"/>
              <a:cs typeface="+mn-lt"/>
            </a:endParaRPr>
          </a:p>
          <a:p>
            <a:r>
              <a:rPr lang="cs-CZ" dirty="0">
                <a:ea typeface="+mn-lt"/>
                <a:cs typeface="+mn-lt"/>
              </a:rPr>
              <a:t>Při zvětšení se objeví </a:t>
            </a:r>
            <a:r>
              <a:rPr lang="cs-CZ" b="1" dirty="0">
                <a:ea typeface="+mn-lt"/>
                <a:cs typeface="+mn-lt"/>
              </a:rPr>
              <a:t>kostičky / rozmazání</a:t>
            </a:r>
            <a:endParaRPr lang="cs-CZ" dirty="0"/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Rozmazání je způsobeno potřebou dopočítat okolní hodnoty z původní hodnoty - postupné ztrácení informace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>
                <a:ea typeface="+mn-lt"/>
                <a:cs typeface="+mn-lt"/>
              </a:rPr>
              <a:t>Při zmenšení nevratně přicházíme o detailní barvy - slučování</a:t>
            </a:r>
            <a:endParaRPr lang="cs-CZ" dirty="0">
              <a:ea typeface="+mn-lt"/>
              <a:cs typeface="+mn-lt"/>
            </a:endParaRPr>
          </a:p>
          <a:p>
            <a:r>
              <a:rPr lang="cs-CZ" dirty="0">
                <a:ea typeface="+mn-lt"/>
                <a:cs typeface="+mn-lt"/>
              </a:rPr>
              <a:t>Hodí se pro fotografie a detailní obrázky</a:t>
            </a:r>
            <a:endParaRPr lang="cs-CZ" dirty="0"/>
          </a:p>
          <a:p>
            <a:endParaRPr lang="cs-CZ" dirty="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AA064E-5F6E-4024-BC28-EDDC3DFC7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B29638-4838-4B9B-B9DB-96E542BAF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41496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792723-16C0-13E4-01CF-A4844268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Calibri Light"/>
                <a:cs typeface="Calibri Light"/>
              </a:rPr>
              <a:t>Bitmapové formáty, komprese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B35E67-D5EE-1ACE-0A95-8F52406FF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cs-CZ" b="1" dirty="0"/>
              <a:t>Nejpoužívanější rastrové formáty</a:t>
            </a:r>
            <a:endParaRPr lang="cs-CZ" dirty="0">
              <a:ea typeface="Calibri" panose="020F0502020204030204"/>
              <a:cs typeface="Calibri" panose="020F0502020204030204"/>
            </a:endParaRPr>
          </a:p>
          <a:p>
            <a:r>
              <a:rPr lang="cs-CZ" b="1" dirty="0">
                <a:ea typeface="+mn-lt"/>
                <a:cs typeface="+mn-lt"/>
              </a:rPr>
              <a:t>JPG / JPEG</a:t>
            </a:r>
            <a:r>
              <a:rPr lang="cs-CZ" dirty="0">
                <a:ea typeface="+mn-lt"/>
                <a:cs typeface="+mn-lt"/>
              </a:rPr>
              <a:t> – fotografie, ztrátová komprese</a:t>
            </a:r>
            <a:endParaRPr lang="cs-CZ" dirty="0"/>
          </a:p>
          <a:p>
            <a:r>
              <a:rPr lang="cs-CZ" b="1" dirty="0">
                <a:ea typeface="+mn-lt"/>
                <a:cs typeface="+mn-lt"/>
              </a:rPr>
              <a:t>PNG</a:t>
            </a:r>
            <a:r>
              <a:rPr lang="cs-CZ" dirty="0">
                <a:ea typeface="+mn-lt"/>
                <a:cs typeface="+mn-lt"/>
              </a:rPr>
              <a:t> – průhlednost, web</a:t>
            </a:r>
            <a:endParaRPr lang="cs-CZ" dirty="0"/>
          </a:p>
          <a:p>
            <a:r>
              <a:rPr lang="cs-CZ" b="1" dirty="0">
                <a:ea typeface="+mn-lt"/>
                <a:cs typeface="+mn-lt"/>
              </a:rPr>
              <a:t>GIF</a:t>
            </a:r>
            <a:r>
              <a:rPr lang="cs-CZ" dirty="0">
                <a:ea typeface="+mn-lt"/>
                <a:cs typeface="+mn-lt"/>
              </a:rPr>
              <a:t> – jednoduché animace, omezená paleta</a:t>
            </a:r>
            <a:endParaRPr lang="cs-CZ" dirty="0"/>
          </a:p>
          <a:p>
            <a:r>
              <a:rPr lang="cs-CZ" b="1" dirty="0">
                <a:ea typeface="+mn-lt"/>
                <a:cs typeface="+mn-lt"/>
              </a:rPr>
              <a:t>BMP</a:t>
            </a:r>
            <a:r>
              <a:rPr lang="cs-CZ" dirty="0">
                <a:ea typeface="+mn-lt"/>
                <a:cs typeface="+mn-lt"/>
              </a:rPr>
              <a:t> – nekomprimované, velké soubory</a:t>
            </a:r>
            <a:endParaRPr lang="cs-CZ" dirty="0"/>
          </a:p>
          <a:p>
            <a:r>
              <a:rPr lang="cs-CZ" b="1" dirty="0">
                <a:ea typeface="+mn-lt"/>
                <a:cs typeface="+mn-lt"/>
              </a:rPr>
              <a:t>WEBP</a:t>
            </a:r>
            <a:r>
              <a:rPr lang="cs-CZ" dirty="0">
                <a:ea typeface="+mn-lt"/>
                <a:cs typeface="+mn-lt"/>
              </a:rPr>
              <a:t> – moderní formát pro web (malá velikost)</a:t>
            </a:r>
            <a:endParaRPr lang="cs-CZ">
              <a:ea typeface="Calibri" panose="020F0502020204030204"/>
              <a:cs typeface="Calibri" panose="020F0502020204030204"/>
            </a:endParaRPr>
          </a:p>
          <a:p>
            <a:r>
              <a:rPr lang="cs-CZ" b="1" dirty="0">
                <a:ea typeface="Calibri"/>
                <a:cs typeface="Calibri"/>
              </a:rPr>
              <a:t>Kompresní metody 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Bezztrátové - </a:t>
            </a:r>
            <a:r>
              <a:rPr lang="cs-CZ" dirty="0">
                <a:solidFill>
                  <a:srgbClr val="404040"/>
                </a:solidFill>
                <a:ea typeface="+mn-lt"/>
                <a:cs typeface="+mn-lt"/>
              </a:rPr>
              <a:t>RLE, LZW</a:t>
            </a:r>
            <a:endParaRPr lang="cs-CZ" sz="2000" dirty="0">
              <a:solidFill>
                <a:srgbClr val="404040"/>
              </a:solidFill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Ztrátové - JPEG</a:t>
            </a:r>
          </a:p>
          <a:p>
            <a:endParaRPr lang="cs-CZ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0461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20D6E9-7B80-34A5-45A6-0D956E3FA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Vektorová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848EAC2-E800-1F91-B514-FA5B48ED9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cs-CZ" sz="1800" dirty="0">
                <a:ea typeface="+mn-lt"/>
                <a:cs typeface="+mn-lt"/>
              </a:rPr>
              <a:t>Obrázek je tvořen pomocí </a:t>
            </a:r>
            <a:r>
              <a:rPr lang="cs-CZ" sz="1800" b="1" dirty="0">
                <a:ea typeface="+mn-lt"/>
                <a:cs typeface="+mn-lt"/>
              </a:rPr>
              <a:t>křivek, tvarů a matematických definic</a:t>
            </a:r>
            <a:endParaRPr lang="cs-CZ" sz="1800" dirty="0">
              <a:ea typeface="Calibri" panose="020F0502020204030204"/>
              <a:cs typeface="Calibri" panose="020F0502020204030204"/>
            </a:endParaRPr>
          </a:p>
          <a:p>
            <a:r>
              <a:rPr lang="cs-CZ" sz="1800" dirty="0">
                <a:ea typeface="+mn-lt"/>
                <a:cs typeface="+mn-lt"/>
              </a:rPr>
              <a:t>Nezávislá na rozlišení → lze libovolně zvětšovat bez ztráty kvality</a:t>
            </a:r>
          </a:p>
          <a:p>
            <a:r>
              <a:rPr lang="cs-CZ" sz="1800" dirty="0">
                <a:ea typeface="+mn-lt"/>
                <a:cs typeface="+mn-lt"/>
              </a:rPr>
              <a:t>Ideální pro loga, ikony, ilustrace a technické výkresy</a:t>
            </a:r>
            <a:endParaRPr lang="cs-CZ" sz="1800" dirty="0">
              <a:ea typeface="Calibri"/>
              <a:cs typeface="Calibri"/>
            </a:endParaRPr>
          </a:p>
          <a:p>
            <a:r>
              <a:rPr lang="cs-CZ" sz="1800" dirty="0">
                <a:ea typeface="Calibri"/>
                <a:cs typeface="Calibri"/>
              </a:rPr>
              <a:t>Náročnější tvorba a nižší realističnost obrazu</a:t>
            </a:r>
          </a:p>
          <a:p>
            <a:r>
              <a:rPr lang="cs-CZ" sz="1800" b="1" dirty="0" err="1">
                <a:ea typeface="Calibri"/>
                <a:cs typeface="Calibri"/>
              </a:rPr>
              <a:t>Bezierova</a:t>
            </a:r>
            <a:r>
              <a:rPr lang="cs-CZ" sz="1800" b="1" dirty="0">
                <a:ea typeface="Calibri"/>
                <a:cs typeface="Calibri"/>
              </a:rPr>
              <a:t> křivka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Matematicky definovaná křivka, kterou určuje několik bodů (uzlů) a jejich táhla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Umožňuje vytvářet velmi hladké a přesné tvary</a:t>
            </a:r>
            <a:endParaRPr lang="cs-CZ" dirty="0">
              <a:ea typeface="Calibri"/>
              <a:cs typeface="Calibri"/>
            </a:endParaRPr>
          </a:p>
          <a:p>
            <a:r>
              <a:rPr lang="cs-CZ" sz="1800" b="1" dirty="0">
                <a:ea typeface="Calibri"/>
                <a:cs typeface="Calibri"/>
              </a:rPr>
              <a:t>Uzel</a:t>
            </a:r>
            <a:endParaRPr lang="cs-CZ" sz="18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Bod</a:t>
            </a:r>
            <a:r>
              <a:rPr lang="cs-CZ" dirty="0">
                <a:ea typeface="+mn-lt"/>
                <a:cs typeface="+mn-lt"/>
              </a:rPr>
              <a:t>, který určuje tvar křivky nebo objektu</a:t>
            </a:r>
            <a:endParaRPr lang="cs-CZ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Rohový, hladký, symetrický</a:t>
            </a:r>
          </a:p>
          <a:p>
            <a:endParaRPr lang="cs-CZ" sz="1800" dirty="0">
              <a:ea typeface="Calibri"/>
              <a:cs typeface="Calibri"/>
            </a:endParaRPr>
          </a:p>
        </p:txBody>
      </p:sp>
      <p:pic>
        <p:nvPicPr>
          <p:cNvPr id="4" name="Obrázek 3" descr="Vektorová grafika | Mediální ICT">
            <a:extLst>
              <a:ext uri="{FF2B5EF4-FFF2-40B4-BE49-F238E27FC236}">
                <a16:creationId xmlns:a16="http://schemas.microsoft.com/office/drawing/2014/main" id="{5C08A279-FEE6-5F07-ACE0-00A956EEDA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" r="2793" b="5"/>
          <a:stretch>
            <a:fillRect/>
          </a:stretch>
        </p:blipFill>
        <p:spPr>
          <a:xfrm>
            <a:off x="8020570" y="1916318"/>
            <a:ext cx="3135109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9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C51164-2F3D-D512-3EF8-81DF6AFFE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Calibri Light"/>
                <a:cs typeface="Calibri Light"/>
              </a:rPr>
              <a:t>Vektorové formáty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AA73B7-2292-D645-251B-FC48020E3D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cs-CZ" b="1" dirty="0">
                <a:solidFill>
                  <a:schemeClr val="tx1"/>
                </a:solidFill>
                <a:ea typeface="+mn-lt"/>
                <a:cs typeface="+mn-lt"/>
              </a:rPr>
              <a:t>Nativní:</a:t>
            </a:r>
            <a:endParaRPr lang="cs-CZ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cs-CZ" dirty="0">
                <a:solidFill>
                  <a:schemeClr val="tx1"/>
                </a:solidFill>
                <a:ea typeface="+mn-lt"/>
                <a:cs typeface="+mn-lt"/>
              </a:rPr>
              <a:t>AI (Adobe </a:t>
            </a:r>
            <a:r>
              <a:rPr lang="cs-CZ" err="1">
                <a:solidFill>
                  <a:schemeClr val="tx1"/>
                </a:solidFill>
                <a:ea typeface="+mn-lt"/>
                <a:cs typeface="+mn-lt"/>
              </a:rPr>
              <a:t>Illustrator</a:t>
            </a:r>
            <a:r>
              <a:rPr lang="cs-CZ" dirty="0">
                <a:solidFill>
                  <a:schemeClr val="tx1"/>
                </a:solidFill>
                <a:ea typeface="+mn-lt"/>
                <a:cs typeface="+mn-lt"/>
              </a:rPr>
              <a:t>)</a:t>
            </a:r>
            <a:endParaRPr lang="cs-CZ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cs-CZ" dirty="0">
                <a:solidFill>
                  <a:schemeClr val="tx1"/>
                </a:solidFill>
                <a:ea typeface="+mn-lt"/>
                <a:cs typeface="+mn-lt"/>
              </a:rPr>
              <a:t>CDR (Corel </a:t>
            </a:r>
            <a:r>
              <a:rPr lang="cs-CZ" err="1">
                <a:solidFill>
                  <a:schemeClr val="tx1"/>
                </a:solidFill>
                <a:ea typeface="+mn-lt"/>
                <a:cs typeface="+mn-lt"/>
              </a:rPr>
              <a:t>Draw</a:t>
            </a:r>
            <a:r>
              <a:rPr lang="cs-CZ" dirty="0">
                <a:solidFill>
                  <a:schemeClr val="tx1"/>
                </a:solidFill>
                <a:ea typeface="+mn-lt"/>
                <a:cs typeface="+mn-lt"/>
              </a:rPr>
              <a:t>)</a:t>
            </a:r>
            <a:endParaRPr lang="cs-CZ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cs-CZ" dirty="0">
                <a:solidFill>
                  <a:schemeClr val="tx1"/>
                </a:solidFill>
                <a:ea typeface="+mn-lt"/>
                <a:cs typeface="+mn-lt"/>
              </a:rPr>
              <a:t>ZMF (</a:t>
            </a:r>
            <a:r>
              <a:rPr lang="cs-CZ" err="1">
                <a:solidFill>
                  <a:schemeClr val="tx1"/>
                </a:solidFill>
                <a:ea typeface="+mn-lt"/>
                <a:cs typeface="+mn-lt"/>
              </a:rPr>
              <a:t>Zoner</a:t>
            </a:r>
            <a:r>
              <a:rPr lang="cs-CZ" dirty="0">
                <a:solidFill>
                  <a:schemeClr val="tx1"/>
                </a:solidFill>
                <a:ea typeface="+mn-lt"/>
                <a:cs typeface="+mn-lt"/>
              </a:rPr>
              <a:t> Media </a:t>
            </a:r>
            <a:r>
              <a:rPr lang="cs-CZ" err="1">
                <a:solidFill>
                  <a:schemeClr val="tx1"/>
                </a:solidFill>
                <a:ea typeface="+mn-lt"/>
                <a:cs typeface="+mn-lt"/>
              </a:rPr>
              <a:t>Files</a:t>
            </a:r>
            <a:r>
              <a:rPr lang="cs-CZ" dirty="0">
                <a:solidFill>
                  <a:schemeClr val="tx1"/>
                </a:solidFill>
                <a:ea typeface="+mn-lt"/>
                <a:cs typeface="+mn-lt"/>
              </a:rPr>
              <a:t>)</a:t>
            </a:r>
            <a:endParaRPr lang="cs-CZ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cs-CZ" sz="1400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cs-CZ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446B425-39F7-DA0C-CB75-48658F7EFB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cs-CZ" dirty="0">
                <a:solidFill>
                  <a:schemeClr val="tx1"/>
                </a:solidFill>
                <a:ea typeface="Calibri"/>
                <a:cs typeface="Calibri"/>
              </a:rPr>
              <a:t> </a:t>
            </a:r>
            <a:r>
              <a:rPr lang="cs-CZ" b="1" dirty="0">
                <a:solidFill>
                  <a:schemeClr val="tx1"/>
                </a:solidFill>
                <a:ea typeface="Calibri"/>
                <a:cs typeface="Calibri"/>
              </a:rPr>
              <a:t>Vhodné pro přenos:</a:t>
            </a:r>
            <a:endParaRPr lang="cs-CZ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cs-CZ" dirty="0">
                <a:solidFill>
                  <a:schemeClr val="tx1"/>
                </a:solidFill>
                <a:ea typeface="Calibri"/>
                <a:cs typeface="Calibri"/>
              </a:rPr>
              <a:t>SVG (</a:t>
            </a:r>
            <a:r>
              <a:rPr lang="cs-CZ" err="1">
                <a:solidFill>
                  <a:schemeClr val="tx1"/>
                </a:solidFill>
                <a:ea typeface="Calibri"/>
                <a:cs typeface="Calibri"/>
              </a:rPr>
              <a:t>Scalable</a:t>
            </a:r>
            <a:r>
              <a:rPr lang="cs-CZ" dirty="0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lang="cs-CZ" err="1">
                <a:solidFill>
                  <a:schemeClr val="tx1"/>
                </a:solidFill>
                <a:ea typeface="Calibri"/>
                <a:cs typeface="Calibri"/>
              </a:rPr>
              <a:t>Vector</a:t>
            </a:r>
            <a:r>
              <a:rPr lang="cs-CZ" dirty="0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lang="cs-CZ" err="1">
                <a:solidFill>
                  <a:schemeClr val="tx1"/>
                </a:solidFill>
                <a:ea typeface="Calibri"/>
                <a:cs typeface="Calibri"/>
              </a:rPr>
              <a:t>Graphics</a:t>
            </a:r>
            <a:r>
              <a:rPr lang="cs-CZ" dirty="0">
                <a:solidFill>
                  <a:schemeClr val="tx1"/>
                </a:solidFill>
                <a:ea typeface="Calibri"/>
                <a:cs typeface="Calibri"/>
              </a:rPr>
              <a:t>)</a:t>
            </a:r>
          </a:p>
          <a:p>
            <a:r>
              <a:rPr lang="cs-CZ" dirty="0">
                <a:solidFill>
                  <a:schemeClr val="tx1"/>
                </a:solidFill>
                <a:ea typeface="Calibri"/>
                <a:cs typeface="Calibri"/>
              </a:rPr>
              <a:t>EPS (</a:t>
            </a:r>
            <a:r>
              <a:rPr lang="cs-CZ" err="1">
                <a:solidFill>
                  <a:schemeClr val="tx1"/>
                </a:solidFill>
                <a:ea typeface="Calibri"/>
                <a:cs typeface="Calibri"/>
              </a:rPr>
              <a:t>Encapsulated</a:t>
            </a:r>
            <a:r>
              <a:rPr lang="cs-CZ" dirty="0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lang="cs-CZ" err="1">
                <a:solidFill>
                  <a:schemeClr val="tx1"/>
                </a:solidFill>
                <a:ea typeface="Calibri"/>
                <a:cs typeface="Calibri"/>
              </a:rPr>
              <a:t>PostScript</a:t>
            </a:r>
            <a:r>
              <a:rPr lang="cs-CZ" dirty="0">
                <a:solidFill>
                  <a:schemeClr val="tx1"/>
                </a:solidFill>
                <a:ea typeface="Calibri"/>
                <a:cs typeface="Calibri"/>
              </a:rPr>
              <a:t>)</a:t>
            </a:r>
          </a:p>
          <a:p>
            <a:r>
              <a:rPr lang="cs-CZ" dirty="0">
                <a:solidFill>
                  <a:schemeClr val="tx1"/>
                </a:solidFill>
                <a:ea typeface="Calibri"/>
                <a:cs typeface="Calibri"/>
              </a:rPr>
              <a:t>PDF (Portable </a:t>
            </a:r>
            <a:r>
              <a:rPr lang="cs-CZ" dirty="0" err="1">
                <a:solidFill>
                  <a:schemeClr val="tx1"/>
                </a:solidFill>
                <a:ea typeface="Calibri"/>
                <a:cs typeface="Calibri"/>
              </a:rPr>
              <a:t>Document</a:t>
            </a:r>
            <a:r>
              <a:rPr lang="cs-CZ" dirty="0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lang="cs-CZ" dirty="0" err="1">
                <a:solidFill>
                  <a:schemeClr val="tx1"/>
                </a:solidFill>
                <a:ea typeface="Calibri"/>
                <a:cs typeface="Calibri"/>
              </a:rPr>
              <a:t>Format</a:t>
            </a:r>
            <a:r>
              <a:rPr lang="cs-CZ" dirty="0">
                <a:solidFill>
                  <a:schemeClr val="tx1"/>
                </a:solidFill>
                <a:ea typeface="Calibri"/>
                <a:cs typeface="Calibri"/>
              </a:rPr>
              <a:t>)</a:t>
            </a:r>
          </a:p>
          <a:p>
            <a:endParaRPr lang="cs-CZ" sz="14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cs-CZ" dirty="0">
              <a:ea typeface="Calibri"/>
              <a:cs typeface="Calibri"/>
            </a:endParaRPr>
          </a:p>
        </p:txBody>
      </p:sp>
      <p:pic>
        <p:nvPicPr>
          <p:cNvPr id="5" name="Obrázek 4" descr="Pdf Icon PNG, Vector, PSD, and Clipart With Transparent ...">
            <a:extLst>
              <a:ext uri="{FF2B5EF4-FFF2-40B4-BE49-F238E27FC236}">
                <a16:creationId xmlns:a16="http://schemas.microsoft.com/office/drawing/2014/main" id="{71C16482-CCD4-3AA7-49CF-F1988D09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510" y="3955364"/>
            <a:ext cx="1056992" cy="1085424"/>
          </a:xfrm>
          <a:prstGeom prst="rect">
            <a:avLst/>
          </a:prstGeom>
        </p:spPr>
      </p:pic>
      <p:pic>
        <p:nvPicPr>
          <p:cNvPr id="6" name="Obrázek 5" descr="File:Adobe Illustrator CC icon.svg - Wikimedia Commons">
            <a:extLst>
              <a:ext uri="{FF2B5EF4-FFF2-40B4-BE49-F238E27FC236}">
                <a16:creationId xmlns:a16="http://schemas.microsoft.com/office/drawing/2014/main" id="{B018A768-9B8D-B3E5-A5D2-E20D194AC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019" y="3955364"/>
            <a:ext cx="1085424" cy="1079737"/>
          </a:xfrm>
          <a:prstGeom prst="rect">
            <a:avLst/>
          </a:prstGeom>
        </p:spPr>
      </p:pic>
      <p:pic>
        <p:nvPicPr>
          <p:cNvPr id="7" name="Obrázek 6" descr="Coreldraw Logo PNG Vectors Free Download">
            <a:extLst>
              <a:ext uri="{FF2B5EF4-FFF2-40B4-BE49-F238E27FC236}">
                <a16:creationId xmlns:a16="http://schemas.microsoft.com/office/drawing/2014/main" id="{D5DA9FE3-1B28-4B54-00A4-8A585A29E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713" y="3956714"/>
            <a:ext cx="1111157" cy="1077037"/>
          </a:xfrm>
          <a:prstGeom prst="rect">
            <a:avLst/>
          </a:prstGeom>
        </p:spPr>
      </p:pic>
      <p:pic>
        <p:nvPicPr>
          <p:cNvPr id="8" name="Obrázek 7" descr="SVG file format variant - Free interface icons">
            <a:extLst>
              <a:ext uri="{FF2B5EF4-FFF2-40B4-BE49-F238E27FC236}">
                <a16:creationId xmlns:a16="http://schemas.microsoft.com/office/drawing/2014/main" id="{ABEA701A-2713-CA19-AA4D-6CA34E7CF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0" y="4055944"/>
            <a:ext cx="867203" cy="87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984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cec7e99e499b1a399f5002d8f5cf0989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7040e20160986dd2b45602a8e4e840ef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F52871-FF00-4D4A-8396-DA8C6A507140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09a37b55-a4d7-45bd-a73f-33c2b1d41898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53AAF3-5B8E-4E9B-8179-BBF9A29C371D}"/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235</Words>
  <Application>Microsoft Office PowerPoint</Application>
  <PresentationFormat>Širokoúhlá obrazovka</PresentationFormat>
  <Paragraphs>54</Paragraphs>
  <Slides>6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7" baseType="lpstr">
      <vt:lpstr>Retrospect</vt:lpstr>
      <vt:lpstr>Bitmapová a vektorová grafika</vt:lpstr>
      <vt:lpstr>Digitální grafika</vt:lpstr>
      <vt:lpstr>Bitmapová (rastrová) grafika</vt:lpstr>
      <vt:lpstr>Bitmapové formáty, komprese</vt:lpstr>
      <vt:lpstr>Vektorová</vt:lpstr>
      <vt:lpstr>Vektorové formáty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</dc:title>
  <dc:creator>Sládeček David</dc:creator>
  <cp:lastModifiedBy>Sládeček David</cp:lastModifiedBy>
  <cp:revision>630</cp:revision>
  <dcterms:created xsi:type="dcterms:W3CDTF">2025-10-12T16:48:06Z</dcterms:created>
  <dcterms:modified xsi:type="dcterms:W3CDTF">2025-12-11T12:10:56Z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</Properties>
</file>