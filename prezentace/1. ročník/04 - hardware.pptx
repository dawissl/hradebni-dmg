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CE8443-6695-4198-A7CA-A4004412CCE5}" v="217" dt="2025-11-02T08:01:58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11A3271D-E74D-4319-9E1D-44BB654A8D71}"/>
    <pc:docChg chg="addSld delSld modSld">
      <pc:chgData name="Sládeček David" userId="S::sladecek@hradebni.cz::474d93f0-3a32-49cc-b837-47806091b590" providerId="AD" clId="Web-{11A3271D-E74D-4319-9E1D-44BB654A8D71}" dt="2025-10-21T18:36:33.617" v="1247"/>
      <pc:docMkLst>
        <pc:docMk/>
      </pc:docMkLst>
      <pc:sldChg chg="addSp delSp modSp mod setBg">
        <pc:chgData name="Sládeček David" userId="S::sladecek@hradebni.cz::474d93f0-3a32-49cc-b837-47806091b590" providerId="AD" clId="Web-{11A3271D-E74D-4319-9E1D-44BB654A8D71}" dt="2025-10-21T17:53:29.837" v="111" actId="20577"/>
        <pc:sldMkLst>
          <pc:docMk/>
          <pc:sldMk cId="1736941475" sldId="261"/>
        </pc:sldMkLst>
        <pc:spChg chg="mod">
          <ac:chgData name="Sládeček David" userId="S::sladecek@hradebni.cz::474d93f0-3a32-49cc-b837-47806091b590" providerId="AD" clId="Web-{11A3271D-E74D-4319-9E1D-44BB654A8D71}" dt="2025-10-21T17:53:02.602" v="105"/>
          <ac:spMkLst>
            <pc:docMk/>
            <pc:sldMk cId="1736941475" sldId="261"/>
            <ac:spMk id="2" creationId="{1BFC3ECA-D68E-BF0A-016F-447DD6E6A3A1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7:53:29.837" v="111" actId="20577"/>
          <ac:spMkLst>
            <pc:docMk/>
            <pc:sldMk cId="1736941475" sldId="261"/>
            <ac:spMk id="3" creationId="{EF0D0543-0F6A-9045-72F2-F68A837BEA9E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7:53:02.602" v="105"/>
          <ac:picMkLst>
            <pc:docMk/>
            <pc:sldMk cId="1736941475" sldId="261"/>
            <ac:picMk id="4" creationId="{31797625-8E33-D643-FF29-75BA201B73E4}"/>
          </ac:picMkLst>
        </pc:picChg>
      </pc:sldChg>
      <pc:sldChg chg="addSp delSp modSp mod setBg">
        <pc:chgData name="Sládeček David" userId="S::sladecek@hradebni.cz::474d93f0-3a32-49cc-b837-47806091b590" providerId="AD" clId="Web-{11A3271D-E74D-4319-9E1D-44BB654A8D71}" dt="2025-10-21T17:57:04.295" v="160" actId="20577"/>
        <pc:sldMkLst>
          <pc:docMk/>
          <pc:sldMk cId="3301259840" sldId="262"/>
        </pc:sldMkLst>
        <pc:spChg chg="mod">
          <ac:chgData name="Sládeček David" userId="S::sladecek@hradebni.cz::474d93f0-3a32-49cc-b837-47806091b590" providerId="AD" clId="Web-{11A3271D-E74D-4319-9E1D-44BB654A8D71}" dt="2025-10-21T17:53:37.603" v="113" actId="20577"/>
          <ac:spMkLst>
            <pc:docMk/>
            <pc:sldMk cId="3301259840" sldId="262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3" creationId="{00000000-0000-0000-0000-000000000000}"/>
          </ac:spMkLst>
        </pc:spChg>
        <pc:spChg chg="add mod">
          <ac:chgData name="Sládeček David" userId="S::sladecek@hradebni.cz::474d93f0-3a32-49cc-b837-47806091b590" providerId="AD" clId="Web-{11A3271D-E74D-4319-9E1D-44BB654A8D71}" dt="2025-10-21T17:57:04.295" v="160" actId="20577"/>
          <ac:spMkLst>
            <pc:docMk/>
            <pc:sldMk cId="3301259840" sldId="262"/>
            <ac:spMk id="6" creationId="{22921305-BDCB-98B4-4EC3-CB77A9FE0B5F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0" creationId="{284B70D5-875B-433D-BDBD-1522A85D6C1D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4" creationId="{1E299956-A9E7-4FC1-A0B1-D590CA9730E8}"/>
          </ac:spMkLst>
        </pc:spChg>
        <pc:spChg chg="add">
          <ac:chgData name="Sládeček David" userId="S::sladecek@hradebni.cz::474d93f0-3a32-49cc-b837-47806091b590" providerId="AD" clId="Web-{11A3271D-E74D-4319-9E1D-44BB654A8D71}" dt="2025-10-21T17:53:33.759" v="112"/>
          <ac:spMkLst>
            <pc:docMk/>
            <pc:sldMk cId="3301259840" sldId="262"/>
            <ac:spMk id="16" creationId="{17FC539C-B783-4B03-9F9E-D13430F3F64F}"/>
          </ac:spMkLst>
        </pc:spChg>
        <pc:picChg chg="mod">
          <ac:chgData name="Sládeček David" userId="S::sladecek@hradebni.cz::474d93f0-3a32-49cc-b837-47806091b590" providerId="AD" clId="Web-{11A3271D-E74D-4319-9E1D-44BB654A8D71}" dt="2025-10-21T17:53:33.759" v="112"/>
          <ac:picMkLst>
            <pc:docMk/>
            <pc:sldMk cId="3301259840" sldId="262"/>
            <ac:picMk id="5" creationId="{00000000-0000-0000-0000-000000000000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7:53:33.759" v="112"/>
          <ac:cxnSpMkLst>
            <pc:docMk/>
            <pc:sldMk cId="3301259840" sldId="262"/>
            <ac:cxnSpMk id="12" creationId="{C947DF4A-614C-4B4C-8B80-E5B9D8E8CFED}"/>
          </ac:cxnSpMkLst>
        </pc:cxnChg>
      </pc:sldChg>
      <pc:sldChg chg="addSp delSp modSp mod setBg">
        <pc:chgData name="Sládeček David" userId="S::sladecek@hradebni.cz::474d93f0-3a32-49cc-b837-47806091b590" providerId="AD" clId="Web-{11A3271D-E74D-4319-9E1D-44BB654A8D71}" dt="2025-10-21T18:05:57.483" v="300"/>
        <pc:sldMkLst>
          <pc:docMk/>
          <pc:sldMk cId="3354684545" sldId="263"/>
        </pc:sldMkLst>
        <pc:spChg chg="mo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" creationId="{00000000-0000-0000-0000-000000000000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3" creationId="{52ABB703-2B0E-4C3B-B4A2-F3973548E561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7" creationId="{E95DA498-D9A2-4DA9-B9DA-B3776E08CF7E}"/>
          </ac:spMkLst>
        </pc:spChg>
        <pc:spChg chg="add">
          <ac:chgData name="Sládeček David" userId="S::sladecek@hradebni.cz::474d93f0-3a32-49cc-b837-47806091b590" providerId="AD" clId="Web-{11A3271D-E74D-4319-9E1D-44BB654A8D71}" dt="2025-10-21T18:05:57.483" v="300"/>
          <ac:spMkLst>
            <pc:docMk/>
            <pc:sldMk cId="3354684545" sldId="263"/>
            <ac:spMk id="39" creationId="{82A73093-4B9D-420D-B17E-52293703A1D4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05:57.483" v="300"/>
          <ac:picMkLst>
            <pc:docMk/>
            <pc:sldMk cId="3354684545" sldId="263"/>
            <ac:picMk id="19" creationId="{69795C2B-B7FF-4CF6-BA9A-443E463DBB42}"/>
          </ac:picMkLst>
        </pc:picChg>
      </pc:sldChg>
      <pc:sldChg chg="addSp modSp new mod setBg">
        <pc:chgData name="Sládeček David" userId="S::sladecek@hradebni.cz::474d93f0-3a32-49cc-b837-47806091b590" providerId="AD" clId="Web-{11A3271D-E74D-4319-9E1D-44BB654A8D71}" dt="2025-10-21T18:11:07.601" v="508" actId="20577"/>
        <pc:sldMkLst>
          <pc:docMk/>
          <pc:sldMk cId="1719289132" sldId="264"/>
        </pc:sldMkLst>
        <pc:spChg chg="mo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2" creationId="{9D86A2A1-F745-5496-D760-681FF1304D75}"/>
          </ac:spMkLst>
        </pc:spChg>
        <pc:spChg chg="mod">
          <ac:chgData name="Sládeček David" userId="S::sladecek@hradebni.cz::474d93f0-3a32-49cc-b837-47806091b590" providerId="AD" clId="Web-{11A3271D-E74D-4319-9E1D-44BB654A8D71}" dt="2025-10-21T18:11:07.601" v="508" actId="20577"/>
          <ac:spMkLst>
            <pc:docMk/>
            <pc:sldMk cId="1719289132" sldId="264"/>
            <ac:spMk id="3" creationId="{57B09D1D-4BC9-B4FA-00FC-C659C82BF87E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1:00.179" v="506"/>
          <ac:spMkLst>
            <pc:docMk/>
            <pc:sldMk cId="1719289132" sldId="264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11A3271D-E74D-4319-9E1D-44BB654A8D71}" dt="2025-10-21T18:11:00.179" v="506"/>
          <ac:picMkLst>
            <pc:docMk/>
            <pc:sldMk cId="1719289132" sldId="264"/>
            <ac:picMk id="5" creationId="{BFC27C09-A18E-E44F-2C54-1F9093B795EF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8:11:00.179" v="506"/>
          <ac:cxnSpMkLst>
            <pc:docMk/>
            <pc:sldMk cId="1719289132" sldId="264"/>
            <ac:cxnSpMk id="13" creationId="{5AB158E9-1B40-4CD6-95F0-95CA11DF7B7A}"/>
          </ac:cxnSpMkLst>
        </pc:cxnChg>
      </pc:sldChg>
      <pc:sldChg chg="addSp delSp modSp new mod setBg modNotes">
        <pc:chgData name="Sládeček David" userId="S::sladecek@hradebni.cz::474d93f0-3a32-49cc-b837-47806091b590" providerId="AD" clId="Web-{11A3271D-E74D-4319-9E1D-44BB654A8D71}" dt="2025-10-21T18:22:52.796" v="884"/>
        <pc:sldMkLst>
          <pc:docMk/>
          <pc:sldMk cId="1071550909" sldId="265"/>
        </pc:sldMkLst>
        <pc:spChg chg="mod">
          <ac:chgData name="Sládeček David" userId="S::sladecek@hradebni.cz::474d93f0-3a32-49cc-b837-47806091b590" providerId="AD" clId="Web-{11A3271D-E74D-4319-9E1D-44BB654A8D71}" dt="2025-10-21T18:18:40.059" v="820"/>
          <ac:spMkLst>
            <pc:docMk/>
            <pc:sldMk cId="1071550909" sldId="265"/>
            <ac:spMk id="2" creationId="{F63AC73F-3809-B363-051E-31BF4A6B0AAC}"/>
          </ac:spMkLst>
        </pc:spChg>
        <pc:spChg chg="mo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" creationId="{2A8451D5-1EB9-603B-37E3-AAA85D014715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1" creationId="{C33BF9DD-8A45-4EEE-B231-0A14D322E5F9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5" creationId="{D5FBCAC9-BD8B-4F3B-AD74-EF37D4211349}"/>
          </ac:spMkLst>
        </pc:spChg>
        <pc:spChg chg="add">
          <ac:chgData name="Sládeček David" userId="S::sladecek@hradebni.cz::474d93f0-3a32-49cc-b837-47806091b590" providerId="AD" clId="Web-{11A3271D-E74D-4319-9E1D-44BB654A8D71}" dt="2025-10-21T18:19:25.840" v="841"/>
          <ac:spMkLst>
            <pc:docMk/>
            <pc:sldMk cId="1071550909" sldId="265"/>
            <ac:spMk id="37" creationId="{9556C5A8-AD7E-4CE7-87BE-9EA3B5E1786F}"/>
          </ac:spMkLst>
        </pc:spChg>
        <pc:graphicFrameChg chg="add mod modGraphic">
          <ac:chgData name="Sládeček David" userId="S::sladecek@hradebni.cz::474d93f0-3a32-49cc-b837-47806091b590" providerId="AD" clId="Web-{11A3271D-E74D-4319-9E1D-44BB654A8D71}" dt="2025-10-21T18:19:25.840" v="841"/>
          <ac:graphicFrameMkLst>
            <pc:docMk/>
            <pc:sldMk cId="1071550909" sldId="265"/>
            <ac:graphicFrameMk id="4" creationId="{2D07ABC3-BC58-4D8E-738E-8D7653E666D4}"/>
          </ac:graphicFrameMkLst>
        </pc:graphicFrameChg>
        <pc:cxnChg chg="add">
          <ac:chgData name="Sládeček David" userId="S::sladecek@hradebni.cz::474d93f0-3a32-49cc-b837-47806091b590" providerId="AD" clId="Web-{11A3271D-E74D-4319-9E1D-44BB654A8D71}" dt="2025-10-21T18:19:25.840" v="841"/>
          <ac:cxnSpMkLst>
            <pc:docMk/>
            <pc:sldMk cId="1071550909" sldId="265"/>
            <ac:cxnSpMk id="33" creationId="{9020DCC9-F851-4562-BB20-1AB3C51BFD08}"/>
          </ac:cxnSpMkLst>
        </pc:cxnChg>
      </pc:sldChg>
      <pc:sldChg chg="addSp modSp new mod setBg">
        <pc:chgData name="Sládeček David" userId="S::sladecek@hradebni.cz::474d93f0-3a32-49cc-b837-47806091b590" providerId="AD" clId="Web-{11A3271D-E74D-4319-9E1D-44BB654A8D71}" dt="2025-10-21T18:31:37.501" v="1220"/>
        <pc:sldMkLst>
          <pc:docMk/>
          <pc:sldMk cId="4190888127" sldId="266"/>
        </pc:sldMkLst>
        <pc:spChg chg="mod">
          <ac:chgData name="Sládeček David" userId="S::sladecek@hradebni.cz::474d93f0-3a32-49cc-b837-47806091b590" providerId="AD" clId="Web-{11A3271D-E74D-4319-9E1D-44BB654A8D71}" dt="2025-10-21T18:31:37.501" v="1220"/>
          <ac:spMkLst>
            <pc:docMk/>
            <pc:sldMk cId="4190888127" sldId="266"/>
            <ac:spMk id="2" creationId="{55244C98-F826-73C3-5720-6F956C6C68BE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31:37.501" v="1220"/>
          <ac:spMkLst>
            <pc:docMk/>
            <pc:sldMk cId="4190888127" sldId="266"/>
            <ac:spMk id="3" creationId="{D0340D77-A149-F53E-5CB3-54AE85E26C10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31:37.501" v="1220"/>
          <ac:picMkLst>
            <pc:docMk/>
            <pc:sldMk cId="4190888127" sldId="266"/>
            <ac:picMk id="4" creationId="{20ABC415-E9DA-FC42-6292-1169D58DF375}"/>
          </ac:picMkLst>
        </pc:picChg>
      </pc:sldChg>
      <pc:sldChg chg="addSp modSp new mod setBg">
        <pc:chgData name="Sládeček David" userId="S::sladecek@hradebni.cz::474d93f0-3a32-49cc-b837-47806091b590" providerId="AD" clId="Web-{11A3271D-E74D-4319-9E1D-44BB654A8D71}" dt="2025-10-21T18:36:33.617" v="1247"/>
        <pc:sldMkLst>
          <pc:docMk/>
          <pc:sldMk cId="1860899900" sldId="267"/>
        </pc:sldMkLst>
        <pc:spChg chg="mo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2" creationId="{3C863C8B-AAC7-4916-2917-D20A12716914}"/>
          </ac:spMkLst>
        </pc:spChg>
        <pc:spChg chg="mod or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3" creationId="{585F7D7C-A384-F836-CFE1-45321FFEFECA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9" creationId="{284B70D5-875B-433D-BDBD-1522A85D6C1D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13" creationId="{1E299956-A9E7-4FC1-A0B1-D590CA9730E8}"/>
          </ac:spMkLst>
        </pc:spChg>
        <pc:spChg chg="add">
          <ac:chgData name="Sládeček David" userId="S::sladecek@hradebni.cz::474d93f0-3a32-49cc-b837-47806091b590" providerId="AD" clId="Web-{11A3271D-E74D-4319-9E1D-44BB654A8D71}" dt="2025-10-21T18:36:33.617" v="1247"/>
          <ac:spMkLst>
            <pc:docMk/>
            <pc:sldMk cId="1860899900" sldId="267"/>
            <ac:spMk id="15" creationId="{17FC539C-B783-4B03-9F9E-D13430F3F64F}"/>
          </ac:spMkLst>
        </pc:spChg>
        <pc:picChg chg="add mod">
          <ac:chgData name="Sládeček David" userId="S::sladecek@hradebni.cz::474d93f0-3a32-49cc-b837-47806091b590" providerId="AD" clId="Web-{11A3271D-E74D-4319-9E1D-44BB654A8D71}" dt="2025-10-21T18:36:33.617" v="1247"/>
          <ac:picMkLst>
            <pc:docMk/>
            <pc:sldMk cId="1860899900" sldId="267"/>
            <ac:picMk id="4" creationId="{ECB2CA6C-BF7C-65B6-0A9F-694346727D7F}"/>
          </ac:picMkLst>
        </pc:picChg>
        <pc:cxnChg chg="add">
          <ac:chgData name="Sládeček David" userId="S::sladecek@hradebni.cz::474d93f0-3a32-49cc-b837-47806091b590" providerId="AD" clId="Web-{11A3271D-E74D-4319-9E1D-44BB654A8D71}" dt="2025-10-21T18:36:33.617" v="1247"/>
          <ac:cxnSpMkLst>
            <pc:docMk/>
            <pc:sldMk cId="1860899900" sldId="267"/>
            <ac:cxnSpMk id="11" creationId="{C947DF4A-614C-4B4C-8B80-E5B9D8E8CFED}"/>
          </ac:cxnSpMkLst>
        </pc:cxnChg>
      </pc:sldChg>
    </pc:docChg>
  </pc:docChgLst>
  <pc:docChgLst>
    <pc:chgData name="Sládeček David" userId="S::sladecek@hradebni.cz::474d93f0-3a32-49cc-b837-47806091b590" providerId="AD" clId="Web-{2BCE8443-6695-4198-A7CA-A4004412CCE5}"/>
    <pc:docChg chg="addSld modSld">
      <pc:chgData name="Sládeček David" userId="S::sladecek@hradebni.cz::474d93f0-3a32-49cc-b837-47806091b590" providerId="AD" clId="Web-{2BCE8443-6695-4198-A7CA-A4004412CCE5}" dt="2025-11-02T08:01:58.956" v="216" actId="20577"/>
      <pc:docMkLst>
        <pc:docMk/>
      </pc:docMkLst>
      <pc:sldChg chg="modNotes">
        <pc:chgData name="Sládeček David" userId="S::sladecek@hradebni.cz::474d93f0-3a32-49cc-b837-47806091b590" providerId="AD" clId="Web-{2BCE8443-6695-4198-A7CA-A4004412CCE5}" dt="2025-11-02T07:52:43.899" v="2"/>
        <pc:sldMkLst>
          <pc:docMk/>
          <pc:sldMk cId="1719289132" sldId="264"/>
        </pc:sldMkLst>
      </pc:sldChg>
      <pc:sldChg chg="addSp delSp modSp new mod setBg">
        <pc:chgData name="Sládeček David" userId="S::sladecek@hradebni.cz::474d93f0-3a32-49cc-b837-47806091b590" providerId="AD" clId="Web-{2BCE8443-6695-4198-A7CA-A4004412CCE5}" dt="2025-11-02T08:01:58.956" v="216" actId="20577"/>
        <pc:sldMkLst>
          <pc:docMk/>
          <pc:sldMk cId="714891676" sldId="268"/>
        </pc:sldMkLst>
        <pc:spChg chg="mod">
          <ac:chgData name="Sládeček David" userId="S::sladecek@hradebni.cz::474d93f0-3a32-49cc-b837-47806091b590" providerId="AD" clId="Web-{2BCE8443-6695-4198-A7CA-A4004412CCE5}" dt="2025-11-02T08:01:46.564" v="215"/>
          <ac:spMkLst>
            <pc:docMk/>
            <pc:sldMk cId="714891676" sldId="268"/>
            <ac:spMk id="2" creationId="{0C0C02E3-A5B8-9664-0D05-D6BCD07491CA}"/>
          </ac:spMkLst>
        </pc:spChg>
        <pc:spChg chg="mod">
          <ac:chgData name="Sládeček David" userId="S::sladecek@hradebni.cz::474d93f0-3a32-49cc-b837-47806091b590" providerId="AD" clId="Web-{2BCE8443-6695-4198-A7CA-A4004412CCE5}" dt="2025-11-02T08:01:58.956" v="216" actId="20577"/>
          <ac:spMkLst>
            <pc:docMk/>
            <pc:sldMk cId="714891676" sldId="268"/>
            <ac:spMk id="3" creationId="{8C9B84A0-255D-C885-F0DC-265B42741C9A}"/>
          </ac:spMkLst>
        </pc:spChg>
        <pc:picChg chg="add del">
          <ac:chgData name="Sládeček David" userId="S::sladecek@hradebni.cz::474d93f0-3a32-49cc-b837-47806091b590" providerId="AD" clId="Web-{2BCE8443-6695-4198-A7CA-A4004412CCE5}" dt="2025-11-02T08:01:46.564" v="215"/>
          <ac:picMkLst>
            <pc:docMk/>
            <pc:sldMk cId="714891676" sldId="268"/>
            <ac:picMk id="7" creationId="{93DEEB1A-69B8-1524-3839-5CA6A95EE73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02.11.2025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Zařízení by nebylo spustitelné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5426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256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8416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1 073 741 824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09558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Telefony</a:t>
            </a:r>
            <a:r>
              <a:rPr lang="en-US" dirty="0"/>
              <a:t> </a:t>
            </a:r>
            <a:r>
              <a:rPr lang="en-US" err="1"/>
              <a:t>potřebují</a:t>
            </a:r>
            <a:r>
              <a:rPr lang="en-US" dirty="0"/>
              <a:t> </a:t>
            </a:r>
            <a:r>
              <a:rPr lang="en-US" err="1"/>
              <a:t>úspornost</a:t>
            </a:r>
            <a:r>
              <a:rPr lang="en-US" dirty="0"/>
              <a:t> (RISC), PC </a:t>
            </a:r>
            <a:r>
              <a:rPr lang="en-US" err="1"/>
              <a:t>výkon</a:t>
            </a:r>
            <a:r>
              <a:rPr lang="en-US" dirty="0"/>
              <a:t> a </a:t>
            </a:r>
            <a:r>
              <a:rPr lang="en-US" err="1"/>
              <a:t>kompatibilitu</a:t>
            </a:r>
            <a:r>
              <a:rPr lang="en-US" dirty="0"/>
              <a:t> (CISC).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35033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Ukázat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převody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mezi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jednotkami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7198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640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454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35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49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5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73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8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6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3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322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11/2/2025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9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Hardware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7F82259-6DC6-40BE-84AB-3D4BDA537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394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5CB8C19-DF2F-E216-3FBC-C3100398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24" y="634946"/>
            <a:ext cx="4821283" cy="1450757"/>
          </a:xfrm>
        </p:spPr>
        <p:txBody>
          <a:bodyPr>
            <a:normAutofit/>
          </a:bodyPr>
          <a:lstStyle/>
          <a:p>
            <a:r>
              <a:rPr lang="cs-CZ" dirty="0"/>
              <a:t>Co všechno je počítač?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8969DA3-1975-44C7-B7ED-053710F94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25071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7119BF-F28B-7CDD-5EE0-09176EBDB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624" y="2198914"/>
            <a:ext cx="4821283" cy="3670180"/>
          </a:xfrm>
        </p:spPr>
        <p:txBody>
          <a:bodyPr>
            <a:normAutofit/>
          </a:bodyPr>
          <a:lstStyle/>
          <a:p>
            <a:r>
              <a:rPr lang="cs-CZ" dirty="0"/>
              <a:t>Počítač není jen stolní PC nebo notebook</a:t>
            </a:r>
          </a:p>
          <a:p>
            <a:pPr lvl="1"/>
            <a:r>
              <a:rPr lang="cs-CZ" dirty="0"/>
              <a:t>Mobil, tablet, chytré hodinky</a:t>
            </a:r>
          </a:p>
          <a:p>
            <a:pPr lvl="1"/>
            <a:r>
              <a:rPr lang="cs-CZ" dirty="0"/>
              <a:t>Auto, televize, router</a:t>
            </a:r>
          </a:p>
          <a:p>
            <a:pPr lvl="1"/>
            <a:r>
              <a:rPr lang="cs-CZ" dirty="0"/>
              <a:t>Pračka nebo lednička má procesor</a:t>
            </a:r>
          </a:p>
          <a:p>
            <a:pPr lvl="1"/>
            <a:endParaRPr lang="cs-CZ" dirty="0"/>
          </a:p>
          <a:p>
            <a:pPr lvl="1"/>
            <a:endParaRPr lang="cs-CZ" dirty="0"/>
          </a:p>
          <a:p>
            <a:pPr marL="201168" lvl="1" indent="0">
              <a:buNone/>
            </a:pPr>
            <a:r>
              <a:rPr lang="cs-CZ" i="1" dirty="0"/>
              <a:t>Který hardware by nefungoval bez software?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490A1A-AA28-463A-AA3C-C84B88ED5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691672"/>
            <a:ext cx="2636076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2C59442-7D94-1184-8190-38630C88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30" y="1067550"/>
            <a:ext cx="2305160" cy="172887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CBAC0BF-B249-46F8-B6CE-50488DCA1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691673"/>
            <a:ext cx="2644595" cy="2451078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97D1DEA5-BFB6-B2FB-518F-8FC3AFF6C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5630" y="872500"/>
            <a:ext cx="2149705" cy="2155094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83DEAAD-C42F-417F-96C1-36AC52AA5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4358" y="3345545"/>
            <a:ext cx="2631017" cy="2481832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2297A0B5-0835-A77A-CC58-5992AC8DA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30" y="3610685"/>
            <a:ext cx="2309420" cy="1963515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9259C9E-EB60-4136-BFB3-C6AA8EABC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8185" y="3336707"/>
            <a:ext cx="2644595" cy="2490670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95DA4ACB-B140-A9E8-7782-034575C7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0532" y="3987070"/>
            <a:ext cx="2331368" cy="1229796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C44B207C-AE62-4FA8-B469-5E0EDADF8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1354F6-7F92-40AE-A769-AC17DBD95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13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01277A2-3BFC-C294-A336-DDC05A11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/>
              <a:t>Hardware, software, firmware</a:t>
            </a:r>
          </a:p>
        </p:txBody>
      </p:sp>
      <p:pic>
        <p:nvPicPr>
          <p:cNvPr id="5" name="Picture 4" descr="Počítačové součásti">
            <a:extLst>
              <a:ext uri="{FF2B5EF4-FFF2-40B4-BE49-F238E27FC236}">
                <a16:creationId xmlns:a16="http://schemas.microsoft.com/office/drawing/2014/main" id="{5A95DF15-F28E-2D1B-E456-C339E2D0AB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626" r="19116" b="-1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C9C7846-604A-A62C-4BDC-79BA80B6D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>
            <a:normAutofit/>
          </a:bodyPr>
          <a:lstStyle/>
          <a:p>
            <a:r>
              <a:rPr lang="cs-CZ" b="1" dirty="0"/>
              <a:t>Hardware</a:t>
            </a:r>
            <a:r>
              <a:rPr lang="cs-CZ" dirty="0"/>
              <a:t> – fyzická část zařízení</a:t>
            </a:r>
          </a:p>
          <a:p>
            <a:pPr lvl="1"/>
            <a:r>
              <a:rPr lang="cs-CZ" dirty="0"/>
              <a:t>Procesor, paměti, základní deska, spoje</a:t>
            </a:r>
          </a:p>
          <a:p>
            <a:r>
              <a:rPr lang="cs-CZ" b="1" dirty="0"/>
              <a:t>Software</a:t>
            </a:r>
            <a:r>
              <a:rPr lang="cs-CZ" dirty="0"/>
              <a:t> – programy, řídící hardware</a:t>
            </a:r>
          </a:p>
          <a:p>
            <a:pPr lvl="1"/>
            <a:r>
              <a:rPr lang="cs-CZ" dirty="0"/>
              <a:t>Operační sytém</a:t>
            </a:r>
          </a:p>
          <a:p>
            <a:r>
              <a:rPr lang="cs-CZ" b="1" dirty="0"/>
              <a:t>Firmware</a:t>
            </a:r>
            <a:r>
              <a:rPr lang="cs-CZ" dirty="0"/>
              <a:t> – software zanesený přímo na zařízení </a:t>
            </a:r>
          </a:p>
          <a:p>
            <a:pPr lvl="1"/>
            <a:r>
              <a:rPr lang="cs-CZ" dirty="0"/>
              <a:t>BIOS</a:t>
            </a:r>
          </a:p>
          <a:p>
            <a:endParaRPr lang="cs-CZ" dirty="0"/>
          </a:p>
          <a:p>
            <a:r>
              <a:rPr lang="cs-CZ" i="1" dirty="0"/>
              <a:t>Co by se stalo, pokud by se poškodil firmware?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92085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3D96D63B-80F5-7BEC-864C-B96DB147D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/>
              <a:t>Bit, bajt, slovo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CA96255F-0FA5-DB95-2B99-A15F38D9F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92" y="693086"/>
            <a:ext cx="5451627" cy="515178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F23D48F-EC29-8447-03ED-CFA53952A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 fontScale="92500" lnSpcReduction="10000"/>
          </a:bodyPr>
          <a:lstStyle/>
          <a:p>
            <a:r>
              <a:rPr lang="cs-CZ" dirty="0"/>
              <a:t>Bit – nejmenší jednotka v informatice</a:t>
            </a:r>
          </a:p>
          <a:p>
            <a:r>
              <a:rPr lang="cs-CZ" dirty="0"/>
              <a:t>Bajt – 8 bitů</a:t>
            </a:r>
          </a:p>
          <a:p>
            <a:r>
              <a:rPr lang="cs-CZ" dirty="0"/>
              <a:t>Slovo / Word – několik (2, 4, 6, 8, …) bajtů</a:t>
            </a:r>
          </a:p>
          <a:p>
            <a:endParaRPr lang="cs-CZ" dirty="0"/>
          </a:p>
          <a:p>
            <a:r>
              <a:rPr lang="cs-CZ" dirty="0"/>
              <a:t>Pro reprezentaci znaku typicky využíváme 1B </a:t>
            </a:r>
          </a:p>
          <a:p>
            <a:r>
              <a:rPr lang="cs-CZ" dirty="0"/>
              <a:t>Pro reprezentaci všech písmen a symbolu – cca 100 různých hodnot</a:t>
            </a:r>
          </a:p>
          <a:p>
            <a:r>
              <a:rPr lang="cs-CZ" dirty="0"/>
              <a:t>ASCII tabulka</a:t>
            </a:r>
          </a:p>
          <a:p>
            <a:r>
              <a:rPr lang="cs-CZ" i="1" dirty="0"/>
              <a:t>Kolik různých znaků lze vyjádřit pomocí jednoho bajtu?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8447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0C24393-AF20-57C2-235C-1BDC6918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/>
              <a:t>Jednotky kapacity paměti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C19EECB2-EF74-8058-D7DA-77042E391C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92" y="1418898"/>
            <a:ext cx="5451627" cy="370016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4CB96D-DDD3-3301-9BDD-807B763E8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cs-CZ" dirty="0"/>
              <a:t>1 kB = 1000 B</a:t>
            </a:r>
          </a:p>
          <a:p>
            <a:r>
              <a:rPr lang="cs-CZ" dirty="0"/>
              <a:t>1 </a:t>
            </a:r>
            <a:r>
              <a:rPr lang="cs-CZ" dirty="0" err="1"/>
              <a:t>KiB</a:t>
            </a:r>
            <a:r>
              <a:rPr lang="cs-CZ" dirty="0"/>
              <a:t> = 1024 B</a:t>
            </a:r>
          </a:p>
          <a:p>
            <a:r>
              <a:rPr lang="cs-CZ" dirty="0"/>
              <a:t>1 MB = 1000² B </a:t>
            </a:r>
          </a:p>
          <a:p>
            <a:r>
              <a:rPr lang="cs-CZ" dirty="0"/>
              <a:t>1 </a:t>
            </a:r>
            <a:r>
              <a:rPr lang="cs-CZ" dirty="0" err="1"/>
              <a:t>MiB</a:t>
            </a:r>
            <a:r>
              <a:rPr lang="cs-CZ" dirty="0"/>
              <a:t> = 1024² B</a:t>
            </a:r>
          </a:p>
          <a:p>
            <a:r>
              <a:rPr lang="cs-CZ" dirty="0"/>
              <a:t>V počítačích se častěji používá binární přístup</a:t>
            </a:r>
          </a:p>
          <a:p>
            <a:r>
              <a:rPr lang="cs-CZ" dirty="0"/>
              <a:t>RAM × ROM × SSD = různé účely</a:t>
            </a:r>
          </a:p>
          <a:p>
            <a:endParaRPr lang="cs-CZ" dirty="0"/>
          </a:p>
          <a:p>
            <a:r>
              <a:rPr lang="cs-CZ" i="1" dirty="0"/>
              <a:t>Kolik bajtů má 1GiB?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21854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BFC3ECA-D68E-BF0A-016F-447DD6E6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/>
              <a:t>Vývoj a miniaturizace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F0D0543-0F6A-9045-72F2-F68A837BE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dirty="0"/>
              <a:t>Od místnosti plné elektronky → k čipu v mobilu</a:t>
            </a:r>
          </a:p>
          <a:p>
            <a:r>
              <a:rPr lang="cs-CZ" dirty="0"/>
              <a:t>Menší, výkonnější, úspornější</a:t>
            </a:r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Dříve byly jednotlivé komponenty zvlášť - procesor, paměti, grafická karta</a:t>
            </a:r>
          </a:p>
          <a:p>
            <a:r>
              <a:rPr lang="cs-CZ" dirty="0">
                <a:ea typeface="Calibri"/>
                <a:cs typeface="Calibri"/>
              </a:rPr>
              <a:t>Dnes jsme schopni vše umístit na samotný čip 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/>
                <a:cs typeface="Calibri"/>
              </a:rPr>
              <a:t>SoC</a:t>
            </a:r>
            <a:r>
              <a:rPr lang="cs-CZ" dirty="0">
                <a:ea typeface="Calibri"/>
                <a:cs typeface="Calibri"/>
              </a:rPr>
              <a:t> - </a:t>
            </a:r>
            <a:r>
              <a:rPr lang="cs-CZ" dirty="0" err="1">
                <a:ea typeface="Calibri"/>
                <a:cs typeface="Calibri"/>
              </a:rPr>
              <a:t>System</a:t>
            </a:r>
            <a:r>
              <a:rPr lang="cs-CZ" dirty="0">
                <a:ea typeface="Calibri"/>
                <a:cs typeface="Calibri"/>
              </a:rPr>
              <a:t> on Chip</a:t>
            </a:r>
          </a:p>
        </p:txBody>
      </p:sp>
      <p:pic>
        <p:nvPicPr>
          <p:cNvPr id="4" name="Obrázek 3" descr="Obsah obrázku elektronika, Počítačová komponenta, Elektronické zařízení, Elektronické inženýrství&#10;&#10;Obsah generovaný pomocí AI může být nesprávný.">
            <a:extLst>
              <a:ext uri="{FF2B5EF4-FFF2-40B4-BE49-F238E27FC236}">
                <a16:creationId xmlns:a16="http://schemas.microsoft.com/office/drawing/2014/main" id="{31797625-8E33-D643-FF29-75BA201B7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70" y="2608688"/>
            <a:ext cx="3135109" cy="208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941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 sz="3700" dirty="0"/>
              <a:t>Von Neumannova architektura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2"/>
          <a:srcRect r="1005" b="5144"/>
          <a:stretch/>
        </p:blipFill>
        <p:spPr>
          <a:xfrm>
            <a:off x="633999" y="1443432"/>
            <a:ext cx="6909801" cy="370770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>
            <a:normAutofit/>
          </a:bodyPr>
          <a:lstStyle/>
          <a:p>
            <a:r>
              <a:rPr lang="cs-CZ" dirty="0"/>
              <a:t>Navržena r. 1945 Johnem von Neumannem</a:t>
            </a:r>
          </a:p>
          <a:p>
            <a:r>
              <a:rPr lang="cs-CZ" dirty="0"/>
              <a:t>Jedna paměť pro data i instrukce</a:t>
            </a:r>
          </a:p>
          <a:p>
            <a:r>
              <a:rPr lang="cs-CZ" dirty="0"/>
              <a:t>CPU čte instrukce → provádí → ukládá výsledky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Obdélník 5">
            <a:extLst>
              <a:ext uri="{FF2B5EF4-FFF2-40B4-BE49-F238E27FC236}">
                <a16:creationId xmlns:a16="http://schemas.microsoft.com/office/drawing/2014/main" id="{22921305-BDCB-98B4-4EC3-CB77A9FE0B5F}"/>
              </a:ext>
            </a:extLst>
          </p:cNvPr>
          <p:cNvSpPr/>
          <p:nvPr/>
        </p:nvSpPr>
        <p:spPr>
          <a:xfrm>
            <a:off x="3711677" y="2986548"/>
            <a:ext cx="1229032" cy="491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b="1" dirty="0">
                <a:solidFill>
                  <a:srgbClr val="0800FF"/>
                </a:solidFill>
                <a:latin typeface="Arial"/>
                <a:ea typeface="Calibri"/>
                <a:cs typeface="Calibri"/>
              </a:rPr>
              <a:t>ALU</a:t>
            </a:r>
          </a:p>
        </p:txBody>
      </p:sp>
    </p:spTree>
    <p:extLst>
      <p:ext uri="{BB962C8B-B14F-4D97-AF65-F5344CB8AC3E}">
        <p14:creationId xmlns:p14="http://schemas.microsoft.com/office/powerpoint/2010/main" val="330125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/>
              <a:t>Harvardská architektura</a:t>
            </a:r>
          </a:p>
        </p:txBody>
      </p:sp>
      <p:pic>
        <p:nvPicPr>
          <p:cNvPr id="19" name="Obrázek 18" descr="Obsah obrázku text, snímek obrazovky, Písmo, diagram&#10;&#10;Obsah generovaný pomocí AI může být nesprávný.">
            <a:extLst>
              <a:ext uri="{FF2B5EF4-FFF2-40B4-BE49-F238E27FC236}">
                <a16:creationId xmlns:a16="http://schemas.microsoft.com/office/drawing/2014/main" id="{69795C2B-B7FF-4CF6-BA9A-443E463DB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524459"/>
            <a:ext cx="5451627" cy="348904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/>
              <a:t>Oddělená paměť pro data a instrukce</a:t>
            </a:r>
          </a:p>
          <a:p>
            <a:r>
              <a:rPr lang="cs-CZ" dirty="0"/>
              <a:t>Rychlejší přístup</a:t>
            </a: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Využití například pro 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Arduino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468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9D86A2A1-F745-5496-D760-681FF1304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Současná architektura procesorů</a:t>
            </a:r>
            <a:endParaRPr lang="cs-CZ" dirty="0"/>
          </a:p>
        </p:txBody>
      </p:sp>
      <p:pic>
        <p:nvPicPr>
          <p:cNvPr id="5" name="Picture 4" descr="Deska s elektronickými obvody">
            <a:extLst>
              <a:ext uri="{FF2B5EF4-FFF2-40B4-BE49-F238E27FC236}">
                <a16:creationId xmlns:a16="http://schemas.microsoft.com/office/drawing/2014/main" id="{BFC27C09-A18E-E44F-2C54-1F9093B795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808" r="9038" b="-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7B09D1D-4BC9-B4FA-00FC-C659C82BF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1700" dirty="0">
                <a:ea typeface="+mn-lt"/>
                <a:cs typeface="+mn-lt"/>
              </a:rPr>
              <a:t> Architektura stojí na sadě instrukcí, které procesor obsahuje</a:t>
            </a:r>
          </a:p>
          <a:p>
            <a:r>
              <a:rPr lang="cs-CZ" sz="1700" b="1" dirty="0">
                <a:ea typeface="+mn-lt"/>
                <a:cs typeface="+mn-lt"/>
              </a:rPr>
              <a:t>CISC </a:t>
            </a:r>
            <a:r>
              <a:rPr lang="cs-CZ" sz="1700" dirty="0">
                <a:ea typeface="+mn-lt"/>
                <a:cs typeface="+mn-lt"/>
              </a:rPr>
              <a:t>- kompletní sada instrukcí</a:t>
            </a:r>
          </a:p>
          <a:p>
            <a:r>
              <a:rPr lang="cs-CZ" sz="1700" b="1" dirty="0">
                <a:ea typeface="+mn-lt"/>
                <a:cs typeface="+mn-lt"/>
              </a:rPr>
              <a:t>RISC</a:t>
            </a:r>
            <a:r>
              <a:rPr lang="cs-CZ" sz="1700" dirty="0">
                <a:ea typeface="+mn-lt"/>
                <a:cs typeface="+mn-lt"/>
              </a:rPr>
              <a:t> - redukovaná sada instrukcí (často specializovaná na příslušné zařízení)</a:t>
            </a:r>
          </a:p>
          <a:p>
            <a:endParaRPr lang="cs-CZ" sz="1700" b="1">
              <a:ea typeface="+mn-lt"/>
              <a:cs typeface="+mn-lt"/>
            </a:endParaRPr>
          </a:p>
          <a:p>
            <a:r>
              <a:rPr lang="cs-CZ" sz="1700" b="1" dirty="0">
                <a:ea typeface="+mn-lt"/>
                <a:cs typeface="+mn-lt"/>
              </a:rPr>
              <a:t> X86 </a:t>
            </a:r>
            <a:r>
              <a:rPr lang="cs-CZ" sz="1700" dirty="0">
                <a:ea typeface="+mn-lt"/>
                <a:cs typeface="+mn-lt"/>
              </a:rPr>
              <a:t> – počítače a notebooky (Intel, AMD) - CISC</a:t>
            </a:r>
            <a:br>
              <a:rPr lang="cs-CZ" sz="1700" dirty="0">
                <a:ea typeface="+mn-lt"/>
                <a:cs typeface="+mn-lt"/>
              </a:rPr>
            </a:br>
            <a:r>
              <a:rPr lang="cs-CZ" sz="1700" dirty="0">
                <a:ea typeface="+mn-lt"/>
                <a:cs typeface="+mn-lt"/>
              </a:rPr>
              <a:t> </a:t>
            </a:r>
            <a:r>
              <a:rPr lang="cs-CZ" sz="1700" b="1" dirty="0">
                <a:ea typeface="+mn-lt"/>
                <a:cs typeface="+mn-lt"/>
              </a:rPr>
              <a:t>ARM</a:t>
            </a:r>
            <a:r>
              <a:rPr lang="cs-CZ" sz="1700" dirty="0">
                <a:ea typeface="+mn-lt"/>
                <a:cs typeface="+mn-lt"/>
              </a:rPr>
              <a:t> – mobily, tablety, </a:t>
            </a:r>
            <a:r>
              <a:rPr lang="cs-CZ" sz="1700" dirty="0" err="1">
                <a:ea typeface="+mn-lt"/>
                <a:cs typeface="+mn-lt"/>
              </a:rPr>
              <a:t>IoT</a:t>
            </a:r>
            <a:r>
              <a:rPr lang="cs-CZ" sz="1700" dirty="0">
                <a:ea typeface="+mn-lt"/>
                <a:cs typeface="+mn-lt"/>
              </a:rPr>
              <a:t>, Apple M1/M2 - RISC</a:t>
            </a:r>
            <a:br>
              <a:rPr lang="cs-CZ" sz="1700" dirty="0">
                <a:ea typeface="+mn-lt"/>
                <a:cs typeface="+mn-lt"/>
              </a:rPr>
            </a:br>
            <a:r>
              <a:rPr lang="cs-CZ" sz="1700" dirty="0">
                <a:ea typeface="+mn-lt"/>
                <a:cs typeface="+mn-lt"/>
              </a:rPr>
              <a:t> </a:t>
            </a:r>
            <a:r>
              <a:rPr lang="cs-CZ" sz="1700" b="1" dirty="0">
                <a:ea typeface="+mn-lt"/>
                <a:cs typeface="+mn-lt"/>
              </a:rPr>
              <a:t>RISC-V</a:t>
            </a:r>
            <a:r>
              <a:rPr lang="cs-CZ" sz="1700" dirty="0">
                <a:ea typeface="+mn-lt"/>
                <a:cs typeface="+mn-lt"/>
              </a:rPr>
              <a:t> – otevřená architektura budoucnosti</a:t>
            </a:r>
            <a:endParaRPr lang="cs-CZ" sz="1700" dirty="0">
              <a:ea typeface="Calibri" panose="020F0502020204030204"/>
              <a:cs typeface="Calibri" panose="020F0502020204030204"/>
            </a:endParaRPr>
          </a:p>
          <a:p>
            <a:endParaRPr lang="cs-CZ" sz="1700">
              <a:ea typeface="Calibri" panose="020F0502020204030204"/>
              <a:cs typeface="Calibri" panose="020F0502020204030204"/>
            </a:endParaRPr>
          </a:p>
          <a:p>
            <a:r>
              <a:rPr lang="cs-CZ" sz="1700" i="1" dirty="0">
                <a:ea typeface="Calibri" panose="020F0502020204030204"/>
                <a:cs typeface="Calibri" panose="020F0502020204030204"/>
              </a:rPr>
              <a:t>Proč má telefon jinou architekturu procesoru než PC? </a:t>
            </a:r>
          </a:p>
          <a:p>
            <a:endParaRPr lang="cs-CZ" sz="17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1928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63AC73F-3809-B363-051E-31BF4A6B0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Číselné soustavy</a:t>
            </a:r>
            <a:endParaRPr lang="cs-CZ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A8451D5-1EB9-603B-37E3-AAA85D014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i="1" dirty="0">
                <a:ea typeface="Calibri"/>
                <a:cs typeface="Calibri"/>
              </a:rPr>
              <a:t>Jak procesor chápe čísla?</a:t>
            </a:r>
          </a:p>
          <a:p>
            <a:r>
              <a:rPr lang="cs-CZ" dirty="0">
                <a:ea typeface="Calibri"/>
                <a:cs typeface="Calibri"/>
              </a:rPr>
              <a:t>Počítače pracují ve dvojkové (binární) soustavě</a:t>
            </a:r>
          </a:p>
          <a:p>
            <a:r>
              <a:rPr lang="cs-CZ" dirty="0">
                <a:ea typeface="Calibri"/>
                <a:cs typeface="Calibri"/>
              </a:rPr>
              <a:t>Základem jsou hodnoty 1 a 0 (pravda, nepravda)</a:t>
            </a:r>
          </a:p>
          <a:p>
            <a:r>
              <a:rPr lang="cs-CZ" dirty="0">
                <a:ea typeface="Calibri"/>
                <a:cs typeface="Calibri"/>
              </a:rPr>
              <a:t>Každá pozice odpovídá mocnině základu (2</a:t>
            </a:r>
            <a:r>
              <a:rPr lang="cs-CZ" baseline="30000" dirty="0">
                <a:ea typeface="Calibri"/>
                <a:cs typeface="Calibri"/>
              </a:rPr>
              <a:t>0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1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2</a:t>
            </a:r>
            <a:r>
              <a:rPr lang="cs-CZ" dirty="0">
                <a:ea typeface="Calibri"/>
                <a:cs typeface="Calibri"/>
              </a:rPr>
              <a:t>, 2</a:t>
            </a:r>
            <a:r>
              <a:rPr lang="cs-CZ" baseline="30000" dirty="0">
                <a:ea typeface="Calibri"/>
                <a:cs typeface="Calibri"/>
              </a:rPr>
              <a:t>3</a:t>
            </a:r>
            <a:r>
              <a:rPr lang="cs-CZ" dirty="0">
                <a:ea typeface="Calibri"/>
                <a:cs typeface="Calibri"/>
              </a:rPr>
              <a:t> , …)</a:t>
            </a:r>
          </a:p>
          <a:p>
            <a:r>
              <a:rPr lang="cs-CZ" dirty="0">
                <a:ea typeface="Calibri"/>
                <a:cs typeface="Calibri"/>
              </a:rPr>
              <a:t>V matematice a běžném životě používáme desítkovou soustavu</a:t>
            </a:r>
          </a:p>
          <a:p>
            <a:r>
              <a:rPr lang="cs-CZ" dirty="0">
                <a:ea typeface="Calibri"/>
                <a:cs typeface="Calibri"/>
              </a:rPr>
              <a:t>Další častou používanou soustavou je 16 (hexadecimální) </a:t>
            </a:r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4" name="Tabulka 3">
            <a:extLst>
              <a:ext uri="{FF2B5EF4-FFF2-40B4-BE49-F238E27FC236}">
                <a16:creationId xmlns:a16="http://schemas.microsoft.com/office/drawing/2014/main" id="{2D07ABC3-BC58-4D8E-738E-8D7653E66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830372"/>
              </p:ext>
            </p:extLst>
          </p:nvPr>
        </p:nvGraphicFramePr>
        <p:xfrm>
          <a:off x="633999" y="2545102"/>
          <a:ext cx="4001316" cy="1504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133">
                  <a:extLst>
                    <a:ext uri="{9D8B030D-6E8A-4147-A177-3AD203B41FA5}">
                      <a16:colId xmlns:a16="http://schemas.microsoft.com/office/drawing/2014/main" val="1564934333"/>
                    </a:ext>
                  </a:extLst>
                </a:gridCol>
                <a:gridCol w="1246363">
                  <a:extLst>
                    <a:ext uri="{9D8B030D-6E8A-4147-A177-3AD203B41FA5}">
                      <a16:colId xmlns:a16="http://schemas.microsoft.com/office/drawing/2014/main" val="1669674056"/>
                    </a:ext>
                  </a:extLst>
                </a:gridCol>
                <a:gridCol w="1580820">
                  <a:extLst>
                    <a:ext uri="{9D8B030D-6E8A-4147-A177-3AD203B41FA5}">
                      <a16:colId xmlns:a16="http://schemas.microsoft.com/office/drawing/2014/main" val="971646028"/>
                    </a:ext>
                  </a:extLst>
                </a:gridCol>
              </a:tblGrid>
              <a:tr h="376091">
                <a:tc>
                  <a:txBody>
                    <a:bodyPr/>
                    <a:lstStyle/>
                    <a:p>
                      <a:r>
                        <a:rPr lang="cs-CZ" sz="1700" dirty="0"/>
                        <a:t>Dvojková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r>
                        <a:rPr lang="cs-CZ" sz="1700" dirty="0"/>
                        <a:t>Desítková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r>
                        <a:rPr lang="cs-CZ" sz="1700" dirty="0"/>
                        <a:t>Šestnáctková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637634973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1101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13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D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1711215037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3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3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1991207147"/>
                  </a:ext>
                </a:extLst>
              </a:tr>
              <a:tr h="376091"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10011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19</a:t>
                      </a:r>
                    </a:p>
                  </a:txBody>
                  <a:tcPr marL="83654" marR="83654" marT="41827" marB="418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sz="1700" dirty="0"/>
                        <a:t>13</a:t>
                      </a:r>
                    </a:p>
                  </a:txBody>
                  <a:tcPr marL="83654" marR="83654" marT="41827" marB="41827"/>
                </a:tc>
                <a:extLst>
                  <a:ext uri="{0D108BD9-81ED-4DB2-BD59-A6C34878D82A}">
                    <a16:rowId xmlns:a16="http://schemas.microsoft.com/office/drawing/2014/main" val="371891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1550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5244C98-F826-73C3-5720-6F956C6C6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Paměti</a:t>
            </a:r>
            <a:endParaRPr lang="cs-CZ" dirty="0"/>
          </a:p>
        </p:txBody>
      </p:sp>
      <p:pic>
        <p:nvPicPr>
          <p:cNvPr id="4" name="Obrázek 3" descr="Operační paměti \ DDR3 - OBCHUDECEK.cz">
            <a:extLst>
              <a:ext uri="{FF2B5EF4-FFF2-40B4-BE49-F238E27FC236}">
                <a16:creationId xmlns:a16="http://schemas.microsoft.com/office/drawing/2014/main" id="{20ABC415-E9DA-FC42-6292-1169D58DF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684637"/>
            <a:ext cx="3094997" cy="1934373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0340D77-A149-F53E-5CB3-54AE85E26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sz="1500">
                <a:ea typeface="Calibri"/>
                <a:cs typeface="Calibri"/>
              </a:rPr>
              <a:t>Každý typ paměti v počítači má svou specifickou úlohu</a:t>
            </a:r>
          </a:p>
          <a:p>
            <a:r>
              <a:rPr lang="cs-CZ" sz="1500">
                <a:ea typeface="Calibri"/>
                <a:cs typeface="Calibri"/>
              </a:rPr>
              <a:t>Liší se kapacitou, rychlostí, stabilitou uložení a tím pádem i cenou</a:t>
            </a:r>
          </a:p>
          <a:p>
            <a:r>
              <a:rPr lang="cs-CZ" sz="1500">
                <a:ea typeface="Calibri"/>
                <a:cs typeface="Calibri"/>
              </a:rPr>
              <a:t>Čím blíže procesoru, tím je paměť menší, rychlejší a často se mění</a:t>
            </a:r>
          </a:p>
          <a:p>
            <a:r>
              <a:rPr lang="cs-CZ" sz="1500" b="1" dirty="0">
                <a:ea typeface="Calibri"/>
                <a:cs typeface="Calibri"/>
              </a:rPr>
              <a:t>RAM </a:t>
            </a:r>
            <a:r>
              <a:rPr lang="cs-CZ" sz="1500" dirty="0">
                <a:ea typeface="Calibri"/>
                <a:cs typeface="Calibri"/>
              </a:rPr>
              <a:t>- dočasná, rychlá, </a:t>
            </a:r>
            <a:r>
              <a:rPr lang="cs-CZ" sz="1500" dirty="0" err="1">
                <a:ea typeface="Calibri"/>
                <a:cs typeface="Calibri"/>
              </a:rPr>
              <a:t>volativní</a:t>
            </a:r>
            <a:r>
              <a:rPr lang="cs-CZ" sz="1500" dirty="0">
                <a:ea typeface="Calibri"/>
                <a:cs typeface="Calibri"/>
              </a:rPr>
              <a:t> (závislá na elektrickém napětí)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 err="1">
                <a:ea typeface="Calibri"/>
                <a:cs typeface="Calibri"/>
              </a:rPr>
              <a:t>Random</a:t>
            </a:r>
            <a:r>
              <a:rPr lang="cs-CZ" sz="1500">
                <a:ea typeface="Calibri"/>
                <a:cs typeface="Calibri"/>
              </a:rPr>
              <a:t> Access </a:t>
            </a:r>
            <a:r>
              <a:rPr lang="cs-CZ" sz="1500" err="1">
                <a:ea typeface="Calibri"/>
                <a:cs typeface="Calibri"/>
              </a:rPr>
              <a:t>Memory</a:t>
            </a:r>
            <a:r>
              <a:rPr lang="cs-CZ" sz="1500">
                <a:ea typeface="Calibri"/>
                <a:cs typeface="Calibri"/>
              </a:rPr>
              <a:t> - operační paměť</a:t>
            </a:r>
          </a:p>
          <a:p>
            <a:r>
              <a:rPr lang="cs-CZ" sz="1500" b="1">
                <a:ea typeface="Calibri"/>
                <a:cs typeface="Calibri"/>
              </a:rPr>
              <a:t>ROM/FLASH</a:t>
            </a:r>
            <a:r>
              <a:rPr lang="cs-CZ" sz="1500">
                <a:ea typeface="Calibri"/>
                <a:cs typeface="Calibri"/>
              </a:rPr>
              <a:t> - </a:t>
            </a:r>
            <a:r>
              <a:rPr lang="cs-CZ" sz="1500" err="1">
                <a:ea typeface="Calibri"/>
                <a:cs typeface="Calibri"/>
              </a:rPr>
              <a:t>permanentí</a:t>
            </a:r>
            <a:r>
              <a:rPr lang="cs-CZ" sz="1500">
                <a:ea typeface="Calibri"/>
                <a:cs typeface="Calibri"/>
              </a:rPr>
              <a:t>, </a:t>
            </a:r>
            <a:r>
              <a:rPr lang="cs-CZ" sz="1500" err="1">
                <a:ea typeface="Calibri"/>
                <a:cs typeface="Calibri"/>
              </a:rPr>
              <a:t>nevolativní</a:t>
            </a:r>
            <a:r>
              <a:rPr lang="cs-CZ" sz="1500">
                <a:ea typeface="Calibri"/>
                <a:cs typeface="Calibri"/>
              </a:rPr>
              <a:t> (nezávislá na napájení)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BIOS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 err="1">
                <a:ea typeface="Calibri"/>
                <a:cs typeface="Calibri"/>
              </a:rPr>
              <a:t>Flash</a:t>
            </a:r>
            <a:r>
              <a:rPr lang="cs-CZ" sz="1500">
                <a:ea typeface="Calibri"/>
                <a:cs typeface="Calibri"/>
              </a:rPr>
              <a:t> paměti - datové klíčenky</a:t>
            </a:r>
          </a:p>
          <a:p>
            <a:r>
              <a:rPr lang="cs-CZ" sz="1500" b="1">
                <a:ea typeface="Calibri"/>
                <a:cs typeface="Calibri"/>
              </a:rPr>
              <a:t>SSD/HDD </a:t>
            </a:r>
            <a:r>
              <a:rPr lang="cs-CZ" sz="1500">
                <a:ea typeface="Calibri"/>
                <a:cs typeface="Calibri"/>
              </a:rPr>
              <a:t>- velká kapacita, trvalé uložení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HDD - magnetický záznam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sz="1500">
                <a:ea typeface="Calibri"/>
                <a:cs typeface="Calibri"/>
              </a:rPr>
              <a:t>SSD - stejný typ pamětí jako FLASH, jen lepší řadič</a:t>
            </a:r>
          </a:p>
          <a:p>
            <a:endParaRPr lang="cs-CZ" sz="1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0888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3C863C8B-AAC7-4916-2917-D20A1271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 sz="4400">
                <a:ea typeface="Calibri Light"/>
                <a:cs typeface="Calibri Light"/>
              </a:rPr>
              <a:t>Připojovací rozhraní - porty</a:t>
            </a:r>
            <a:endParaRPr lang="cs-CZ" sz="4400"/>
          </a:p>
        </p:txBody>
      </p:sp>
      <p:pic>
        <p:nvPicPr>
          <p:cNvPr id="4" name="Obrázek 3" descr="Tip: Port sem port tam, k čemu je všechny mám? - 1. díl - Computertrends">
            <a:extLst>
              <a:ext uri="{FF2B5EF4-FFF2-40B4-BE49-F238E27FC236}">
                <a16:creationId xmlns:a16="http://schemas.microsoft.com/office/drawing/2014/main" id="{ECB2CA6C-BF7C-65B6-0A9F-694346727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53902"/>
            <a:ext cx="6909801" cy="388676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85F7D7C-A384-F836-CFE1-45321FFEF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>
                <a:ea typeface="+mn-lt"/>
                <a:cs typeface="+mn-lt"/>
              </a:rPr>
              <a:t>Historie: PS/2, VGA, paralelní port</a:t>
            </a:r>
            <a:endParaRPr lang="cs-CZ" dirty="0" err="1">
              <a:ea typeface="Calibri"/>
              <a:cs typeface="Calibri"/>
            </a:endParaRPr>
          </a:p>
          <a:p>
            <a:r>
              <a:rPr lang="cs-CZ" dirty="0">
                <a:ea typeface="+mn-lt"/>
                <a:cs typeface="+mn-lt"/>
              </a:rPr>
              <a:t>Současnost: USB-C, HDMI, </a:t>
            </a:r>
            <a:r>
              <a:rPr lang="cs-CZ" dirty="0" err="1">
                <a:ea typeface="+mn-lt"/>
                <a:cs typeface="+mn-lt"/>
              </a:rPr>
              <a:t>Thunderbolt</a:t>
            </a:r>
            <a:endParaRPr lang="cs-CZ" dirty="0" err="1"/>
          </a:p>
          <a:p>
            <a:r>
              <a:rPr lang="cs-CZ" dirty="0">
                <a:ea typeface="+mn-lt"/>
                <a:cs typeface="+mn-lt"/>
              </a:rPr>
              <a:t>Bezdrátově: Wi-Fi, Bluetooth, </a:t>
            </a:r>
            <a:r>
              <a:rPr lang="cs-CZ" dirty="0">
                <a:ea typeface="Calibri"/>
                <a:cs typeface="Calibri"/>
              </a:rPr>
              <a:t>NFC</a:t>
            </a:r>
            <a:endParaRPr lang="cs-CZ" dirty="0"/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60899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C0C02E3-A5B8-9664-0D05-D6BCD074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Hardware kam se podíváš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C9B84A0-255D-C885-F0DC-265B42741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dirty="0">
                <a:ea typeface="Calibri"/>
                <a:cs typeface="Calibri"/>
              </a:rPr>
              <a:t>Zvolte si libovolné HW zařízení, se kterým běžně potkáváte v domácnosti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Calibri"/>
                <a:cs typeface="Calibri"/>
              </a:rPr>
              <a:t>Počítač, konzole, mobil, router, auto, lednice, TV, …</a:t>
            </a: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Odpovězte na následující otázky 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(10 minut)</a:t>
            </a:r>
            <a:r>
              <a:rPr lang="cs-CZ" dirty="0">
                <a:ea typeface="Calibri"/>
                <a:cs typeface="Calibri"/>
              </a:rPr>
              <a:t>: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Jaké klíčové hardware komponenty zařízení obsahuje?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Jaký typ procesorové architektury by pravděpodobně využívalo a proč?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Co v zařízení představuje firmware?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Co by se stalo, kdyby selhal firmware nebo paměť?</a:t>
            </a:r>
            <a:endParaRPr lang="cs-CZ">
              <a:ea typeface="Calibri"/>
              <a:cs typeface="Calibri"/>
            </a:endParaRP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Diskutujte ve dvojicích své výstupy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 (5 minut)</a:t>
            </a:r>
          </a:p>
          <a:p>
            <a:pPr>
              <a:buAutoNum type="arabicPeriod"/>
            </a:pPr>
            <a:r>
              <a:rPr lang="cs-CZ" dirty="0">
                <a:ea typeface="Calibri"/>
                <a:cs typeface="Calibri"/>
              </a:rPr>
              <a:t>Prezentujte nabyté informace zbytku třídy </a:t>
            </a:r>
            <a:r>
              <a:rPr lang="cs-CZ" dirty="0">
                <a:solidFill>
                  <a:srgbClr val="FF0000"/>
                </a:solidFill>
                <a:ea typeface="Calibri"/>
                <a:cs typeface="Calibri"/>
              </a:rPr>
              <a:t>(10 minut)</a:t>
            </a:r>
          </a:p>
        </p:txBody>
      </p:sp>
    </p:spTree>
    <p:extLst>
      <p:ext uri="{BB962C8B-B14F-4D97-AF65-F5344CB8AC3E}">
        <p14:creationId xmlns:p14="http://schemas.microsoft.com/office/powerpoint/2010/main" val="71489167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360afebd84136be89cf7ed5911c04be8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520b6e59c8e59b4daf6c7654b04c196b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E883DBA-1924-4A0D-AB83-8A60A2885F9F}"/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13</Slides>
  <Notes>5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4" baseType="lpstr">
      <vt:lpstr>Retrospect</vt:lpstr>
      <vt:lpstr>Hardware</vt:lpstr>
      <vt:lpstr>Co všechno je počítač?</vt:lpstr>
      <vt:lpstr>Hardware, software, firmware</vt:lpstr>
      <vt:lpstr>Bit, bajt, slovo</vt:lpstr>
      <vt:lpstr>Jednotky kapacity paměti</vt:lpstr>
      <vt:lpstr>Vývoj a miniaturizace</vt:lpstr>
      <vt:lpstr>Von Neumannova architektura</vt:lpstr>
      <vt:lpstr>Harvardská architektura</vt:lpstr>
      <vt:lpstr>Současná architektura procesorů</vt:lpstr>
      <vt:lpstr>Číselné soustavy</vt:lpstr>
      <vt:lpstr>Paměti</vt:lpstr>
      <vt:lpstr>Připojovací rozhraní - porty</vt:lpstr>
      <vt:lpstr>Hardware kam se podíváš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309</cp:revision>
  <dcterms:created xsi:type="dcterms:W3CDTF">2025-10-12T16:48:06Z</dcterms:created>
  <dcterms:modified xsi:type="dcterms:W3CDTF">2025-11-02T08:02:09Z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