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6"/>
  </p:notes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7706"/>
    <a:srgbClr val="08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FFFBE5-E8A8-43A0-ABEF-81F5848E3597}" v="382" dt="2025-12-16T10:39:08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větlý styl 2 – zvýraznění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3723E4FB-8B83-47CC-8875-BF609734F302}"/>
    <pc:docChg chg="modSld">
      <pc:chgData name="Sládeček David" userId="S::sladecek@hradebni.cz::474d93f0-3a32-49cc-b837-47806091b590" providerId="AD" clId="Web-{3723E4FB-8B83-47CC-8875-BF609734F302}" dt="2025-12-12T05:57:36.335" v="9" actId="20577"/>
      <pc:docMkLst>
        <pc:docMk/>
      </pc:docMkLst>
      <pc:sldChg chg="modSp">
        <pc:chgData name="Sládeček David" userId="S::sladecek@hradebni.cz::474d93f0-3a32-49cc-b837-47806091b590" providerId="AD" clId="Web-{3723E4FB-8B83-47CC-8875-BF609734F302}" dt="2025-12-12T05:57:36.335" v="9" actId="20577"/>
        <pc:sldMkLst>
          <pc:docMk/>
          <pc:sldMk cId="3799523001" sldId="256"/>
        </pc:sldMkLst>
        <pc:spChg chg="mod">
          <ac:chgData name="Sládeček David" userId="S::sladecek@hradebni.cz::474d93f0-3a32-49cc-b837-47806091b590" providerId="AD" clId="Web-{3723E4FB-8B83-47CC-8875-BF609734F302}" dt="2025-12-12T05:57:36.335" v="9" actId="20577"/>
          <ac:spMkLst>
            <pc:docMk/>
            <pc:sldMk cId="3799523001" sldId="256"/>
            <ac:spMk id="2" creationId="{00000000-0000-0000-0000-000000000000}"/>
          </ac:spMkLst>
        </pc:spChg>
      </pc:sldChg>
    </pc:docChg>
  </pc:docChgLst>
  <pc:docChgLst>
    <pc:chgData name="Sládeček David" userId="S::sladecek@hradebni.cz::474d93f0-3a32-49cc-b837-47806091b590" providerId="AD" clId="Web-{03FFFBE5-E8A8-43A0-ABEF-81F5848E3597}"/>
    <pc:docChg chg="addSld modSld">
      <pc:chgData name="Sládeček David" userId="S::sladecek@hradebni.cz::474d93f0-3a32-49cc-b837-47806091b590" providerId="AD" clId="Web-{03FFFBE5-E8A8-43A0-ABEF-81F5848E3597}" dt="2025-12-16T10:39:07.609" v="362" actId="20577"/>
      <pc:docMkLst>
        <pc:docMk/>
      </pc:docMkLst>
      <pc:sldChg chg="modSp new">
        <pc:chgData name="Sládeček David" userId="S::sladecek@hradebni.cz::474d93f0-3a32-49cc-b837-47806091b590" providerId="AD" clId="Web-{03FFFBE5-E8A8-43A0-ABEF-81F5848E3597}" dt="2025-12-16T10:20:43.952" v="15" actId="20577"/>
        <pc:sldMkLst>
          <pc:docMk/>
          <pc:sldMk cId="4267540812" sldId="257"/>
        </pc:sldMkLst>
        <pc:spChg chg="mod">
          <ac:chgData name="Sládeček David" userId="S::sladecek@hradebni.cz::474d93f0-3a32-49cc-b837-47806091b590" providerId="AD" clId="Web-{03FFFBE5-E8A8-43A0-ABEF-81F5848E3597}" dt="2025-12-16T10:20:15.701" v="2" actId="20577"/>
          <ac:spMkLst>
            <pc:docMk/>
            <pc:sldMk cId="4267540812" sldId="257"/>
            <ac:spMk id="2" creationId="{629869F3-CCCA-DF19-C934-B0DB35E344A8}"/>
          </ac:spMkLst>
        </pc:spChg>
        <pc:spChg chg="mod">
          <ac:chgData name="Sládeček David" userId="S::sladecek@hradebni.cz::474d93f0-3a32-49cc-b837-47806091b590" providerId="AD" clId="Web-{03FFFBE5-E8A8-43A0-ABEF-81F5848E3597}" dt="2025-12-16T10:20:43.952" v="15" actId="20577"/>
          <ac:spMkLst>
            <pc:docMk/>
            <pc:sldMk cId="4267540812" sldId="257"/>
            <ac:spMk id="3" creationId="{99BCD2B7-6AFE-4D3F-78F9-66613C2D801D}"/>
          </ac:spMkLst>
        </pc:spChg>
      </pc:sldChg>
      <pc:sldChg chg="addSp modSp new mod setBg">
        <pc:chgData name="Sládeček David" userId="S::sladecek@hradebni.cz::474d93f0-3a32-49cc-b837-47806091b590" providerId="AD" clId="Web-{03FFFBE5-E8A8-43A0-ABEF-81F5848E3597}" dt="2025-12-16T10:29:49.058" v="321"/>
        <pc:sldMkLst>
          <pc:docMk/>
          <pc:sldMk cId="1473632039" sldId="258"/>
        </pc:sldMkLst>
        <pc:spChg chg="mod">
          <ac:chgData name="Sládeček David" userId="S::sladecek@hradebni.cz::474d93f0-3a32-49cc-b837-47806091b590" providerId="AD" clId="Web-{03FFFBE5-E8A8-43A0-ABEF-81F5848E3597}" dt="2025-12-16T10:29:49.058" v="321"/>
          <ac:spMkLst>
            <pc:docMk/>
            <pc:sldMk cId="1473632039" sldId="258"/>
            <ac:spMk id="2" creationId="{04D30C7B-BE63-82B4-99AC-8A42C66AAAB4}"/>
          </ac:spMkLst>
        </pc:spChg>
        <pc:spChg chg="mod">
          <ac:chgData name="Sládeček David" userId="S::sladecek@hradebni.cz::474d93f0-3a32-49cc-b837-47806091b590" providerId="AD" clId="Web-{03FFFBE5-E8A8-43A0-ABEF-81F5848E3597}" dt="2025-12-16T10:29:49.058" v="321"/>
          <ac:spMkLst>
            <pc:docMk/>
            <pc:sldMk cId="1473632039" sldId="258"/>
            <ac:spMk id="3" creationId="{685BE50F-1794-BE74-D069-029388B4BE42}"/>
          </ac:spMkLst>
        </pc:spChg>
        <pc:spChg chg="add">
          <ac:chgData name="Sládeček David" userId="S::sladecek@hradebni.cz::474d93f0-3a32-49cc-b837-47806091b590" providerId="AD" clId="Web-{03FFFBE5-E8A8-43A0-ABEF-81F5848E3597}" dt="2025-12-16T10:29:49.058" v="321"/>
          <ac:spMkLst>
            <pc:docMk/>
            <pc:sldMk cId="1473632039" sldId="258"/>
            <ac:spMk id="9" creationId="{311973C2-EB8B-452A-A698-4A252FD3AE28}"/>
          </ac:spMkLst>
        </pc:spChg>
        <pc:spChg chg="add">
          <ac:chgData name="Sládeček David" userId="S::sladecek@hradebni.cz::474d93f0-3a32-49cc-b837-47806091b590" providerId="AD" clId="Web-{03FFFBE5-E8A8-43A0-ABEF-81F5848E3597}" dt="2025-12-16T10:29:49.058" v="321"/>
          <ac:spMkLst>
            <pc:docMk/>
            <pc:sldMk cId="1473632039" sldId="258"/>
            <ac:spMk id="11" creationId="{10162E77-11AD-44A7-84EC-40C59EEFBD2E}"/>
          </ac:spMkLst>
        </pc:spChg>
        <pc:picChg chg="add">
          <ac:chgData name="Sládeček David" userId="S::sladecek@hradebni.cz::474d93f0-3a32-49cc-b837-47806091b590" providerId="AD" clId="Web-{03FFFBE5-E8A8-43A0-ABEF-81F5848E3597}" dt="2025-12-16T10:29:49.058" v="321"/>
          <ac:picMkLst>
            <pc:docMk/>
            <pc:sldMk cId="1473632039" sldId="258"/>
            <ac:picMk id="5" creationId="{654CD7E0-9E69-15C7-0234-39B1EDB68959}"/>
          </ac:picMkLst>
        </pc:picChg>
        <pc:cxnChg chg="add">
          <ac:chgData name="Sládeček David" userId="S::sladecek@hradebni.cz::474d93f0-3a32-49cc-b837-47806091b590" providerId="AD" clId="Web-{03FFFBE5-E8A8-43A0-ABEF-81F5848E3597}" dt="2025-12-16T10:29:49.058" v="321"/>
          <ac:cxnSpMkLst>
            <pc:docMk/>
            <pc:sldMk cId="1473632039" sldId="258"/>
            <ac:cxnSpMk id="13" creationId="{5AB158E9-1B40-4CD6-95F0-95CA11DF7B7A}"/>
          </ac:cxnSpMkLst>
        </pc:cxnChg>
      </pc:sldChg>
      <pc:sldChg chg="addSp modSp new mod modClrScheme chgLayout">
        <pc:chgData name="Sládeček David" userId="S::sladecek@hradebni.cz::474d93f0-3a32-49cc-b837-47806091b590" providerId="AD" clId="Web-{03FFFBE5-E8A8-43A0-ABEF-81F5848E3597}" dt="2025-12-16T10:25:35.954" v="104" actId="20577"/>
        <pc:sldMkLst>
          <pc:docMk/>
          <pc:sldMk cId="728584780" sldId="259"/>
        </pc:sldMkLst>
        <pc:spChg chg="mod ord">
          <ac:chgData name="Sládeček David" userId="S::sladecek@hradebni.cz::474d93f0-3a32-49cc-b837-47806091b590" providerId="AD" clId="Web-{03FFFBE5-E8A8-43A0-ABEF-81F5848E3597}" dt="2025-12-16T10:22:23.359" v="68"/>
          <ac:spMkLst>
            <pc:docMk/>
            <pc:sldMk cId="728584780" sldId="259"/>
            <ac:spMk id="2" creationId="{923D85B0-B154-89CE-FD09-30EEDED15DA2}"/>
          </ac:spMkLst>
        </pc:spChg>
        <pc:spChg chg="mod ord">
          <ac:chgData name="Sládeček David" userId="S::sladecek@hradebni.cz::474d93f0-3a32-49cc-b837-47806091b590" providerId="AD" clId="Web-{03FFFBE5-E8A8-43A0-ABEF-81F5848E3597}" dt="2025-12-16T10:23:57.030" v="91" actId="20577"/>
          <ac:spMkLst>
            <pc:docMk/>
            <pc:sldMk cId="728584780" sldId="259"/>
            <ac:spMk id="3" creationId="{79437D04-12DF-10D8-0527-3014464A2F81}"/>
          </ac:spMkLst>
        </pc:spChg>
        <pc:spChg chg="add mod ord">
          <ac:chgData name="Sládeček David" userId="S::sladecek@hradebni.cz::474d93f0-3a32-49cc-b837-47806091b590" providerId="AD" clId="Web-{03FFFBE5-E8A8-43A0-ABEF-81F5848E3597}" dt="2025-12-16T10:25:35.954" v="104" actId="20577"/>
          <ac:spMkLst>
            <pc:docMk/>
            <pc:sldMk cId="728584780" sldId="259"/>
            <ac:spMk id="4" creationId="{D04066B9-0574-50C9-451B-23AD7CB3A9E7}"/>
          </ac:spMkLst>
        </pc:spChg>
      </pc:sldChg>
      <pc:sldChg chg="addSp delSp modSp new mod modClrScheme chgLayout">
        <pc:chgData name="Sládeček David" userId="S::sladecek@hradebni.cz::474d93f0-3a32-49cc-b837-47806091b590" providerId="AD" clId="Web-{03FFFBE5-E8A8-43A0-ABEF-81F5848E3597}" dt="2025-12-16T10:29:56.339" v="322" actId="20577"/>
        <pc:sldMkLst>
          <pc:docMk/>
          <pc:sldMk cId="1000496981" sldId="260"/>
        </pc:sldMkLst>
        <pc:spChg chg="mod ord">
          <ac:chgData name="Sládeček David" userId="S::sladecek@hradebni.cz::474d93f0-3a32-49cc-b837-47806091b590" providerId="AD" clId="Web-{03FFFBE5-E8A8-43A0-ABEF-81F5848E3597}" dt="2025-12-16T10:26:03.829" v="123" actId="20577"/>
          <ac:spMkLst>
            <pc:docMk/>
            <pc:sldMk cId="1000496981" sldId="260"/>
            <ac:spMk id="2" creationId="{36C773F7-38CD-93F4-2E57-493B7BCF6E2E}"/>
          </ac:spMkLst>
        </pc:spChg>
        <pc:spChg chg="mod ord">
          <ac:chgData name="Sládeček David" userId="S::sladecek@hradebni.cz::474d93f0-3a32-49cc-b837-47806091b590" providerId="AD" clId="Web-{03FFFBE5-E8A8-43A0-ABEF-81F5848E3597}" dt="2025-12-16T10:27:41.573" v="225" actId="20577"/>
          <ac:spMkLst>
            <pc:docMk/>
            <pc:sldMk cId="1000496981" sldId="260"/>
            <ac:spMk id="3" creationId="{9CFF80DB-DF5A-D672-2376-1A73A6C80D98}"/>
          </ac:spMkLst>
        </pc:spChg>
        <pc:spChg chg="mod ord">
          <ac:chgData name="Sládeček David" userId="S::sladecek@hradebni.cz::474d93f0-3a32-49cc-b837-47806091b590" providerId="AD" clId="Web-{03FFFBE5-E8A8-43A0-ABEF-81F5848E3597}" dt="2025-12-16T10:29:56.339" v="322" actId="20577"/>
          <ac:spMkLst>
            <pc:docMk/>
            <pc:sldMk cId="1000496981" sldId="260"/>
            <ac:spMk id="4" creationId="{67A9771B-F349-8DB8-ECCC-5E31B6A552F2}"/>
          </ac:spMkLst>
        </pc:spChg>
        <pc:spChg chg="add del mod ord">
          <ac:chgData name="Sládeček David" userId="S::sladecek@hradebni.cz::474d93f0-3a32-49cc-b837-47806091b590" providerId="AD" clId="Web-{03FFFBE5-E8A8-43A0-ABEF-81F5848E3597}" dt="2025-12-16T10:25:59.985" v="120"/>
          <ac:spMkLst>
            <pc:docMk/>
            <pc:sldMk cId="1000496981" sldId="260"/>
            <ac:spMk id="5" creationId="{FFE54B7A-86D2-68CE-5389-176ECF0E2E90}"/>
          </ac:spMkLst>
        </pc:spChg>
        <pc:spChg chg="add del mod ord">
          <ac:chgData name="Sládeček David" userId="S::sladecek@hradebni.cz::474d93f0-3a32-49cc-b837-47806091b590" providerId="AD" clId="Web-{03FFFBE5-E8A8-43A0-ABEF-81F5848E3597}" dt="2025-12-16T10:25:59.985" v="120"/>
          <ac:spMkLst>
            <pc:docMk/>
            <pc:sldMk cId="1000496981" sldId="260"/>
            <ac:spMk id="6" creationId="{91738E7B-2A2B-189A-98D2-3ABE1C01DD40}"/>
          </ac:spMkLst>
        </pc:spChg>
      </pc:sldChg>
      <pc:sldChg chg="delSp modSp new mod modClrScheme chgLayout">
        <pc:chgData name="Sládeček David" userId="S::sladecek@hradebni.cz::474d93f0-3a32-49cc-b837-47806091b590" providerId="AD" clId="Web-{03FFFBE5-E8A8-43A0-ABEF-81F5848E3597}" dt="2025-12-16T10:38:59.015" v="360" actId="20577"/>
        <pc:sldMkLst>
          <pc:docMk/>
          <pc:sldMk cId="1830430625" sldId="261"/>
        </pc:sldMkLst>
        <pc:spChg chg="mod ord">
          <ac:chgData name="Sládeček David" userId="S::sladecek@hradebni.cz::474d93f0-3a32-49cc-b837-47806091b590" providerId="AD" clId="Web-{03FFFBE5-E8A8-43A0-ABEF-81F5848E3597}" dt="2025-12-16T10:35:36.233" v="328" actId="20577"/>
          <ac:spMkLst>
            <pc:docMk/>
            <pc:sldMk cId="1830430625" sldId="261"/>
            <ac:spMk id="2" creationId="{C91C4337-31D6-151D-EE09-C6C6B36E8B2F}"/>
          </ac:spMkLst>
        </pc:spChg>
        <pc:spChg chg="mod ord">
          <ac:chgData name="Sládeček David" userId="S::sladecek@hradebni.cz::474d93f0-3a32-49cc-b837-47806091b590" providerId="AD" clId="Web-{03FFFBE5-E8A8-43A0-ABEF-81F5848E3597}" dt="2025-12-16T10:38:59.015" v="360" actId="20577"/>
          <ac:spMkLst>
            <pc:docMk/>
            <pc:sldMk cId="1830430625" sldId="261"/>
            <ac:spMk id="3" creationId="{A20083D5-7D9C-B29C-700F-E5C566B71D25}"/>
          </ac:spMkLst>
        </pc:spChg>
        <pc:spChg chg="del">
          <ac:chgData name="Sládeček David" userId="S::sladecek@hradebni.cz::474d93f0-3a32-49cc-b837-47806091b590" providerId="AD" clId="Web-{03FFFBE5-E8A8-43A0-ABEF-81F5848E3597}" dt="2025-12-16T10:35:10.982" v="324"/>
          <ac:spMkLst>
            <pc:docMk/>
            <pc:sldMk cId="1830430625" sldId="261"/>
            <ac:spMk id="4" creationId="{C1D4A191-F157-5982-5AC6-EBDBADCDBA6E}"/>
          </ac:spMkLst>
        </pc:spChg>
      </pc:sldChg>
      <pc:sldChg chg="modSp new">
        <pc:chgData name="Sládeček David" userId="S::sladecek@hradebni.cz::474d93f0-3a32-49cc-b837-47806091b590" providerId="AD" clId="Web-{03FFFBE5-E8A8-43A0-ABEF-81F5848E3597}" dt="2025-12-16T10:38:56.265" v="358" actId="20577"/>
        <pc:sldMkLst>
          <pc:docMk/>
          <pc:sldMk cId="1374568397" sldId="262"/>
        </pc:sldMkLst>
        <pc:spChg chg="mod">
          <ac:chgData name="Sládeček David" userId="S::sladecek@hradebni.cz::474d93f0-3a32-49cc-b837-47806091b590" providerId="AD" clId="Web-{03FFFBE5-E8A8-43A0-ABEF-81F5848E3597}" dt="2025-12-16T10:35:47.998" v="333" actId="20577"/>
          <ac:spMkLst>
            <pc:docMk/>
            <pc:sldMk cId="1374568397" sldId="262"/>
            <ac:spMk id="2" creationId="{6FE9D2DA-B24C-0048-EF2D-ADCE7CB79878}"/>
          </ac:spMkLst>
        </pc:spChg>
        <pc:spChg chg="mod">
          <ac:chgData name="Sládeček David" userId="S::sladecek@hradebni.cz::474d93f0-3a32-49cc-b837-47806091b590" providerId="AD" clId="Web-{03FFFBE5-E8A8-43A0-ABEF-81F5848E3597}" dt="2025-12-16T10:38:56.265" v="358" actId="20577"/>
          <ac:spMkLst>
            <pc:docMk/>
            <pc:sldMk cId="1374568397" sldId="262"/>
            <ac:spMk id="3" creationId="{50E1DD1A-24D0-123C-29C2-47E897111720}"/>
          </ac:spMkLst>
        </pc:spChg>
      </pc:sldChg>
      <pc:sldChg chg="modSp new">
        <pc:chgData name="Sládeček David" userId="S::sladecek@hradebni.cz::474d93f0-3a32-49cc-b837-47806091b590" providerId="AD" clId="Web-{03FFFBE5-E8A8-43A0-ABEF-81F5848E3597}" dt="2025-12-16T10:39:07.609" v="362" actId="20577"/>
        <pc:sldMkLst>
          <pc:docMk/>
          <pc:sldMk cId="2899846098" sldId="263"/>
        </pc:sldMkLst>
        <pc:spChg chg="mod">
          <ac:chgData name="Sládeček David" userId="S::sladecek@hradebni.cz::474d93f0-3a32-49cc-b837-47806091b590" providerId="AD" clId="Web-{03FFFBE5-E8A8-43A0-ABEF-81F5848E3597}" dt="2025-12-16T10:38:16.687" v="341" actId="20577"/>
          <ac:spMkLst>
            <pc:docMk/>
            <pc:sldMk cId="2899846098" sldId="263"/>
            <ac:spMk id="2" creationId="{BCF90F2C-F361-5C9A-76A5-216F2582D406}"/>
          </ac:spMkLst>
        </pc:spChg>
        <pc:spChg chg="mod">
          <ac:chgData name="Sládeček David" userId="S::sladecek@hradebni.cz::474d93f0-3a32-49cc-b837-47806091b590" providerId="AD" clId="Web-{03FFFBE5-E8A8-43A0-ABEF-81F5848E3597}" dt="2025-12-16T10:39:07.609" v="362" actId="20577"/>
          <ac:spMkLst>
            <pc:docMk/>
            <pc:sldMk cId="2899846098" sldId="263"/>
            <ac:spMk id="3" creationId="{6F3FED28-7CB6-A3AB-D325-4201BDBE36EA}"/>
          </ac:spMkLst>
        </pc:spChg>
      </pc:sldChg>
    </pc:docChg>
  </pc:docChgLst>
  <pc:docChgLst>
    <pc:chgData clId="Web-{3723E4FB-8B83-47CC-8875-BF609734F302}"/>
    <pc:docChg chg="delSld">
      <pc:chgData name="" userId="" providerId="" clId="Web-{3723E4FB-8B83-47CC-8875-BF609734F302}" dt="2025-12-12T05:57:20.429" v="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C0AFD-19C8-4F60-A212-D1160A075A71}" type="datetimeFigureOut">
              <a:rPr lang="cs-CZ" smtClean="0"/>
              <a:t>23.03.2026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485B9-29E6-4048-95BB-71D43105C6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2755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485B9-29E6-4048-95BB-71D43105C69A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060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vás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byl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překvapen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kolik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toho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nasbírali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vás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tom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přemýšlel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poprvé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2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51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83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1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206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3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0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664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519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836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203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12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538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158998"/>
          </a:xfrm>
        </p:spPr>
        <p:txBody>
          <a:bodyPr/>
          <a:lstStyle/>
          <a:p>
            <a:r>
              <a:rPr lang="cs-CZ" dirty="0"/>
              <a:t>Spolupráce a sdílení online</a:t>
            </a:r>
            <a:endParaRPr lang="cs-CZ" dirty="0">
              <a:ea typeface="Calibri Light"/>
              <a:cs typeface="Calibri Light"/>
            </a:endParaRP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Digitální a mediální gramotnost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F355617E-9F8C-51B8-9B21-EE629343E955}"/>
              </a:ext>
            </a:extLst>
          </p:cNvPr>
          <p:cNvSpPr txBox="1"/>
          <p:nvPr/>
        </p:nvSpPr>
        <p:spPr>
          <a:xfrm>
            <a:off x="1097280" y="3917950"/>
            <a:ext cx="958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latin typeface="Calibri"/>
              </a:rPr>
              <a:t>Cloud · Google Drive · GitHub · Slack &amp; Teams · Online komunikace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63FA03-DF84-D390-8E6E-42A953B23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cs-CZ" dirty="0"/>
              <a:t>Na úvod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E2A44CA-0FF0-446E-8AEB-879B2AFB5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r>
              <a:rPr lang="cs-CZ" b="1" dirty="0"/>
              <a:t>Jak si předáváte soubory při skupinové práci?</a:t>
            </a:r>
          </a:p>
          <a:p>
            <a:endParaRPr lang="cs-CZ" b="1" dirty="0"/>
          </a:p>
          <a:p>
            <a:r>
              <a:rPr lang="cs-CZ" dirty="0"/>
              <a:t>Hlasování – kdo používá co:</a:t>
            </a:r>
          </a:p>
          <a:p>
            <a:r>
              <a:rPr lang="cs-CZ" dirty="0"/>
              <a:t>• WhatsApp / Discord</a:t>
            </a:r>
          </a:p>
          <a:p>
            <a:r>
              <a:rPr lang="cs-CZ" dirty="0"/>
              <a:t>• E-mail nebo USB flash</a:t>
            </a:r>
          </a:p>
          <a:p>
            <a:r>
              <a:rPr lang="cs-CZ" dirty="0"/>
              <a:t>• Google Drive / OneDrive</a:t>
            </a:r>
          </a:p>
          <a:p>
            <a:endParaRPr lang="cs-CZ" dirty="0"/>
          </a:p>
          <a:p>
            <a:r>
              <a:rPr lang="cs-CZ" b="1" dirty="0"/>
              <a:t>A máte třídní chat? Jen pro srandu, nebo tam řešíte i školní věci?</a:t>
            </a:r>
          </a:p>
          <a:p>
            <a:endParaRPr lang="cs-CZ" dirty="0"/>
          </a:p>
        </p:txBody>
      </p:sp>
      <p:pic>
        <p:nvPicPr>
          <p:cNvPr id="5" name="Grafický objekt 4" descr="Otazník se souvislou výplní">
            <a:extLst>
              <a:ext uri="{FF2B5EF4-FFF2-40B4-BE49-F238E27FC236}">
                <a16:creationId xmlns:a16="http://schemas.microsoft.com/office/drawing/2014/main" id="{C79CB0FB-0888-9126-DB8B-E0C13B088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0570" y="2084269"/>
            <a:ext cx="3135109" cy="313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371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04800" y="0"/>
            <a:ext cx="1158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je cloud?</a:t>
            </a:r>
            <a:endParaRPr lang="en-US" sz="3467" dirty="0"/>
          </a:p>
        </p:txBody>
      </p:sp>
      <p:sp>
        <p:nvSpPr>
          <p:cNvPr id="7" name="Shape 4"/>
          <p:cNvSpPr/>
          <p:nvPr/>
        </p:nvSpPr>
        <p:spPr>
          <a:xfrm>
            <a:off x="487680" y="1944033"/>
            <a:ext cx="5242560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8" name="Text 5"/>
          <p:cNvSpPr/>
          <p:nvPr/>
        </p:nvSpPr>
        <p:spPr>
          <a:xfrm>
            <a:off x="670560" y="1993984"/>
            <a:ext cx="48768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= servery na internetu přístupné odkudkoliv přes prohlížeč nebo aplikaci</a:t>
            </a:r>
            <a:endParaRPr lang="en-US" sz="1733" dirty="0"/>
          </a:p>
        </p:txBody>
      </p:sp>
      <p:sp>
        <p:nvSpPr>
          <p:cNvPr id="9" name="Shape 6"/>
          <p:cNvSpPr/>
          <p:nvPr/>
        </p:nvSpPr>
        <p:spPr>
          <a:xfrm>
            <a:off x="6096000" y="1935480"/>
            <a:ext cx="5730240" cy="121556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0" name="Text 7"/>
          <p:cNvSpPr/>
          <p:nvPr/>
        </p:nvSpPr>
        <p:spPr>
          <a:xfrm>
            <a:off x="6278880" y="2033016"/>
            <a:ext cx="51816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Příklady: </a:t>
            </a: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Drive, OneDrive, Dropbox, GitHub, iCloud, Notion</a:t>
            </a:r>
            <a:endParaRPr lang="en-US" sz="1733" dirty="0"/>
          </a:p>
        </p:txBody>
      </p:sp>
      <p:sp>
        <p:nvSpPr>
          <p:cNvPr id="11" name="Shape 8"/>
          <p:cNvSpPr/>
          <p:nvPr/>
        </p:nvSpPr>
        <p:spPr>
          <a:xfrm>
            <a:off x="487680" y="3291840"/>
            <a:ext cx="3657600" cy="188548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3" name="Text 10"/>
          <p:cNvSpPr/>
          <p:nvPr/>
        </p:nvSpPr>
        <p:spPr>
          <a:xfrm>
            <a:off x="670560" y="343814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Úložiště souborů</a:t>
            </a:r>
            <a:endParaRPr lang="en-US" sz="1733" dirty="0"/>
          </a:p>
        </p:txBody>
      </p:sp>
      <p:sp>
        <p:nvSpPr>
          <p:cNvPr id="14" name="Text 11"/>
          <p:cNvSpPr/>
          <p:nvPr/>
        </p:nvSpPr>
        <p:spPr>
          <a:xfrm>
            <a:off x="670560" y="4023360"/>
            <a:ext cx="3291840" cy="1153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Přístup z jakéhokoliv zařízení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Drive, OneDrive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28160" y="3291840"/>
            <a:ext cx="3657600" cy="188548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6" name="Shape 13"/>
          <p:cNvSpPr/>
          <p:nvPr/>
        </p:nvSpPr>
        <p:spPr>
          <a:xfrm>
            <a:off x="4328160" y="3291840"/>
            <a:ext cx="3657600" cy="97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7" name="Text 14"/>
          <p:cNvSpPr/>
          <p:nvPr/>
        </p:nvSpPr>
        <p:spPr>
          <a:xfrm>
            <a:off x="4511040" y="343814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Spolupráce</a:t>
            </a:r>
            <a:endParaRPr lang="en-US" sz="1733" dirty="0"/>
          </a:p>
        </p:txBody>
      </p:sp>
      <p:sp>
        <p:nvSpPr>
          <p:cNvPr id="18" name="Text 15"/>
          <p:cNvSpPr/>
          <p:nvPr/>
        </p:nvSpPr>
        <p:spPr>
          <a:xfrm>
            <a:off x="4511040" y="4023360"/>
            <a:ext cx="3291840" cy="1153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Více lidí edituje naráz,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změny v reálném čase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68640" y="3291840"/>
            <a:ext cx="3657600" cy="188548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20" name="Shape 17"/>
          <p:cNvSpPr/>
          <p:nvPr/>
        </p:nvSpPr>
        <p:spPr>
          <a:xfrm>
            <a:off x="8168640" y="3291840"/>
            <a:ext cx="3657600" cy="975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21" name="Text 18"/>
          <p:cNvSpPr/>
          <p:nvPr/>
        </p:nvSpPr>
        <p:spPr>
          <a:xfrm>
            <a:off x="8351520" y="343814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Zálohování</a:t>
            </a:r>
            <a:endParaRPr lang="en-US" sz="1733" dirty="0"/>
          </a:p>
        </p:txBody>
      </p:sp>
      <p:sp>
        <p:nvSpPr>
          <p:cNvPr id="22" name="Text 19"/>
          <p:cNvSpPr/>
          <p:nvPr/>
        </p:nvSpPr>
        <p:spPr>
          <a:xfrm>
            <a:off x="8351520" y="4023360"/>
            <a:ext cx="3291840" cy="1153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 neztratí se zařízením,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automatické verze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8FD11EF3-24C5-70C6-36E5-F3CD66C0124B}"/>
              </a:ext>
            </a:extLst>
          </p:cNvPr>
          <p:cNvSpPr/>
          <p:nvPr/>
        </p:nvSpPr>
        <p:spPr>
          <a:xfrm>
            <a:off x="487680" y="3304032"/>
            <a:ext cx="3657600" cy="97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9A2890EC-D30A-ADAB-2999-308996578F15}"/>
              </a:ext>
            </a:extLst>
          </p:cNvPr>
          <p:cNvSpPr/>
          <p:nvPr/>
        </p:nvSpPr>
        <p:spPr>
          <a:xfrm>
            <a:off x="8168640" y="3283924"/>
            <a:ext cx="3657600" cy="97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27" name="Nadpis 1">
            <a:extLst>
              <a:ext uri="{FF2B5EF4-FFF2-40B4-BE49-F238E27FC236}">
                <a16:creationId xmlns:a16="http://schemas.microsoft.com/office/drawing/2014/main" id="{F4A461C6-7FEA-5250-E39C-E23A5C21CE19}"/>
              </a:ext>
            </a:extLst>
          </p:cNvPr>
          <p:cNvSpPr txBox="1">
            <a:spLocks/>
          </p:cNvSpPr>
          <p:nvPr/>
        </p:nvSpPr>
        <p:spPr>
          <a:xfrm>
            <a:off x="1066800" y="1054698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Úložiště a nástroje na internetu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921C39C7-7652-7B51-0CC3-D953309E31B5}"/>
              </a:ext>
            </a:extLst>
          </p:cNvPr>
          <p:cNvSpPr txBox="1"/>
          <p:nvPr/>
        </p:nvSpPr>
        <p:spPr>
          <a:xfrm>
            <a:off x="591312" y="5480425"/>
            <a:ext cx="10869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b="1" dirty="0"/>
              <a:t>Proč cloud? </a:t>
            </a:r>
            <a:r>
              <a:rPr lang="cs-CZ" sz="1600" dirty="0"/>
              <a:t>– méně e-mailů, méně USB flashek, vždy aktuální verze souboru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04800" y="0"/>
            <a:ext cx="1158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Cvičení: Google Drive</a:t>
            </a:r>
            <a:endParaRPr lang="en-US" sz="3467" dirty="0"/>
          </a:p>
        </p:txBody>
      </p:sp>
      <p:sp>
        <p:nvSpPr>
          <p:cNvPr id="6" name="Shape 4"/>
          <p:cNvSpPr/>
          <p:nvPr/>
        </p:nvSpPr>
        <p:spPr>
          <a:xfrm>
            <a:off x="609600" y="1463040"/>
            <a:ext cx="10972800" cy="3090672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67840"/>
            <a:ext cx="609600" cy="609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67840" y="1645920"/>
            <a:ext cx="9387840" cy="1097280"/>
          </a:xfrm>
          <a:prstGeom prst="rect">
            <a:avLst/>
          </a:prstGeom>
          <a:noFill/>
          <a:ln/>
        </p:spPr>
        <p:txBody>
          <a:bodyPr>
            <a:normAutofit/>
          </a:bodyPr>
          <a:lstStyle/>
          <a:p>
            <a:r>
              <a:rPr lang="cs-CZ" dirty="0"/>
              <a:t>Uloha (5 minut, ve dvojicích): jeden vytvoří Google Doc, sdílí druhému s právem Komentovat. Druhý přidá komentář. První ho vyřeší.</a:t>
            </a:r>
          </a:p>
          <a:p>
            <a:endParaRPr lang="cs-CZ" dirty="0"/>
          </a:p>
        </p:txBody>
      </p:sp>
      <p:sp>
        <p:nvSpPr>
          <p:cNvPr id="9" name="Text 6"/>
          <p:cNvSpPr/>
          <p:nvPr/>
        </p:nvSpPr>
        <p:spPr>
          <a:xfrm>
            <a:off x="914400" y="2926080"/>
            <a:ext cx="10363200" cy="1222202"/>
          </a:xfrm>
          <a:prstGeom prst="rect">
            <a:avLst/>
          </a:prstGeom>
          <a:noFill/>
          <a:ln/>
        </p:spPr>
        <p:txBody>
          <a:bodyPr>
            <a:normAutofit fontScale="92500" lnSpcReduction="20000"/>
          </a:bodyPr>
          <a:lstStyle/>
          <a:p>
            <a:r>
              <a:rPr lang="cs-CZ" b="1" dirty="0"/>
              <a:t>Kroky:</a:t>
            </a:r>
          </a:p>
          <a:p>
            <a:r>
              <a:rPr lang="cs-CZ" dirty="0"/>
              <a:t>1.  Nový dokument → napište libovolnou větu</a:t>
            </a:r>
          </a:p>
          <a:p>
            <a:r>
              <a:rPr lang="cs-CZ" dirty="0"/>
              <a:t>2.  Sdílet → zadat e-mail spolužáka → Komentátor</a:t>
            </a:r>
          </a:p>
          <a:p>
            <a:r>
              <a:rPr lang="cs-CZ" dirty="0"/>
              <a:t>3.  Spolužák označí text a přidá komentář</a:t>
            </a:r>
          </a:p>
          <a:p>
            <a:r>
              <a:rPr lang="cs-CZ" dirty="0"/>
              <a:t>4.  Vyřešit komentář → Historie verzí: kolik verzí?</a:t>
            </a:r>
          </a:p>
          <a:p>
            <a:endParaRPr lang="cs-CZ" dirty="0"/>
          </a:p>
        </p:txBody>
      </p:sp>
      <p:sp>
        <p:nvSpPr>
          <p:cNvPr id="10" name="Text 7"/>
          <p:cNvSpPr/>
          <p:nvPr/>
        </p:nvSpPr>
        <p:spPr>
          <a:xfrm>
            <a:off x="914400" y="487680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262290AE-5D8F-0572-0A29-D4E9EEC987F4}"/>
              </a:ext>
            </a:extLst>
          </p:cNvPr>
          <p:cNvSpPr txBox="1">
            <a:spLocks/>
          </p:cNvSpPr>
          <p:nvPr/>
        </p:nvSpPr>
        <p:spPr>
          <a:xfrm>
            <a:off x="609600" y="533537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Zkuste to hned teď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1D9BEE46-6910-1AB7-4EFE-8BAC034BCEDD}"/>
              </a:ext>
            </a:extLst>
          </p:cNvPr>
          <p:cNvSpPr txBox="1"/>
          <p:nvPr/>
        </p:nvSpPr>
        <p:spPr>
          <a:xfrm>
            <a:off x="609600" y="4791410"/>
            <a:ext cx="10972800" cy="1384995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r>
              <a:rPr lang="cs-CZ" b="1" dirty="0"/>
              <a:t>Bonus:</a:t>
            </a:r>
          </a:p>
          <a:p>
            <a:r>
              <a:rPr lang="cs-CZ" dirty="0"/>
              <a:t>Podívejte se do Nastavení sdílení – jaké úrovně přístupu existují?</a:t>
            </a:r>
          </a:p>
          <a:p>
            <a:endParaRPr lang="cs-CZ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213775"/>
            <a:ext cx="1097280" cy="1097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7680" y="2036064"/>
            <a:ext cx="4693920" cy="3718560"/>
          </a:xfrm>
          <a:prstGeom prst="rect">
            <a:avLst/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8" name="Text 5"/>
          <p:cNvSpPr/>
          <p:nvPr/>
        </p:nvSpPr>
        <p:spPr>
          <a:xfrm>
            <a:off x="609600" y="2665135"/>
            <a:ext cx="499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Google Drive – sdílení</a:t>
            </a:r>
            <a:endParaRPr lang="en-US" sz="1867" dirty="0"/>
          </a:p>
        </p:txBody>
      </p:sp>
      <p:sp>
        <p:nvSpPr>
          <p:cNvPr id="9" name="Text 6"/>
          <p:cNvSpPr/>
          <p:nvPr/>
        </p:nvSpPr>
        <p:spPr>
          <a:xfrm>
            <a:off x="670560" y="2255520"/>
            <a:ext cx="4358640" cy="3413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Sdílet soubor/složku s konkrétní osobou nebo odkazem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Zobrazit – pouze čtení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Komentovat – může přidat poznámky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Upravovat – může měnit obsah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Vlastník – plná kontrola, může mazat</a:t>
            </a:r>
            <a:endParaRPr lang="en-US" sz="1733" dirty="0"/>
          </a:p>
        </p:txBody>
      </p:sp>
      <p:sp>
        <p:nvSpPr>
          <p:cNvPr id="10" name="Shape 7"/>
          <p:cNvSpPr/>
          <p:nvPr/>
        </p:nvSpPr>
        <p:spPr>
          <a:xfrm>
            <a:off x="5426348" y="2074277"/>
            <a:ext cx="4263561" cy="3680347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1" name="Text 8"/>
          <p:cNvSpPr/>
          <p:nvPr/>
        </p:nvSpPr>
        <p:spPr>
          <a:xfrm>
            <a:off x="5485492" y="2665135"/>
            <a:ext cx="499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Google Docs – spolupráce</a:t>
            </a:r>
            <a:endParaRPr lang="en-US" sz="1867" dirty="0"/>
          </a:p>
        </p:txBody>
      </p:sp>
      <p:sp>
        <p:nvSpPr>
          <p:cNvPr id="12" name="Text 9"/>
          <p:cNvSpPr/>
          <p:nvPr/>
        </p:nvSpPr>
        <p:spPr>
          <a:xfrm>
            <a:off x="5730240" y="2286000"/>
            <a:ext cx="3737610" cy="3413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Více lidí edituje dokument současně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kurzor má jméno a barvu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Komentáře s @zmínkami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Historie verzí – návrat k starší verzi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Funguje i offline (Google Chrome)</a:t>
            </a:r>
            <a:endParaRPr lang="en-US" sz="1733" dirty="0"/>
          </a:p>
        </p:txBody>
      </p:sp>
      <p:sp>
        <p:nvSpPr>
          <p:cNvPr id="14" name="Text 11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15" name="Nadpis 1">
            <a:extLst>
              <a:ext uri="{FF2B5EF4-FFF2-40B4-BE49-F238E27FC236}">
                <a16:creationId xmlns:a16="http://schemas.microsoft.com/office/drawing/2014/main" id="{0AE5D91D-E33D-8133-4169-3BDADE987344}"/>
              </a:ext>
            </a:extLst>
          </p:cNvPr>
          <p:cNvSpPr txBox="1">
            <a:spLocks/>
          </p:cNvSpPr>
          <p:nvPr/>
        </p:nvSpPr>
        <p:spPr>
          <a:xfrm>
            <a:off x="1066800" y="1054698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Google Drive a Docs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04800" y="0"/>
            <a:ext cx="1158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Komunikace v online prostoru</a:t>
            </a:r>
            <a:endParaRPr lang="en-US" sz="3467" dirty="0"/>
          </a:p>
        </p:txBody>
      </p:sp>
      <p:sp>
        <p:nvSpPr>
          <p:cNvPr id="7" name="Text 4"/>
          <p:cNvSpPr/>
          <p:nvPr/>
        </p:nvSpPr>
        <p:spPr>
          <a:xfrm>
            <a:off x="487680" y="1749552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Různé nástroje pro různé kontexty – klíčové je vědět, kde co použít</a:t>
            </a:r>
            <a:endParaRPr lang="en-US" sz="1867" dirty="0"/>
          </a:p>
        </p:txBody>
      </p:sp>
      <p:sp>
        <p:nvSpPr>
          <p:cNvPr id="8" name="Shape 5"/>
          <p:cNvSpPr/>
          <p:nvPr/>
        </p:nvSpPr>
        <p:spPr>
          <a:xfrm>
            <a:off x="487680" y="2377440"/>
            <a:ext cx="359664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9" name="Shape 6"/>
          <p:cNvSpPr/>
          <p:nvPr/>
        </p:nvSpPr>
        <p:spPr>
          <a:xfrm>
            <a:off x="1828800" y="249936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336" y="2596896"/>
            <a:ext cx="719328" cy="719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9600" y="353568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733" dirty="0"/>
          </a:p>
        </p:txBody>
      </p:sp>
      <p:sp>
        <p:nvSpPr>
          <p:cNvPr id="12" name="Text 8"/>
          <p:cNvSpPr/>
          <p:nvPr/>
        </p:nvSpPr>
        <p:spPr>
          <a:xfrm>
            <a:off x="609600" y="4145280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Práce, startupy, IT týmy.
Kanály, vlákna, integrace s GitHub a Jira.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328160" y="2377440"/>
            <a:ext cx="359664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4" name="Shape 10"/>
          <p:cNvSpPr/>
          <p:nvPr/>
        </p:nvSpPr>
        <p:spPr>
          <a:xfrm>
            <a:off x="5669280" y="2499360"/>
            <a:ext cx="914400" cy="9144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816" y="2596896"/>
            <a:ext cx="719328" cy="719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50080" y="353568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</a:t>
            </a:r>
            <a:endParaRPr lang="en-US" sz="1733" dirty="0"/>
          </a:p>
        </p:txBody>
      </p:sp>
      <p:sp>
        <p:nvSpPr>
          <p:cNvPr id="17" name="Text 12"/>
          <p:cNvSpPr/>
          <p:nvPr/>
        </p:nvSpPr>
        <p:spPr>
          <a:xfrm>
            <a:off x="4450080" y="4145280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Školy, firmy, Office 365.
Videohovory, sdílení souborů přímo v aplikaci.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168640" y="2377440"/>
            <a:ext cx="359664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9" name="Shape 14"/>
          <p:cNvSpPr/>
          <p:nvPr/>
        </p:nvSpPr>
        <p:spPr>
          <a:xfrm>
            <a:off x="9509760" y="2499360"/>
            <a:ext cx="914400" cy="9144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296" y="2596896"/>
            <a:ext cx="719328" cy="7193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90560" y="353568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733" dirty="0"/>
          </a:p>
        </p:txBody>
      </p:sp>
      <p:sp>
        <p:nvSpPr>
          <p:cNvPr id="22" name="Text 16"/>
          <p:cNvSpPr/>
          <p:nvPr/>
        </p:nvSpPr>
        <p:spPr>
          <a:xfrm>
            <a:off x="8290560" y="4145280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Komunity, studenti, gaming.
Textové i hlasové kanály, zdarma bez limitů.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87680" y="5852160"/>
            <a:ext cx="1121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E-mail zůstává pro formální komunikaci – potvrzení, doklady, firmy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Digitální a mediální gramotnost</a:t>
            </a:r>
            <a:endParaRPr lang="en-US" sz="1067" dirty="0"/>
          </a:p>
        </p:txBody>
      </p:sp>
      <p:sp>
        <p:nvSpPr>
          <p:cNvPr id="25" name="Nadpis 1">
            <a:extLst>
              <a:ext uri="{FF2B5EF4-FFF2-40B4-BE49-F238E27FC236}">
                <a16:creationId xmlns:a16="http://schemas.microsoft.com/office/drawing/2014/main" id="{C3DAB9BB-51A9-81C6-CBB0-5122C0FBC0EF}"/>
              </a:ext>
            </a:extLst>
          </p:cNvPr>
          <p:cNvSpPr txBox="1">
            <a:spLocks/>
          </p:cNvSpPr>
          <p:nvPr/>
        </p:nvSpPr>
        <p:spPr>
          <a:xfrm>
            <a:off x="1097280" y="1042462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 err="1"/>
              <a:t>Slack · Teams · Discord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04800" y="0"/>
            <a:ext cx="1158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zamyšlení</a:t>
            </a:r>
            <a:endParaRPr lang="en-US" sz="3467" dirty="0"/>
          </a:p>
        </p:txBody>
      </p:sp>
      <p:sp>
        <p:nvSpPr>
          <p:cNvPr id="6" name="Shape 4"/>
          <p:cNvSpPr/>
          <p:nvPr/>
        </p:nvSpPr>
        <p:spPr>
          <a:xfrm>
            <a:off x="609600" y="1463040"/>
            <a:ext cx="10972800" cy="4389120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67840"/>
            <a:ext cx="609600" cy="609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67840" y="1645920"/>
            <a:ext cx="938784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Vedoucímu projektu se nelíbí váš návrh. Napište mu zprávu – ale kam?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3169920"/>
            <a:ext cx="10363200" cy="1584960"/>
          </a:xfrm>
          <a:prstGeom prst="rect">
            <a:avLst/>
          </a:prstGeom>
          <a:noFill/>
          <a:ln/>
        </p:spPr>
        <p:txBody>
          <a:bodyPr>
            <a:normAutofit/>
          </a:bodyPr>
          <a:lstStyle/>
          <a:p>
            <a:r>
              <a:rPr lang="cs-CZ" b="1" dirty="0"/>
              <a:t>Diskutujte ve dvojicích:</a:t>
            </a:r>
          </a:p>
          <a:p>
            <a:r>
              <a:rPr lang="cs-CZ" dirty="0"/>
              <a:t>a)  Discord – neformální, přátelský tón, krátce</a:t>
            </a:r>
          </a:p>
          <a:p>
            <a:r>
              <a:rPr lang="cs-CZ" dirty="0"/>
              <a:t>b)  Slack komentář k souboru – věcně, k tématu</a:t>
            </a:r>
          </a:p>
          <a:p>
            <a:r>
              <a:rPr lang="cs-CZ" dirty="0"/>
              <a:t>c)  Formální e-mail – uctivý tón, pozdrav, podpis</a:t>
            </a:r>
          </a:p>
          <a:p>
            <a:endParaRPr lang="cs-CZ" dirty="0"/>
          </a:p>
        </p:txBody>
      </p:sp>
      <p:sp>
        <p:nvSpPr>
          <p:cNvPr id="10" name="Text 7"/>
          <p:cNvSpPr/>
          <p:nvPr/>
        </p:nvSpPr>
        <p:spPr>
          <a:xfrm>
            <a:off x="914400" y="4998720"/>
            <a:ext cx="103632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D05FB924-6E0C-381A-1DF6-CA7E3FE67C31}"/>
              </a:ext>
            </a:extLst>
          </p:cNvPr>
          <p:cNvSpPr txBox="1">
            <a:spLocks/>
          </p:cNvSpPr>
          <p:nvPr/>
        </p:nvSpPr>
        <p:spPr>
          <a:xfrm>
            <a:off x="609600" y="655457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Formální vs. neformální komunikace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04800" y="0"/>
            <a:ext cx="1158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3467" dirty="0"/>
          </a:p>
        </p:txBody>
      </p:sp>
      <p:sp>
        <p:nvSpPr>
          <p:cNvPr id="6" name="Shape 4"/>
          <p:cNvSpPr/>
          <p:nvPr/>
        </p:nvSpPr>
        <p:spPr>
          <a:xfrm>
            <a:off x="426720" y="1840992"/>
            <a:ext cx="5425440" cy="19385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7" name="Shape 5"/>
          <p:cNvSpPr/>
          <p:nvPr/>
        </p:nvSpPr>
        <p:spPr>
          <a:xfrm>
            <a:off x="426720" y="1840992"/>
            <a:ext cx="85344" cy="1938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" y="1999488"/>
            <a:ext cx="670560" cy="67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962912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867" dirty="0"/>
          </a:p>
        </p:txBody>
      </p:sp>
      <p:sp>
        <p:nvSpPr>
          <p:cNvPr id="10" name="Text 7"/>
          <p:cNvSpPr/>
          <p:nvPr/>
        </p:nvSpPr>
        <p:spPr>
          <a:xfrm>
            <a:off x="646176" y="2493264"/>
            <a:ext cx="50596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Distribuovaný verzovací systém.</a:t>
            </a:r>
            <a:endParaRPr lang="en-US" sz="1533" dirty="0"/>
          </a:p>
          <a:p>
            <a:r>
              <a:rPr lang="en-US" sz="15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Běží lokálně, sleduje změny v souborech.</a:t>
            </a:r>
            <a:endParaRPr lang="en-US" sz="1533" dirty="0"/>
          </a:p>
        </p:txBody>
      </p:sp>
      <p:sp>
        <p:nvSpPr>
          <p:cNvPr id="11" name="Shape 8"/>
          <p:cNvSpPr/>
          <p:nvPr/>
        </p:nvSpPr>
        <p:spPr>
          <a:xfrm>
            <a:off x="6217920" y="1840992"/>
            <a:ext cx="5425440" cy="19385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2" name="Shape 9"/>
          <p:cNvSpPr/>
          <p:nvPr/>
        </p:nvSpPr>
        <p:spPr>
          <a:xfrm>
            <a:off x="6217920" y="1840992"/>
            <a:ext cx="85344" cy="19385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1999488"/>
            <a:ext cx="670560" cy="6705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4240" y="1962912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867" dirty="0"/>
          </a:p>
        </p:txBody>
      </p:sp>
      <p:sp>
        <p:nvSpPr>
          <p:cNvPr id="15" name="Text 11"/>
          <p:cNvSpPr/>
          <p:nvPr/>
        </p:nvSpPr>
        <p:spPr>
          <a:xfrm>
            <a:off x="6437376" y="2532888"/>
            <a:ext cx="50596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Webová služba postavená nad Gitem.</a:t>
            </a:r>
            <a:endParaRPr lang="en-US" sz="1533" dirty="0"/>
          </a:p>
          <a:p>
            <a:r>
              <a:rPr lang="en-US" sz="15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Ukládá repozitáře online, umožňuje spolupráci.</a:t>
            </a:r>
            <a:endParaRPr lang="en-US" sz="1533" dirty="0"/>
          </a:p>
        </p:txBody>
      </p:sp>
      <p:sp>
        <p:nvSpPr>
          <p:cNvPr id="16" name="Shape 12"/>
          <p:cNvSpPr/>
          <p:nvPr/>
        </p:nvSpPr>
        <p:spPr>
          <a:xfrm>
            <a:off x="426720" y="4023360"/>
            <a:ext cx="542544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7" name="Shape 13"/>
          <p:cNvSpPr/>
          <p:nvPr/>
        </p:nvSpPr>
        <p:spPr>
          <a:xfrm>
            <a:off x="426720" y="4023360"/>
            <a:ext cx="73152" cy="217618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76" y="4206240"/>
            <a:ext cx="670560" cy="6705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416966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Repozitář</a:t>
            </a:r>
            <a:endParaRPr lang="en-US" sz="1867" dirty="0"/>
          </a:p>
        </p:txBody>
      </p:sp>
      <p:sp>
        <p:nvSpPr>
          <p:cNvPr id="20" name="Text 15"/>
          <p:cNvSpPr/>
          <p:nvPr/>
        </p:nvSpPr>
        <p:spPr>
          <a:xfrm>
            <a:off x="646176" y="4876800"/>
            <a:ext cx="50596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Složka projektu sledovaná Gitem.</a:t>
            </a:r>
            <a:endParaRPr lang="en-US" sz="1533" dirty="0"/>
          </a:p>
          <a:p>
            <a:r>
              <a:rPr lang="en-US" sz="15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Obsahuje historii všech změn.</a:t>
            </a:r>
            <a:endParaRPr lang="en-US" sz="1533" dirty="0"/>
          </a:p>
        </p:txBody>
      </p:sp>
      <p:sp>
        <p:nvSpPr>
          <p:cNvPr id="21" name="Shape 16"/>
          <p:cNvSpPr/>
          <p:nvPr/>
        </p:nvSpPr>
        <p:spPr>
          <a:xfrm>
            <a:off x="6217920" y="4023360"/>
            <a:ext cx="542544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22" name="Shape 17"/>
          <p:cNvSpPr/>
          <p:nvPr/>
        </p:nvSpPr>
        <p:spPr>
          <a:xfrm>
            <a:off x="6217920" y="4023360"/>
            <a:ext cx="85344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4206240"/>
            <a:ext cx="670560" cy="6705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54240" y="416966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867" dirty="0"/>
          </a:p>
        </p:txBody>
      </p:sp>
      <p:sp>
        <p:nvSpPr>
          <p:cNvPr id="25" name="Text 19"/>
          <p:cNvSpPr/>
          <p:nvPr/>
        </p:nvSpPr>
        <p:spPr>
          <a:xfrm>
            <a:off x="6437376" y="4876800"/>
            <a:ext cx="50596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Bezplatný hosting přímo z repozitáře.</a:t>
            </a:r>
            <a:endParaRPr lang="en-US" sz="1533" dirty="0"/>
          </a:p>
          <a:p>
            <a:r>
              <a:rPr lang="en-US" sz="15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Váš web na: jmeno.github.io/repo</a:t>
            </a:r>
            <a:endParaRPr lang="en-US" sz="1533" dirty="0"/>
          </a:p>
        </p:txBody>
      </p:sp>
      <p:sp>
        <p:nvSpPr>
          <p:cNvPr id="26" name="Text 20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27" name="Nadpis 1">
            <a:extLst>
              <a:ext uri="{FF2B5EF4-FFF2-40B4-BE49-F238E27FC236}">
                <a16:creationId xmlns:a16="http://schemas.microsoft.com/office/drawing/2014/main" id="{B37E73CA-0187-14E8-282E-EC27AA62D7FB}"/>
              </a:ext>
            </a:extLst>
          </p:cNvPr>
          <p:cNvSpPr txBox="1">
            <a:spLocks/>
          </p:cNvSpPr>
          <p:nvPr/>
        </p:nvSpPr>
        <p:spPr>
          <a:xfrm>
            <a:off x="426720" y="658459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Verzovací systém + spolupráce na kódu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04800" y="0"/>
            <a:ext cx="1158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3467" dirty="0"/>
          </a:p>
        </p:txBody>
      </p:sp>
      <p:sp>
        <p:nvSpPr>
          <p:cNvPr id="6" name="Shape 4"/>
          <p:cNvSpPr/>
          <p:nvPr/>
        </p:nvSpPr>
        <p:spPr>
          <a:xfrm>
            <a:off x="609600" y="1463040"/>
            <a:ext cx="10972800" cy="4389120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67056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8" name="Shape 6"/>
          <p:cNvSpPr/>
          <p:nvPr/>
        </p:nvSpPr>
        <p:spPr>
          <a:xfrm>
            <a:off x="914400" y="1645920"/>
            <a:ext cx="6705600" cy="463296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9" name="Text 7"/>
          <p:cNvSpPr/>
          <p:nvPr/>
        </p:nvSpPr>
        <p:spPr>
          <a:xfrm>
            <a:off x="1097280" y="1670304"/>
            <a:ext cx="63398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zapnout GitHub Pages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1097280" y="2218944"/>
            <a:ext cx="6278880" cy="2316480"/>
          </a:xfrm>
          <a:prstGeom prst="rect">
            <a:avLst/>
          </a:prstGeom>
          <a:noFill/>
          <a:ln/>
        </p:spPr>
        <p:txBody>
          <a:bodyPr>
            <a:normAutofit/>
          </a:bodyPr>
          <a:lstStyle/>
          <a:p>
            <a:r>
              <a:rPr lang="cs-CZ" b="1" dirty="0"/>
              <a:t>Krok 1: Repozitář musí mít soubor index.html v kořenové složce</a:t>
            </a:r>
          </a:p>
          <a:p>
            <a:r>
              <a:rPr lang="cs-CZ" b="1" dirty="0"/>
              <a:t>Krok 2: Settings → Pages → Source: Deploy from branch → main</a:t>
            </a:r>
          </a:p>
          <a:p>
            <a:r>
              <a:rPr lang="cs-CZ" b="1" dirty="0"/>
              <a:t>Krok 3: Po pár minutách je web živý na: vase-jmeno.github.io/nazev-repo</a:t>
            </a:r>
          </a:p>
        </p:txBody>
      </p:sp>
      <p:sp>
        <p:nvSpPr>
          <p:cNvPr id="11" name="Text 9"/>
          <p:cNvSpPr/>
          <p:nvPr/>
        </p:nvSpPr>
        <p:spPr>
          <a:xfrm>
            <a:off x="7863840" y="1828800"/>
            <a:ext cx="341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Propojení s HTML/CSS hodinou:</a:t>
            </a:r>
            <a:endParaRPr lang="en-US" sz="1733" dirty="0"/>
          </a:p>
          <a:p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Vaše portfolio z prezentace 12 lze nahrát přímo na GitHub Pages!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7863840" y="3901440"/>
            <a:ext cx="341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Výsledek: web viditelný celému světu zdarma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Digitální a mediální gramotnost</a:t>
            </a:r>
            <a:endParaRPr lang="en-US" sz="1067" dirty="0"/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5C1552F4-0C05-1F2E-4A17-C06C3327E96D}"/>
              </a:ext>
            </a:extLst>
          </p:cNvPr>
          <p:cNvSpPr txBox="1">
            <a:spLocks/>
          </p:cNvSpPr>
          <p:nvPr/>
        </p:nvSpPr>
        <p:spPr>
          <a:xfrm>
            <a:off x="426720" y="658459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Váš web zdarma na internetu</a:t>
            </a: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118E78C7-FDA7-0C7F-B788-F078B0D5B517}"/>
              </a:ext>
            </a:extLst>
          </p:cNvPr>
          <p:cNvSpPr/>
          <p:nvPr/>
        </p:nvSpPr>
        <p:spPr>
          <a:xfrm>
            <a:off x="914400" y="4992624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cs-CZ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Projekt HUGO – vzhled a rozložení využíváte s šablony staráte se jen o obsahovou stránku (holý text)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56" y="236474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7680" y="1652016"/>
            <a:ext cx="98755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nástroj má svůj kontext – klíčové je vybrat ten správný</a:t>
            </a:r>
            <a:endParaRPr lang="en-US" sz="1733" dirty="0"/>
          </a:p>
        </p:txBody>
      </p:sp>
      <p:sp>
        <p:nvSpPr>
          <p:cNvPr id="8" name="Shape 5"/>
          <p:cNvSpPr/>
          <p:nvPr/>
        </p:nvSpPr>
        <p:spPr>
          <a:xfrm>
            <a:off x="426720" y="2255520"/>
            <a:ext cx="3596640" cy="1767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9" name="Shape 6"/>
          <p:cNvSpPr/>
          <p:nvPr/>
        </p:nvSpPr>
        <p:spPr>
          <a:xfrm>
            <a:off x="426720" y="2255520"/>
            <a:ext cx="73152" cy="176784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2400"/>
          </a:p>
        </p:txBody>
      </p:sp>
      <p:sp>
        <p:nvSpPr>
          <p:cNvPr id="10" name="Text 7"/>
          <p:cNvSpPr/>
          <p:nvPr/>
        </p:nvSpPr>
        <p:spPr>
          <a:xfrm>
            <a:off x="646176" y="2353056"/>
            <a:ext cx="323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6176" y="2804160"/>
            <a:ext cx="323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Sdílení dokumentů, spolupráce v reálném čase, zdarma</a:t>
            </a:r>
            <a:endParaRPr lang="en-US" sz="1467" dirty="0"/>
          </a:p>
        </p:txBody>
      </p:sp>
      <p:sp>
        <p:nvSpPr>
          <p:cNvPr id="12" name="Shape 9"/>
          <p:cNvSpPr/>
          <p:nvPr/>
        </p:nvSpPr>
        <p:spPr>
          <a:xfrm>
            <a:off x="4328160" y="2255520"/>
            <a:ext cx="3596640" cy="1767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3" name="Shape 10"/>
          <p:cNvSpPr/>
          <p:nvPr/>
        </p:nvSpPr>
        <p:spPr>
          <a:xfrm>
            <a:off x="4328160" y="2255520"/>
            <a:ext cx="73152" cy="1767840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4" name="Text 11"/>
          <p:cNvSpPr/>
          <p:nvPr/>
        </p:nvSpPr>
        <p:spPr>
          <a:xfrm>
            <a:off x="4547616" y="2353056"/>
            <a:ext cx="323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47616" y="2804160"/>
            <a:ext cx="323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"Právo být zapomenut" – za určitých podmínek musí data smazat</a:t>
            </a:r>
            <a:endParaRPr lang="en-US" sz="1467" dirty="0"/>
          </a:p>
        </p:txBody>
      </p:sp>
      <p:sp>
        <p:nvSpPr>
          <p:cNvPr id="16" name="Shape 13"/>
          <p:cNvSpPr/>
          <p:nvPr/>
        </p:nvSpPr>
        <p:spPr>
          <a:xfrm>
            <a:off x="8229600" y="2255520"/>
            <a:ext cx="3596640" cy="1767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7" name="Shape 14"/>
          <p:cNvSpPr/>
          <p:nvPr/>
        </p:nvSpPr>
        <p:spPr>
          <a:xfrm>
            <a:off x="8229600" y="2255520"/>
            <a:ext cx="73152" cy="1767840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8" name="Text 15"/>
          <p:cNvSpPr/>
          <p:nvPr/>
        </p:nvSpPr>
        <p:spPr>
          <a:xfrm>
            <a:off x="8449056" y="2353056"/>
            <a:ext cx="323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449056" y="2804160"/>
            <a:ext cx="323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Kód, verzování, portfolia, GitHub Pages hosting</a:t>
            </a:r>
            <a:endParaRPr lang="en-US" sz="1467" dirty="0"/>
          </a:p>
        </p:txBody>
      </p:sp>
      <p:sp>
        <p:nvSpPr>
          <p:cNvPr id="20" name="Shape 17"/>
          <p:cNvSpPr/>
          <p:nvPr/>
        </p:nvSpPr>
        <p:spPr>
          <a:xfrm>
            <a:off x="426720" y="4206240"/>
            <a:ext cx="3596640" cy="1767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21" name="Shape 18"/>
          <p:cNvSpPr/>
          <p:nvPr/>
        </p:nvSpPr>
        <p:spPr>
          <a:xfrm>
            <a:off x="426720" y="4206240"/>
            <a:ext cx="73152" cy="1767840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22" name="Text 19"/>
          <p:cNvSpPr/>
          <p:nvPr/>
        </p:nvSpPr>
        <p:spPr>
          <a:xfrm>
            <a:off x="646176" y="4303776"/>
            <a:ext cx="323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46176" y="4754880"/>
            <a:ext cx="323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Týmová komunikace, integrace s nástroji, kanály</a:t>
            </a:r>
            <a:endParaRPr lang="en-US" sz="1467" dirty="0"/>
          </a:p>
        </p:txBody>
      </p:sp>
      <p:sp>
        <p:nvSpPr>
          <p:cNvPr id="24" name="Shape 21"/>
          <p:cNvSpPr/>
          <p:nvPr/>
        </p:nvSpPr>
        <p:spPr>
          <a:xfrm>
            <a:off x="4328160" y="4206240"/>
            <a:ext cx="3596640" cy="1767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25" name="Shape 22"/>
          <p:cNvSpPr/>
          <p:nvPr/>
        </p:nvSpPr>
        <p:spPr>
          <a:xfrm>
            <a:off x="4328160" y="4206240"/>
            <a:ext cx="73152" cy="1767840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26" name="Text 23"/>
          <p:cNvSpPr/>
          <p:nvPr/>
        </p:nvSpPr>
        <p:spPr>
          <a:xfrm>
            <a:off x="4547616" y="4303776"/>
            <a:ext cx="323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547616" y="4754880"/>
            <a:ext cx="323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Komunity, studenti, hlasové kanály, zdarma</a:t>
            </a:r>
            <a:endParaRPr lang="en-US" sz="1467" dirty="0"/>
          </a:p>
        </p:txBody>
      </p:sp>
      <p:sp>
        <p:nvSpPr>
          <p:cNvPr id="28" name="Shape 25"/>
          <p:cNvSpPr/>
          <p:nvPr/>
        </p:nvSpPr>
        <p:spPr>
          <a:xfrm>
            <a:off x="8229600" y="4206240"/>
            <a:ext cx="3596640" cy="1767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29" name="Shape 26"/>
          <p:cNvSpPr/>
          <p:nvPr/>
        </p:nvSpPr>
        <p:spPr>
          <a:xfrm>
            <a:off x="8229600" y="4206240"/>
            <a:ext cx="73152" cy="1767840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30" name="Text 27"/>
          <p:cNvSpPr/>
          <p:nvPr/>
        </p:nvSpPr>
        <p:spPr>
          <a:xfrm>
            <a:off x="8449056" y="4303776"/>
            <a:ext cx="323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449056" y="4754880"/>
            <a:ext cx="323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Formální komunikace, potvrzení, firmy, školy</a:t>
            </a:r>
            <a:endParaRPr lang="en-US" sz="1467" dirty="0"/>
          </a:p>
        </p:txBody>
      </p:sp>
      <p:sp>
        <p:nvSpPr>
          <p:cNvPr id="32" name="Text 29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Digitální a mediální gramotnost</a:t>
            </a:r>
            <a:endParaRPr lang="en-US" sz="1067" dirty="0"/>
          </a:p>
        </p:txBody>
      </p:sp>
      <p:sp>
        <p:nvSpPr>
          <p:cNvPr id="33" name="Nadpis 1">
            <a:extLst>
              <a:ext uri="{FF2B5EF4-FFF2-40B4-BE49-F238E27FC236}">
                <a16:creationId xmlns:a16="http://schemas.microsoft.com/office/drawing/2014/main" id="{A11BF76E-BD59-B1A7-15E7-2A595AA88FF6}"/>
              </a:ext>
            </a:extLst>
          </p:cNvPr>
          <p:cNvSpPr txBox="1">
            <a:spLocks/>
          </p:cNvSpPr>
          <p:nvPr/>
        </p:nvSpPr>
        <p:spPr>
          <a:xfrm>
            <a:off x="426720" y="658459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Kdy použít co?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609600" y="1463040"/>
            <a:ext cx="10972800" cy="4389120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67840"/>
            <a:ext cx="609600" cy="609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67840" y="1645920"/>
            <a:ext cx="938784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Zásady online komunikace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865120"/>
            <a:ext cx="4343400" cy="2133600"/>
          </a:xfrm>
          <a:prstGeom prst="rect">
            <a:avLst/>
          </a:prstGeom>
          <a:noFill/>
          <a:ln/>
        </p:spPr>
        <p:txBody>
          <a:bodyPr>
            <a:normAutofit/>
          </a:bodyPr>
          <a:lstStyle/>
          <a:p>
            <a:r>
              <a:rPr lang="cs-CZ" b="1" dirty="0"/>
              <a:t>Dělej:</a:t>
            </a:r>
          </a:p>
          <a:p>
            <a:r>
              <a:rPr lang="cs-CZ" dirty="0"/>
              <a:t>Piš jasně a stručně – čtený nemá tvůj kontext</a:t>
            </a:r>
          </a:p>
          <a:p>
            <a:r>
              <a:rPr lang="cs-CZ" dirty="0"/>
              <a:t>Označuj lidi (@jméno) jen když je to nutné</a:t>
            </a:r>
          </a:p>
          <a:p>
            <a:r>
              <a:rPr lang="cs-CZ" dirty="0"/>
              <a:t>Formální tón v e-mailu a firemním chatu</a:t>
            </a:r>
          </a:p>
          <a:p>
            <a:r>
              <a:rPr lang="cs-CZ" dirty="0"/>
              <a:t>Potvrď přijetí zprávy, když se od tebe čeká reakce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10" name="Text 7"/>
          <p:cNvSpPr/>
          <p:nvPr/>
        </p:nvSpPr>
        <p:spPr>
          <a:xfrm>
            <a:off x="914400" y="5120640"/>
            <a:ext cx="1036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Netiketa platí stejně v Discordu, Slacku i Teams – kontext určuje míru formálnosti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5C0F5339-97F7-5397-1122-07C1C9C1F723}"/>
              </a:ext>
            </a:extLst>
          </p:cNvPr>
          <p:cNvSpPr txBox="1">
            <a:spLocks/>
          </p:cNvSpPr>
          <p:nvPr/>
        </p:nvSpPr>
        <p:spPr>
          <a:xfrm>
            <a:off x="426720" y="658459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Netiketa a profesionalita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9086EB0E-E3A3-536D-89AB-1E3996119048}"/>
              </a:ext>
            </a:extLst>
          </p:cNvPr>
          <p:cNvSpPr txBox="1"/>
          <p:nvPr/>
        </p:nvSpPr>
        <p:spPr>
          <a:xfrm>
            <a:off x="6096000" y="2865120"/>
            <a:ext cx="4521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Nedělej:</a:t>
            </a:r>
          </a:p>
          <a:p>
            <a:r>
              <a:rPr lang="cs-CZ" dirty="0"/>
              <a:t>Neposílej 10 zpráv místo jedné ucelené</a:t>
            </a:r>
          </a:p>
          <a:p>
            <a:r>
              <a:rPr lang="cs-CZ" dirty="0"/>
              <a:t>Nekřič VERZÁLKAMI – působí agresivně</a:t>
            </a:r>
          </a:p>
          <a:p>
            <a:r>
              <a:rPr lang="cs-CZ" dirty="0"/>
              <a:t>Nesdílej citlivé informace ve veřejných kanálech</a:t>
            </a:r>
          </a:p>
          <a:p>
            <a:endParaRPr lang="cs-CZ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F52871-FF00-4D4A-8396-DA8C6A507140}">
  <ds:schemaRefs>
    <ds:schemaRef ds:uri="3eb61919-e7f8-4a11-8db4-9145fbd21da9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09a37b55-a4d7-45bd-a73f-33c2b1d41898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022C7D1-EE9E-4242-B577-CD53C439A6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41FF83-82FF-4DBC-83E0-E7855E7067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810</Words>
  <Application>Microsoft Office PowerPoint</Application>
  <PresentationFormat>Širokoúhlá obrazovka</PresentationFormat>
  <Paragraphs>130</Paragraphs>
  <Slides>11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Retrospect</vt:lpstr>
      <vt:lpstr>Spolupráce a sdílení online</vt:lpstr>
      <vt:lpstr>Na úvod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</dc:title>
  <dc:creator>Sládeček David</dc:creator>
  <cp:lastModifiedBy>Sládeček David</cp:lastModifiedBy>
  <cp:revision>591</cp:revision>
  <dcterms:created xsi:type="dcterms:W3CDTF">2025-10-12T16:48:06Z</dcterms:created>
  <dcterms:modified xsi:type="dcterms:W3CDTF">2026-03-23T08:31:22Z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  <property fmtid="{D5CDD505-2E9C-101B-9397-08002B2CF9AE}" pid="4" name="Order">
    <vt:r8>3700</vt:r8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xd_Signature">
    <vt:bool>false</vt:bool>
  </property>
</Properties>
</file>