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22"/>
  </p:notesMasterIdLst>
  <p:sldIdLst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004B68-5C12-4ED9-9802-66ACD336FB16}" v="1" dt="2026-02-09T11:13:44.295"/>
    <p1510:client id="{BCFA2739-99FF-43A7-8921-A30199C72A57}" v="124" dt="2026-02-09T07:10:49.723"/>
    <p1510:client id="{C549298E-4727-47F4-9B9B-14F6AFABB066}" v="226" dt="2026-02-09T06:59:55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AE004B68-5C12-4ED9-9802-66ACD336FB16}"/>
    <pc:docChg chg="modSld">
      <pc:chgData name="Sládeček David" userId="S::sladecek@hradebni.cz::474d93f0-3a32-49cc-b837-47806091b590" providerId="AD" clId="Web-{AE004B68-5C12-4ED9-9802-66ACD336FB16}" dt="2026-02-09T11:13:44.295" v="0" actId="1076"/>
      <pc:docMkLst>
        <pc:docMk/>
      </pc:docMkLst>
      <pc:sldChg chg="modSp">
        <pc:chgData name="Sládeček David" userId="S::sladecek@hradebni.cz::474d93f0-3a32-49cc-b837-47806091b590" providerId="AD" clId="Web-{AE004B68-5C12-4ED9-9802-66ACD336FB16}" dt="2026-02-09T11:13:44.295" v="0" actId="1076"/>
        <pc:sldMkLst>
          <pc:docMk/>
          <pc:sldMk cId="0" sldId="258"/>
        </pc:sldMkLst>
        <pc:spChg chg="mod">
          <ac:chgData name="Sládeček David" userId="S::sladecek@hradebni.cz::474d93f0-3a32-49cc-b837-47806091b590" providerId="AD" clId="Web-{AE004B68-5C12-4ED9-9802-66ACD336FB16}" dt="2026-02-09T11:13:44.295" v="0" actId="1076"/>
          <ac:spMkLst>
            <pc:docMk/>
            <pc:sldMk cId="0" sldId="258"/>
            <ac:spMk id="3" creationId="{00000000-0000-0000-0000-000000000000}"/>
          </ac:spMkLst>
        </pc:spChg>
      </pc:sldChg>
    </pc:docChg>
  </pc:docChgLst>
  <pc:docChgLst>
    <pc:chgData name="Sládeček David" userId="S::sladecek@hradebni.cz::474d93f0-3a32-49cc-b837-47806091b590" providerId="AD" clId="Web-{BCFA2739-99FF-43A7-8921-A30199C72A57}"/>
    <pc:docChg chg="mod addSld delSld modSld sldOrd">
      <pc:chgData name="Sládeček David" userId="S::sladecek@hradebni.cz::474d93f0-3a32-49cc-b837-47806091b590" providerId="AD" clId="Web-{BCFA2739-99FF-43A7-8921-A30199C72A57}" dt="2026-02-09T07:10:49.723" v="116" actId="14100"/>
      <pc:docMkLst>
        <pc:docMk/>
      </pc:docMkLst>
      <pc:sldChg chg="del">
        <pc:chgData name="Sládeček David" userId="S::sladecek@hradebni.cz::474d93f0-3a32-49cc-b837-47806091b590" providerId="AD" clId="Web-{BCFA2739-99FF-43A7-8921-A30199C72A57}" dt="2026-02-09T07:04:53.782" v="1"/>
        <pc:sldMkLst>
          <pc:docMk/>
          <pc:sldMk cId="0" sldId="256"/>
        </pc:sldMkLst>
      </pc:sldChg>
      <pc:sldChg chg="modSp">
        <pc:chgData name="Sládeček David" userId="S::sladecek@hradebni.cz::474d93f0-3a32-49cc-b837-47806091b590" providerId="AD" clId="Web-{BCFA2739-99FF-43A7-8921-A30199C72A57}" dt="2026-02-09T07:06:14.111" v="19" actId="20577"/>
        <pc:sldMkLst>
          <pc:docMk/>
          <pc:sldMk cId="0" sldId="259"/>
        </pc:sldMkLst>
        <pc:spChg chg="mod">
          <ac:chgData name="Sládeček David" userId="S::sladecek@hradebni.cz::474d93f0-3a32-49cc-b837-47806091b590" providerId="AD" clId="Web-{BCFA2739-99FF-43A7-8921-A30199C72A57}" dt="2026-02-09T07:06:14.111" v="19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07:05.502" v="30" actId="14100"/>
        <pc:sldMkLst>
          <pc:docMk/>
          <pc:sldMk cId="0" sldId="266"/>
        </pc:sldMkLst>
        <pc:spChg chg="mod">
          <ac:chgData name="Sládeček David" userId="S::sladecek@hradebni.cz::474d93f0-3a32-49cc-b837-47806091b590" providerId="AD" clId="Web-{BCFA2739-99FF-43A7-8921-A30199C72A57}" dt="2026-02-09T07:06:33.690" v="24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6:36.033" v="25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6:40.299" v="26"/>
          <ac:spMkLst>
            <pc:docMk/>
            <pc:sldMk cId="0" sldId="266"/>
            <ac:spMk id="4" creationId="{00000000-0000-0000-0000-000000000000}"/>
          </ac:spMkLst>
        </pc:spChg>
        <pc:spChg chg="mod ord">
          <ac:chgData name="Sládeček David" userId="S::sladecek@hradebni.cz::474d93f0-3a32-49cc-b837-47806091b590" providerId="AD" clId="Web-{BCFA2739-99FF-43A7-8921-A30199C72A57}" dt="2026-02-09T07:07:05.502" v="30" actId="14100"/>
          <ac:spMkLst>
            <pc:docMk/>
            <pc:sldMk cId="0" sldId="266"/>
            <ac:spMk id="6" creationId="{92D16D2D-D4AB-5BA3-CDC2-08C2CBCA3102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07:45.175" v="42" actId="20577"/>
        <pc:sldMkLst>
          <pc:docMk/>
          <pc:sldMk cId="0" sldId="267"/>
        </pc:sldMkLst>
        <pc:spChg chg="mod">
          <ac:chgData name="Sládeček David" userId="S::sladecek@hradebni.cz::474d93f0-3a32-49cc-b837-47806091b590" providerId="AD" clId="Web-{BCFA2739-99FF-43A7-8921-A30199C72A57}" dt="2026-02-09T07:07:24.268" v="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7:45.175" v="42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7:41.550" v="41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7:26.831" v="37"/>
          <ac:spMkLst>
            <pc:docMk/>
            <pc:sldMk cId="0" sldId="267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7:29.003" v="38"/>
          <ac:spMkLst>
            <pc:docMk/>
            <pc:sldMk cId="0" sldId="267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7:21.424" v="35" actId="20577"/>
          <ac:spMkLst>
            <pc:docMk/>
            <pc:sldMk cId="0" sldId="267"/>
            <ac:spMk id="9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10:49.723" v="116" actId="14100"/>
        <pc:sldMkLst>
          <pc:docMk/>
          <pc:sldMk cId="0" sldId="268"/>
        </pc:sldMkLst>
        <pc:spChg chg="mod">
          <ac:chgData name="Sládeček David" userId="S::sladecek@hradebni.cz::474d93f0-3a32-49cc-b837-47806091b590" providerId="AD" clId="Web-{BCFA2739-99FF-43A7-8921-A30199C72A57}" dt="2026-02-09T07:10:11.488" v="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14.457" v="102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49.723" v="116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25.254" v="105" actId="14100"/>
          <ac:spMkLst>
            <pc:docMk/>
            <pc:sldMk cId="0" sldId="268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42.004" v="115" actId="20577"/>
          <ac:spMkLst>
            <pc:docMk/>
            <pc:sldMk cId="0" sldId="268"/>
            <ac:spMk id="7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10:06.504" v="99"/>
        <pc:sldMkLst>
          <pc:docMk/>
          <pc:sldMk cId="0" sldId="269"/>
        </pc:sldMkLst>
        <pc:spChg chg="mod">
          <ac:chgData name="Sládeček David" userId="S::sladecek@hradebni.cz::474d93f0-3a32-49cc-b837-47806091b590" providerId="AD" clId="Web-{BCFA2739-99FF-43A7-8921-A30199C72A57}" dt="2026-02-09T07:10:06.504" v="99"/>
          <ac:spMkLst>
            <pc:docMk/>
            <pc:sldMk cId="0" sldId="269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03.816" v="98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10:01.270" v="96"/>
          <ac:spMkLst>
            <pc:docMk/>
            <pc:sldMk cId="0" sldId="269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57.457" v="9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46.504" v="90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51.629" v="93"/>
          <ac:spMkLst>
            <pc:docMk/>
            <pc:sldMk cId="0" sldId="269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49.973" v="92" actId="20577"/>
          <ac:spMkLst>
            <pc:docMk/>
            <pc:sldMk cId="0" sldId="269"/>
            <ac:spMk id="10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09:23.754" v="83" actId="20577"/>
        <pc:sldMkLst>
          <pc:docMk/>
          <pc:sldMk cId="0" sldId="270"/>
        </pc:sldMkLst>
        <pc:spChg chg="mod">
          <ac:chgData name="Sládeček David" userId="S::sladecek@hradebni.cz::474d93f0-3a32-49cc-b837-47806091b590" providerId="AD" clId="Web-{BCFA2739-99FF-43A7-8921-A30199C72A57}" dt="2026-02-09T07:09:03.754" v="72"/>
          <ac:spMkLst>
            <pc:docMk/>
            <pc:sldMk cId="0" sldId="270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02.269" v="71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06.785" v="73"/>
          <ac:spMkLst>
            <pc:docMk/>
            <pc:sldMk cId="0" sldId="270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09.097" v="74"/>
          <ac:spMkLst>
            <pc:docMk/>
            <pc:sldMk cId="0" sldId="270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9:23.754" v="83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08:43.175" v="63"/>
        <pc:sldMkLst>
          <pc:docMk/>
          <pc:sldMk cId="0" sldId="271"/>
        </pc:sldMkLst>
        <pc:spChg chg="mod">
          <ac:chgData name="Sládeček David" userId="S::sladecek@hradebni.cz::474d93f0-3a32-49cc-b837-47806091b590" providerId="AD" clId="Web-{BCFA2739-99FF-43A7-8921-A30199C72A57}" dt="2026-02-09T07:08:40.972" v="62"/>
          <ac:spMkLst>
            <pc:docMk/>
            <pc:sldMk cId="0" sldId="271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43.175" v="63"/>
          <ac:spMkLst>
            <pc:docMk/>
            <pc:sldMk cId="0" sldId="271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39.253" v="61" actId="20577"/>
          <ac:spMkLst>
            <pc:docMk/>
            <pc:sldMk cId="0" sldId="271"/>
            <ac:spMk id="7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BCFA2739-99FF-43A7-8921-A30199C72A57}" dt="2026-02-09T07:08:32.160" v="60" actId="20577"/>
        <pc:sldMkLst>
          <pc:docMk/>
          <pc:sldMk cId="0" sldId="272"/>
        </pc:sldMkLst>
        <pc:spChg chg="mod">
          <ac:chgData name="Sládeček David" userId="S::sladecek@hradebni.cz::474d93f0-3a32-49cc-b837-47806091b590" providerId="AD" clId="Web-{BCFA2739-99FF-43A7-8921-A30199C72A57}" dt="2026-02-09T07:08:02.831" v="46"/>
          <ac:spMkLst>
            <pc:docMk/>
            <pc:sldMk cId="0" sldId="272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24.769" v="54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07.097" v="48"/>
          <ac:spMkLst>
            <pc:docMk/>
            <pc:sldMk cId="0" sldId="272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27.378" v="56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09.097" v="49"/>
          <ac:spMkLst>
            <pc:docMk/>
            <pc:sldMk cId="0" sldId="272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29.613" v="58" actId="20577"/>
          <ac:spMkLst>
            <pc:docMk/>
            <pc:sldMk cId="0" sldId="272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11.206" v="50"/>
          <ac:spMkLst>
            <pc:docMk/>
            <pc:sldMk cId="0" sldId="272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BCFA2739-99FF-43A7-8921-A30199C72A57}" dt="2026-02-09T07:08:32.160" v="60" actId="20577"/>
          <ac:spMkLst>
            <pc:docMk/>
            <pc:sldMk cId="0" sldId="272"/>
            <ac:spMk id="10" creationId="{00000000-0000-0000-0000-000000000000}"/>
          </ac:spMkLst>
        </pc:spChg>
      </pc:sldChg>
      <pc:sldChg chg="del">
        <pc:chgData name="Sládeček David" userId="S::sladecek@hradebni.cz::474d93f0-3a32-49cc-b837-47806091b590" providerId="AD" clId="Web-{BCFA2739-99FF-43A7-8921-A30199C72A57}" dt="2026-02-09T07:07:53.800" v="43"/>
        <pc:sldMkLst>
          <pc:docMk/>
          <pc:sldMk cId="0" sldId="273"/>
        </pc:sldMkLst>
      </pc:sldChg>
      <pc:sldChg chg="del">
        <pc:chgData name="Sládeček David" userId="S::sladecek@hradebni.cz::474d93f0-3a32-49cc-b837-47806091b590" providerId="AD" clId="Web-{BCFA2739-99FF-43A7-8921-A30199C72A57}" dt="2026-02-09T07:07:54.784" v="44"/>
        <pc:sldMkLst>
          <pc:docMk/>
          <pc:sldMk cId="0" sldId="274"/>
        </pc:sldMkLst>
      </pc:sldChg>
      <pc:sldChg chg="del">
        <pc:chgData name="Sládeček David" userId="S::sladecek@hradebni.cz::474d93f0-3a32-49cc-b837-47806091b590" providerId="AD" clId="Web-{BCFA2739-99FF-43A7-8921-A30199C72A57}" dt="2026-02-09T07:07:58.675" v="45"/>
        <pc:sldMkLst>
          <pc:docMk/>
          <pc:sldMk cId="0" sldId="275"/>
        </pc:sldMkLst>
      </pc:sldChg>
      <pc:sldChg chg="addSp modSp new mod ord modClrScheme chgLayout">
        <pc:chgData name="Sládeček David" userId="S::sladecek@hradebni.cz::474d93f0-3a32-49cc-b837-47806091b590" providerId="AD" clId="Web-{BCFA2739-99FF-43A7-8921-A30199C72A57}" dt="2026-02-09T07:05:54.611" v="17" actId="20577"/>
        <pc:sldMkLst>
          <pc:docMk/>
          <pc:sldMk cId="2233345066" sldId="276"/>
        </pc:sldMkLst>
        <pc:spChg chg="add mod">
          <ac:chgData name="Sládeček David" userId="S::sladecek@hradebni.cz::474d93f0-3a32-49cc-b837-47806091b590" providerId="AD" clId="Web-{BCFA2739-99FF-43A7-8921-A30199C72A57}" dt="2026-02-09T07:05:54.611" v="17" actId="20577"/>
          <ac:spMkLst>
            <pc:docMk/>
            <pc:sldMk cId="2233345066" sldId="276"/>
            <ac:spMk id="2" creationId="{F942A1CD-4FD6-D9B1-8F60-0352C1DE4DDD}"/>
          </ac:spMkLst>
        </pc:spChg>
        <pc:spChg chg="add mod">
          <ac:chgData name="Sládeček David" userId="S::sladecek@hradebni.cz::474d93f0-3a32-49cc-b837-47806091b590" providerId="AD" clId="Web-{BCFA2739-99FF-43A7-8921-A30199C72A57}" dt="2026-02-09T07:05:27.720" v="5" actId="20577"/>
          <ac:spMkLst>
            <pc:docMk/>
            <pc:sldMk cId="2233345066" sldId="276"/>
            <ac:spMk id="3" creationId="{02063232-0AED-3444-34FC-1F10DF6B7ABA}"/>
          </ac:spMkLst>
        </pc:spChg>
      </pc:sldChg>
    </pc:docChg>
  </pc:docChgLst>
  <pc:docChgLst>
    <pc:chgData name="Sládeček David" userId="S::sladecek@hradebni.cz::474d93f0-3a32-49cc-b837-47806091b590" providerId="AD" clId="Web-{C549298E-4727-47F4-9B9B-14F6AFABB066}"/>
    <pc:docChg chg="mod modSld addMainMaster delMainMaster">
      <pc:chgData name="Sládeček David" userId="S::sladecek@hradebni.cz::474d93f0-3a32-49cc-b837-47806091b590" providerId="AD" clId="Web-{C549298E-4727-47F4-9B9B-14F6AFABB066}" dt="2026-02-09T06:59:55.857" v="213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56"/>
        </pc:sldMkLst>
        <pc:spChg chg="mod">
          <ac:chgData name="Sládeček David" userId="S::sladecek@hradebni.cz::474d93f0-3a32-49cc-b837-47806091b590" providerId="AD" clId="Web-{C549298E-4727-47F4-9B9B-14F6AFABB066}" dt="2026-02-09T06:50:14.685" v="16" actId="14100"/>
          <ac:spMkLst>
            <pc:docMk/>
            <pc:sldMk cId="0" sldId="256"/>
            <ac:spMk id="2" creationId="{00000000-0000-0000-0000-000000000000}"/>
          </ac:spMkLst>
        </pc:spChg>
        <pc:spChg chg="del mod ord">
          <ac:chgData name="Sládeček David" userId="S::sladecek@hradebni.cz::474d93f0-3a32-49cc-b837-47806091b590" providerId="AD" clId="Web-{C549298E-4727-47F4-9B9B-14F6AFABB066}" dt="2026-02-09T06:49:55.622" v="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49:43.294" v="4"/>
          <ac:spMkLst>
            <pc:docMk/>
            <pc:sldMk cId="0" sldId="256"/>
            <ac:spMk id="4" creationId="{00000000-0000-0000-0000-000000000000}"/>
          </ac:spMkLst>
        </pc:spChg>
        <pc:spChg chg="add mod ord">
          <ac:chgData name="Sládeček David" userId="S::sladecek@hradebni.cz::474d93f0-3a32-49cc-b837-47806091b590" providerId="AD" clId="Web-{C549298E-4727-47F4-9B9B-14F6AFABB066}" dt="2026-02-09T06:59:09.355" v="210"/>
          <ac:spMkLst>
            <pc:docMk/>
            <pc:sldMk cId="0" sldId="256"/>
            <ac:spMk id="9" creationId="{4D73E71F-D031-D59D-A0FE-128610454666}"/>
          </ac:spMkLst>
        </pc:spChg>
        <pc:spChg chg="add mod ord">
          <ac:chgData name="Sládeček David" userId="S::sladecek@hradebni.cz::474d93f0-3a32-49cc-b837-47806091b590" providerId="AD" clId="Web-{C549298E-4727-47F4-9B9B-14F6AFABB066}" dt="2026-02-09T06:59:09.355" v="210"/>
          <ac:spMkLst>
            <pc:docMk/>
            <pc:sldMk cId="0" sldId="256"/>
            <ac:spMk id="11" creationId="{4B512100-24B0-B322-624D-7C28E1B4C0CF}"/>
          </ac:spMkLst>
        </pc:spChg>
        <pc:spChg chg="add mod ord">
          <ac:chgData name="Sládeček David" userId="S::sladecek@hradebni.cz::474d93f0-3a32-49cc-b837-47806091b590" providerId="AD" clId="Web-{C549298E-4727-47F4-9B9B-14F6AFABB066}" dt="2026-02-09T06:59:09.355" v="210"/>
          <ac:spMkLst>
            <pc:docMk/>
            <pc:sldMk cId="0" sldId="256"/>
            <ac:spMk id="13" creationId="{565CD364-DADC-DB5E-FCB2-FAA83EE5A0F6}"/>
          </ac:spMkLst>
        </pc:spChg>
        <pc:spChg chg="add del">
          <ac:chgData name="Sládeček David" userId="S::sladecek@hradebni.cz::474d93f0-3a32-49cc-b837-47806091b590" providerId="AD" clId="Web-{C549298E-4727-47F4-9B9B-14F6AFABB066}" dt="2026-02-09T06:59:08.293" v="209"/>
          <ac:spMkLst>
            <pc:docMk/>
            <pc:sldMk cId="0" sldId="256"/>
            <ac:spMk id="18" creationId="{52C0B2E1-0268-42EC-ABD3-94F81A05BCBD}"/>
          </ac:spMkLst>
        </pc:spChg>
        <pc:spChg chg="del">
          <ac:chgData name="Sládeček David" userId="S::sladecek@hradebni.cz::474d93f0-3a32-49cc-b837-47806091b590" providerId="AD" clId="Web-{C549298E-4727-47F4-9B9B-14F6AFABB066}" dt="2026-02-09T06:59:08.293" v="209"/>
          <ac:spMkLst>
            <pc:docMk/>
            <pc:sldMk cId="0" sldId="256"/>
            <ac:spMk id="20" creationId="{7D2256B4-48EA-40FC-BBC0-AA1EE6E0080C}"/>
          </ac:spMkLst>
        </pc:spChg>
        <pc:spChg chg="add del">
          <ac:chgData name="Sládeček David" userId="S::sladecek@hradebni.cz::474d93f0-3a32-49cc-b837-47806091b590" providerId="AD" clId="Web-{C549298E-4727-47F4-9B9B-14F6AFABB066}" dt="2026-02-09T06:59:08.293" v="209"/>
          <ac:spMkLst>
            <pc:docMk/>
            <pc:sldMk cId="0" sldId="256"/>
            <ac:spMk id="24" creationId="{FBDCECDC-EEE3-4128-AA5E-82A8C08796E8}"/>
          </ac:spMkLst>
        </pc:spChg>
        <pc:spChg chg="add del">
          <ac:chgData name="Sládeček David" userId="S::sladecek@hradebni.cz::474d93f0-3a32-49cc-b837-47806091b590" providerId="AD" clId="Web-{C549298E-4727-47F4-9B9B-14F6AFABB066}" dt="2026-02-09T06:59:08.293" v="209"/>
          <ac:spMkLst>
            <pc:docMk/>
            <pc:sldMk cId="0" sldId="256"/>
            <ac:spMk id="26" creationId="{4260EDE0-989C-4E16-AF94-F652294D828E}"/>
          </ac:spMkLst>
        </pc:spChg>
        <pc:spChg chg="add del">
          <ac:chgData name="Sládeček David" userId="S::sladecek@hradebni.cz::474d93f0-3a32-49cc-b837-47806091b590" providerId="AD" clId="Web-{C549298E-4727-47F4-9B9B-14F6AFABB066}" dt="2026-02-09T06:59:08.293" v="209"/>
          <ac:spMkLst>
            <pc:docMk/>
            <pc:sldMk cId="0" sldId="256"/>
            <ac:spMk id="28" creationId="{1F3985C0-E548-44D2-B30E-F3E42DADE133}"/>
          </ac:spMkLst>
        </pc:spChg>
        <pc:cxnChg chg="del">
          <ac:chgData name="Sládeček David" userId="S::sladecek@hradebni.cz::474d93f0-3a32-49cc-b837-47806091b590" providerId="AD" clId="Web-{C549298E-4727-47F4-9B9B-14F6AFABB066}" dt="2026-02-09T06:59:08.293" v="209"/>
          <ac:cxnSpMkLst>
            <pc:docMk/>
            <pc:sldMk cId="0" sldId="256"/>
            <ac:cxnSpMk id="22" creationId="{3D44BCCA-102D-4A9D-B1E4-2450CAF0B05E}"/>
          </ac:cxnSpMkLst>
        </pc:cxn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57"/>
        </pc:sldMkLst>
        <pc:spChg chg="mod">
          <ac:chgData name="Sládeček David" userId="S::sladecek@hradebni.cz::474d93f0-3a32-49cc-b837-47806091b590" providerId="AD" clId="Web-{C549298E-4727-47F4-9B9B-14F6AFABB066}" dt="2026-02-09T06:50:52.467" v="18"/>
          <ac:spMkLst>
            <pc:docMk/>
            <pc:sldMk cId="0" sldId="257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1:35.905" v="4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0:49.811" v="1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1:21.921" v="43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58"/>
        </pc:sldMkLst>
        <pc:spChg chg="mod">
          <ac:chgData name="Sládeček David" userId="S::sladecek@hradebni.cz::474d93f0-3a32-49cc-b837-47806091b590" providerId="AD" clId="Web-{C549298E-4727-47F4-9B9B-14F6AFABB066}" dt="2026-02-09T06:51:46.843" v="4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1:56.484" v="48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1:49.218" v="4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2:01.562" v="49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2:17.969" v="54" actId="20577"/>
          <ac:spMkLst>
            <pc:docMk/>
            <pc:sldMk cId="0" sldId="258"/>
            <ac:spMk id="8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59"/>
        </pc:sldMkLst>
        <pc:spChg chg="mod">
          <ac:chgData name="Sládeček David" userId="S::sladecek@hradebni.cz::474d93f0-3a32-49cc-b837-47806091b590" providerId="AD" clId="Web-{C549298E-4727-47F4-9B9B-14F6AFABB066}" dt="2026-02-09T06:52:25.720" v="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2:46.879" v="59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3:09.209" v="70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0"/>
        </pc:sldMkLst>
        <pc:spChg chg="mod">
          <ac:chgData name="Sládeček David" userId="S::sladecek@hradebni.cz::474d93f0-3a32-49cc-b837-47806091b590" providerId="AD" clId="Web-{C549298E-4727-47F4-9B9B-14F6AFABB066}" dt="2026-02-09T06:53:20.538" v="71"/>
          <ac:spMkLst>
            <pc:docMk/>
            <pc:sldMk cId="0" sldId="260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4:30.075" v="95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4:32.622" v="96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4:37.294" v="98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4:34.341" v="97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4:39.029" v="99" actId="1076"/>
          <ac:spMkLst>
            <pc:docMk/>
            <pc:sldMk cId="0" sldId="260"/>
            <ac:spMk id="10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1"/>
        </pc:sldMkLst>
        <pc:spChg chg="mod">
          <ac:chgData name="Sládeček David" userId="S::sladecek@hradebni.cz::474d93f0-3a32-49cc-b837-47806091b590" providerId="AD" clId="Web-{C549298E-4727-47F4-9B9B-14F6AFABB066}" dt="2026-02-09T06:54:43.514" v="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5:49.627" v="13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5:09.812" v="108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5:13.781" v="109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5:47.424" v="134" actId="20577"/>
          <ac:spMkLst>
            <pc:docMk/>
            <pc:sldMk cId="0" sldId="261"/>
            <ac:spMk id="7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2"/>
        </pc:sldMkLst>
        <pc:spChg chg="mod">
          <ac:chgData name="Sládeček David" userId="S::sladecek@hradebni.cz::474d93f0-3a32-49cc-b837-47806091b590" providerId="AD" clId="Web-{C549298E-4727-47F4-9B9B-14F6AFABB066}" dt="2026-02-09T06:55:55.596" v="1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6:02.706" v="139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6:16.504" v="144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6:29.270" v="149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3"/>
        </pc:sldMkLst>
        <pc:spChg chg="mod">
          <ac:chgData name="Sládeček David" userId="S::sladecek@hradebni.cz::474d93f0-3a32-49cc-b837-47806091b590" providerId="AD" clId="Web-{C549298E-4727-47F4-9B9B-14F6AFABB066}" dt="2026-02-09T06:56:31.552" v="15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8:00.462" v="188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6:36.896" v="152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10.804" v="167"/>
          <ac:spMkLst>
            <pc:docMk/>
            <pc:sldMk cId="0" sldId="263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03.366" v="163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08.741" v="16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06.866" v="165" actId="20577"/>
          <ac:spMkLst>
            <pc:docMk/>
            <pc:sldMk cId="0" sldId="263"/>
            <ac:spMk id="10" creationId="{00000000-0000-0000-0000-000000000000}"/>
          </ac:spMkLst>
        </pc:spChg>
      </pc:sldChg>
      <pc:sldChg chg="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4"/>
        </pc:sldMkLst>
        <pc:spChg chg="mod">
          <ac:chgData name="Sládeček David" userId="S::sladecek@hradebni.cz::474d93f0-3a32-49cc-b837-47806091b590" providerId="AD" clId="Web-{C549298E-4727-47F4-9B9B-14F6AFABB066}" dt="2026-02-09T06:57:19.913" v="17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17.382" v="169"/>
          <ac:spMkLst>
            <pc:docMk/>
            <pc:sldMk cId="0" sldId="264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55.446" v="186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49.555" v="184"/>
          <ac:spMkLst>
            <pc:docMk/>
            <pc:sldMk cId="0" sldId="264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38.711" v="175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7:47.540" v="183" actId="20577"/>
          <ac:spMkLst>
            <pc:docMk/>
            <pc:sldMk cId="0" sldId="264"/>
            <ac:spMk id="7" creationId="{00000000-0000-0000-0000-000000000000}"/>
          </ac:spMkLst>
        </pc:spChg>
      </pc:sldChg>
      <pc:sldChg chg="delSp modSp 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5"/>
        </pc:sldMkLst>
        <pc:spChg chg="mod">
          <ac:chgData name="Sládeček David" userId="S::sladecek@hradebni.cz::474d93f0-3a32-49cc-b837-47806091b590" providerId="AD" clId="Web-{C549298E-4727-47F4-9B9B-14F6AFABB066}" dt="2026-02-09T06:58:12.931" v="196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8:30.104" v="205"/>
          <ac:spMkLst>
            <pc:docMk/>
            <pc:sldMk cId="0" sldId="265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C549298E-4727-47F4-9B9B-14F6AFABB066}" dt="2026-02-09T06:58:28.385" v="204" actId="20577"/>
          <ac:spMkLst>
            <pc:docMk/>
            <pc:sldMk cId="0" sldId="265"/>
            <ac:spMk id="5" creationId="{00000000-0000-0000-0000-000000000000}"/>
          </ac:spMkLst>
        </pc:spChg>
        <pc:spChg chg="del">
          <ac:chgData name="Sládeček David" userId="S::sladecek@hradebni.cz::474d93f0-3a32-49cc-b837-47806091b590" providerId="AD" clId="Web-{C549298E-4727-47F4-9B9B-14F6AFABB066}" dt="2026-02-09T06:58:15.306" v="197"/>
          <ac:spMkLst>
            <pc:docMk/>
            <pc:sldMk cId="0" sldId="265"/>
            <ac:spMk id="6" creationId="{00000000-0000-0000-0000-000000000000}"/>
          </ac:spMkLst>
        </pc:spChg>
      </pc:sldChg>
      <pc:sldChg chg="addSp modSp mod modClrScheme chgLayout">
        <pc:chgData name="Sládeček David" userId="S::sladecek@hradebni.cz::474d93f0-3a32-49cc-b837-47806091b590" providerId="AD" clId="Web-{C549298E-4727-47F4-9B9B-14F6AFABB066}" dt="2026-02-09T06:59:55.857" v="213"/>
        <pc:sldMkLst>
          <pc:docMk/>
          <pc:sldMk cId="0" sldId="266"/>
        </pc:sldMkLst>
        <pc:spChg chg="mod">
          <ac:chgData name="Sládeček David" userId="S::sladecek@hradebni.cz::474d93f0-3a32-49cc-b837-47806091b590" providerId="AD" clId="Web-{C549298E-4727-47F4-9B9B-14F6AFABB066}" dt="2026-02-09T06:58:55.855" v="207" actId="1076"/>
          <ac:spMkLst>
            <pc:docMk/>
            <pc:sldMk cId="0" sldId="266"/>
            <ac:spMk id="3" creationId="{00000000-0000-0000-0000-000000000000}"/>
          </ac:spMkLst>
        </pc:spChg>
        <pc:spChg chg="add mod ord">
          <ac:chgData name="Sládeček David" userId="S::sladecek@hradebni.cz::474d93f0-3a32-49cc-b837-47806091b590" providerId="AD" clId="Web-{C549298E-4727-47F4-9B9B-14F6AFABB066}" dt="2026-02-09T06:59:55.857" v="213"/>
          <ac:spMkLst>
            <pc:docMk/>
            <pc:sldMk cId="0" sldId="266"/>
            <ac:spMk id="6" creationId="{92D16D2D-D4AB-5BA3-CDC2-08C2CBCA3102}"/>
          </ac:spMkLst>
        </pc:spChg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7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8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69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0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1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2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3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4"/>
        </pc:sldMkLst>
      </pc:sldChg>
      <pc:sldChg chg="mod modClrScheme chgLayout">
        <pc:chgData name="Sládeček David" userId="S::sladecek@hradebni.cz::474d93f0-3a32-49cc-b837-47806091b590" providerId="AD" clId="Web-{C549298E-4727-47F4-9B9B-14F6AFABB066}" dt="2026-02-09T06:59:09.355" v="210"/>
        <pc:sldMkLst>
          <pc:docMk/>
          <pc:sldMk cId="0" sldId="275"/>
        </pc:sldMkLst>
      </pc:sldChg>
      <pc:sldMasterChg chg="del delSldLayout">
        <pc:chgData name="Sládeček David" userId="S::sladecek@hradebni.cz::474d93f0-3a32-49cc-b837-47806091b590" providerId="AD" clId="Web-{C549298E-4727-47F4-9B9B-14F6AFABB066}" dt="2026-02-09T06:49:11.543" v="0"/>
        <pc:sldMasterMkLst>
          <pc:docMk/>
          <pc:sldMasterMk cId="0" sldId="2147483648"/>
        </pc:sldMasterMkLst>
        <pc:sldLayoutChg chg="del">
          <pc:chgData name="Sládeček David" userId="S::sladecek@hradebni.cz::474d93f0-3a32-49cc-b837-47806091b590" providerId="AD" clId="Web-{C549298E-4727-47F4-9B9B-14F6AFABB066}" dt="2026-02-09T06:49:11.543" v="0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del addSldLayout delSldLayout modSldLayout">
        <pc:chgData name="Sládeček David" userId="S::sladecek@hradebni.cz::474d93f0-3a32-49cc-b837-47806091b590" providerId="AD" clId="Web-{C549298E-4727-47F4-9B9B-14F6AFABB066}" dt="2026-02-09T06:49:37.950" v="3"/>
        <pc:sldMasterMkLst>
          <pc:docMk/>
          <pc:sldMasterMk cId="1032218703" sldId="2147483650"/>
        </pc:sldMasterMkLst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108563018" sldId="2147483651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658216470" sldId="2147483652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603571247" sldId="2147483653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4241420834" sldId="2147483654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417103720" sldId="2147483655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287612731" sldId="2147483656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3021975772" sldId="2147483657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914692255" sldId="2147483658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107181861" sldId="2147483659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560511571" sldId="2147483660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33464707" sldId="2147483661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49:37.950" v="3"/>
          <pc:sldLayoutMkLst>
            <pc:docMk/>
            <pc:sldMasterMk cId="1032218703" sldId="2147483650"/>
            <pc:sldLayoutMk cId="2264565443" sldId="2147483662"/>
          </pc:sldLayoutMkLst>
        </pc:sldLayoutChg>
      </pc:sldMasterChg>
      <pc:sldMasterChg chg="add del addSldLayout delSldLayout modSldLayout">
        <pc:chgData name="Sládeček David" userId="S::sladecek@hradebni.cz::474d93f0-3a32-49cc-b837-47806091b590" providerId="AD" clId="Web-{C549298E-4727-47F4-9B9B-14F6AFABB066}" dt="2026-02-09T06:59:08.293" v="209"/>
        <pc:sldMasterMkLst>
          <pc:docMk/>
          <pc:sldMasterMk cId="2080056945" sldId="2147483663"/>
        </pc:sldMasterMkLst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1380093865" sldId="2147483664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789729155" sldId="2147483665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3877499901" sldId="2147483666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4185562544" sldId="2147483667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3586120547" sldId="2147483668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3211133141" sldId="2147483669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2492712498" sldId="2147483670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2492566734" sldId="2147483671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2693489464" sldId="2147483672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50256104" sldId="2147483673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2530975253" sldId="2147483674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8.293" v="209"/>
          <pc:sldLayoutMkLst>
            <pc:docMk/>
            <pc:sldMasterMk cId="2080056945" sldId="2147483663"/>
            <pc:sldLayoutMk cId="3034375433" sldId="2147483675"/>
          </pc:sldLayoutMkLst>
        </pc:sldLayoutChg>
      </pc:sldMasterChg>
      <pc:sldMasterChg chg="add del addSldLayout delSldLayout modSldLayout">
        <pc:chgData name="Sládeček David" userId="S::sladecek@hradebni.cz::474d93f0-3a32-49cc-b837-47806091b590" providerId="AD" clId="Web-{C549298E-4727-47F4-9B9B-14F6AFABB066}" dt="2026-02-09T06:59:09.355" v="210"/>
        <pc:sldMasterMkLst>
          <pc:docMk/>
          <pc:sldMasterMk cId="1824359522" sldId="2147483676"/>
        </pc:sldMasterMkLst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2825518976" sldId="2147483677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3118360324" sldId="2147483678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3980246804" sldId="2147483679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1014034654" sldId="2147483680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514101510" sldId="2147483681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1318880923" sldId="2147483682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4164177079" sldId="2147483683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4025956708" sldId="2147483684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3247162911" sldId="2147483685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1827686436" sldId="2147483686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1315297619" sldId="2147483687"/>
          </pc:sldLayoutMkLst>
        </pc:sldLayoutChg>
        <pc:sldLayoutChg chg="add del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1824359522" sldId="2147483676"/>
            <pc:sldLayoutMk cId="2541815211" sldId="2147483688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C549298E-4727-47F4-9B9B-14F6AFABB066}" dt="2026-02-09T06:59:09.355" v="210"/>
        <pc:sldMasterMkLst>
          <pc:docMk/>
          <pc:sldMasterMk cId="3750035468" sldId="2147483689"/>
        </pc:sldMasterMkLst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3061558990" sldId="2147483690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3254947770" sldId="2147483691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3033416157" sldId="2147483692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2281205726" sldId="2147483693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1815059013" sldId="2147483694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119853919" sldId="2147483695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4275825206" sldId="2147483696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1492985918" sldId="2147483697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4158779755" sldId="2147483698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4213143709" sldId="2147483699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181021007" sldId="2147483700"/>
          </pc:sldLayoutMkLst>
        </pc:sldLayoutChg>
        <pc:sldLayoutChg chg="add mod replId">
          <pc:chgData name="Sládeček David" userId="S::sladecek@hradebni.cz::474d93f0-3a32-49cc-b837-47806091b590" providerId="AD" clId="Web-{C549298E-4727-47F4-9B9B-14F6AFABB066}" dt="2026-02-09T06:59:09.355" v="210"/>
          <pc:sldLayoutMkLst>
            <pc:docMk/>
            <pc:sldMasterMk cId="3750035468" sldId="2147483689"/>
            <pc:sldLayoutMk cId="1028359567" sldId="214748370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2069E-E850-44EA-AEDB-B71470C21C4F}" type="datetimeFigureOut">
              <a:t>09.02.2026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68E5C-2DBF-49EA-8906-798E19B6471A}" type="slidenum"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7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4222" spc="-89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 algn="ctr">
              <a:buNone/>
              <a:defRPr sz="4267"/>
            </a:lvl2pPr>
            <a:lvl3pPr marL="1625620" indent="0" algn="ctr">
              <a:buNone/>
              <a:defRPr sz="4267"/>
            </a:lvl3pPr>
            <a:lvl4pPr marL="2438430" indent="0" algn="ctr">
              <a:buNone/>
              <a:defRPr sz="3556"/>
            </a:lvl4pPr>
            <a:lvl5pPr marL="3251241" indent="0" algn="ctr">
              <a:buNone/>
              <a:defRPr sz="3556"/>
            </a:lvl5pPr>
            <a:lvl6pPr marL="4064051" indent="0" algn="ctr">
              <a:buNone/>
              <a:defRPr sz="3556"/>
            </a:lvl6pPr>
            <a:lvl7pPr marL="4876861" indent="0" algn="ctr">
              <a:buNone/>
              <a:defRPr sz="3556"/>
            </a:lvl7pPr>
            <a:lvl8pPr marL="5689671" indent="0" algn="ctr">
              <a:buNone/>
              <a:defRPr sz="3556"/>
            </a:lvl8pPr>
            <a:lvl9pPr marL="6502481" indent="0" algn="ctr">
              <a:buNone/>
              <a:defRPr sz="3556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55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4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4222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41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0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5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82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8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5689">
                <a:solidFill>
                  <a:schemeClr val="bg1"/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067"/>
              </a:spcAft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77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4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21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35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03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42A1CD-4FD6-D9B1-8F60-0352C1DE4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ea typeface="Calibri Light"/>
                <a:cs typeface="Calibri Light"/>
              </a:rPr>
              <a:t>HTML + CSS (HANDS-ON)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2063232-0AED-3444-34FC-1F10DF6B7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Calibri Light"/>
                <a:cs typeface="Calibri Light"/>
              </a:rPr>
              <a:t>Digitální a mediální gramotnost</a:t>
            </a:r>
            <a:endParaRPr lang="cs-CZ"/>
          </a:p>
          <a:p>
            <a:endParaRPr lang="cs-CZ" sz="425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3334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Co budeme vytvářet?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 2"/>
          <p:cNvSpPr/>
          <p:nvPr/>
        </p:nvSpPr>
        <p:spPr>
          <a:xfrm>
            <a:off x="731520" y="1463040"/>
            <a:ext cx="3657600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b="1" dirty="0"/>
              <a:t>Osobní portfolio web
</a:t>
            </a:r>
            <a:endParaRPr lang="en-US" sz="1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Obsah: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Hlavička s tvým jménem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Sekce O mně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Tvoje fotka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Seznam zájmů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Kontaktní email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303520" y="1645920"/>
            <a:ext cx="320040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🎯 Cíl projektu: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Vytvořit funkční web,
</a:t>
            </a:r>
            <a:endParaRPr lang="en-US" sz="1400" dirty="0"/>
          </a:p>
          <a:p>
            <a:pPr algn="ctr"/>
            <a:r>
              <a:rPr lang="en-US" sz="1400" dirty="0" err="1">
                <a:solidFill>
                  <a:srgbClr val="1E293B"/>
                </a:solidFill>
              </a:rPr>
              <a:t>který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lze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nahrát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například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na</a:t>
            </a:r>
            <a:r>
              <a:rPr lang="en-US" sz="1400" dirty="0">
                <a:solidFill>
                  <a:srgbClr val="1E293B"/>
                </a:solidFill>
              </a:rPr>
              <a:t> GitHub pages</a:t>
            </a:r>
            <a:r>
              <a:rPr lang="en-US" sz="1400" b="1" dirty="0">
                <a:solidFill>
                  <a:srgbClr val="028090"/>
                </a:solidFill>
              </a:rPr>
              <a:t>
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1E293B"/>
                </a:solidFill>
              </a:rPr>
              <a:t>= </a:t>
            </a:r>
            <a:r>
              <a:rPr lang="en-US" sz="1400" dirty="0" err="1">
                <a:solidFill>
                  <a:srgbClr val="1E293B"/>
                </a:solidFill>
              </a:rPr>
              <a:t>vaše</a:t>
            </a:r>
            <a:r>
              <a:rPr lang="en-US" sz="1400" dirty="0">
                <a:solidFill>
                  <a:srgbClr val="1E293B"/>
                </a:solidFill>
              </a:rPr>
              <a:t> online portfolio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viditelné celému světu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Struktura projektu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680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Vytvoříme 2 soubory: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📄</a:t>
            </a:r>
            <a:r>
              <a:rPr lang="en-US" sz="1800" b="1" dirty="0">
                <a:solidFill>
                  <a:schemeClr val="accent1"/>
                </a:solidFill>
              </a:rPr>
              <a:t> index.html</a:t>
            </a:r>
            <a:r>
              <a:rPr lang="en-US" sz="1800" b="1" dirty="0">
                <a:solidFill>
                  <a:srgbClr val="02809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Obsah webu (kostra)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 5"/>
          <p:cNvSpPr/>
          <p:nvPr/>
        </p:nvSpPr>
        <p:spPr>
          <a:xfrm>
            <a:off x="502920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🎨 </a:t>
            </a:r>
            <a:r>
              <a:rPr lang="en-US" sz="1800" b="1" dirty="0">
                <a:solidFill>
                  <a:schemeClr val="accent1"/>
                </a:solidFill>
              </a:rPr>
              <a:t>style.css</a:t>
            </a:r>
            <a:r>
              <a:rPr lang="en-US" sz="1800" b="1" dirty="0">
                <a:solidFill>
                  <a:srgbClr val="00A896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Vzhled webu (styling)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💡 </a:t>
            </a:r>
            <a:r>
              <a:rPr lang="en-US" sz="1400" b="1" dirty="0">
                <a:solidFill>
                  <a:schemeClr val="accent1"/>
                </a:solidFill>
              </a:rPr>
              <a:t>Tip:</a:t>
            </a:r>
            <a:r>
              <a:rPr lang="en-US" sz="1400" b="1" dirty="0">
                <a:solidFill>
                  <a:srgbClr val="02C39A"/>
                </a:solidFill>
              </a:rPr>
              <a:t> </a:t>
            </a:r>
            <a:r>
              <a:rPr lang="en-US" sz="1400" err="1">
                <a:solidFill>
                  <a:srgbClr val="1E293B"/>
                </a:solidFill>
              </a:rPr>
              <a:t>Vytvořte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err="1">
                <a:solidFill>
                  <a:srgbClr val="1E293B"/>
                </a:solidFill>
              </a:rPr>
              <a:t>si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err="1">
                <a:solidFill>
                  <a:srgbClr val="1E293B"/>
                </a:solidFill>
              </a:rPr>
              <a:t>novou</a:t>
            </a:r>
            <a:r>
              <a:rPr lang="en-US" sz="1400" dirty="0">
                <a:solidFill>
                  <a:srgbClr val="1E293B"/>
                </a:solidFill>
              </a:rPr>
              <a:t> složku </a:t>
            </a:r>
            <a:r>
              <a:rPr lang="en-US" sz="1400" dirty="0">
                <a:solidFill>
                  <a:schemeClr val="accent1"/>
                </a:solidFill>
                <a:latin typeface="Consolas"/>
                <a:ea typeface="Consolas" pitchFamily="34" charset="-122"/>
                <a:cs typeface="Consolas" pitchFamily="34" charset="-120"/>
              </a:rPr>
              <a:t>moje-portfolio</a:t>
            </a:r>
            <a:r>
              <a:rPr lang="en-US" sz="1400" dirty="0">
                <a:solidFill>
                  <a:srgbClr val="1E293B"/>
                </a:solidFill>
              </a:rPr>
              <a:t> a v ní oba soubory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Nástroj: VS Code (doporučeno) nebo libovolný editor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1: Základní kostra HTML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Vytvoř soubor index.html a doplň základní strukturu: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48250" cy="23620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lang="cs"&gt;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&lt;title&gt;______&lt;/title&gt;  &lt;!-- Doplň své jméno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Zde bude náš obsah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47953" y="2471552"/>
            <a:ext cx="8229600" cy="3607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✅ Co dělá každá část: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&lt;!</a:t>
            </a: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DOCTYPE html&gt;</a:t>
            </a:r>
            <a:r>
              <a:rPr lang="en-US" sz="1300" dirty="0">
                <a:solidFill>
                  <a:srgbClr val="1E293B"/>
                </a:solidFill>
              </a:rPr>
              <a:t> - </a:t>
            </a:r>
            <a:r>
              <a:rPr lang="en-US" sz="1300" dirty="0" err="1">
                <a:solidFill>
                  <a:srgbClr val="1E293B"/>
                </a:solidFill>
              </a:rPr>
              <a:t>říká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prohlížeči</a:t>
            </a:r>
            <a:r>
              <a:rPr lang="en-US" sz="1300" dirty="0">
                <a:solidFill>
                  <a:srgbClr val="1E293B"/>
                </a:solidFill>
              </a:rPr>
              <a:t>, </a:t>
            </a:r>
            <a:r>
              <a:rPr lang="en-US" sz="1300" dirty="0" err="1">
                <a:solidFill>
                  <a:srgbClr val="1E293B"/>
                </a:solidFill>
              </a:rPr>
              <a:t>že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jde</a:t>
            </a:r>
            <a:r>
              <a:rPr lang="en-US" sz="1300" dirty="0">
                <a:solidFill>
                  <a:srgbClr val="1E293B"/>
                </a:solidFill>
              </a:rPr>
              <a:t> o HTML5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&lt;head&gt;</a:t>
            </a:r>
            <a:r>
              <a:rPr lang="en-US" sz="1300" dirty="0">
                <a:solidFill>
                  <a:srgbClr val="1E293B"/>
                </a:solidFill>
              </a:rPr>
              <a:t> - metadata (</a:t>
            </a:r>
            <a:r>
              <a:rPr lang="en-US" sz="1300" dirty="0" err="1">
                <a:solidFill>
                  <a:srgbClr val="1E293B"/>
                </a:solidFill>
              </a:rPr>
              <a:t>název</a:t>
            </a:r>
            <a:r>
              <a:rPr lang="en-US" sz="1300" dirty="0">
                <a:solidFill>
                  <a:srgbClr val="1E293B"/>
                </a:solidFill>
              </a:rPr>
              <a:t>, </a:t>
            </a:r>
            <a:r>
              <a:rPr lang="en-US" sz="1300" dirty="0" err="1">
                <a:solidFill>
                  <a:srgbClr val="1E293B"/>
                </a:solidFill>
              </a:rPr>
              <a:t>kódování</a:t>
            </a:r>
            <a:r>
              <a:rPr lang="en-US" sz="1300" dirty="0">
                <a:solidFill>
                  <a:srgbClr val="1E293B"/>
                </a:solidFill>
              </a:rPr>
              <a:t>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&lt;body&gt;</a:t>
            </a:r>
            <a:r>
              <a:rPr lang="en-US" sz="1300" dirty="0">
                <a:solidFill>
                  <a:srgbClr val="1E293B"/>
                </a:solidFill>
              </a:rPr>
              <a:t> - </a:t>
            </a:r>
            <a:r>
              <a:rPr lang="en-US" sz="1300" dirty="0" err="1">
                <a:solidFill>
                  <a:srgbClr val="1E293B"/>
                </a:solidFill>
              </a:rPr>
              <a:t>viditelný</a:t>
            </a:r>
            <a:r>
              <a:rPr lang="en-US" sz="1300" dirty="0">
                <a:solidFill>
                  <a:srgbClr val="1E293B"/>
                </a:solidFill>
              </a:rPr>
              <a:t> obsah stránky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2: Hlavička webu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Do &lt;body&gt; přidej hlavičku s nadpisem: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6888" y="1463040"/>
            <a:ext cx="8199912" cy="12896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&lt;h1&gt;______&lt;/h1&gt;  &lt;!-- Tvoje jméno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64131"/>
            <a:ext cx="3931920" cy="1371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494014" y="3293919"/>
            <a:ext cx="4090752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📌 </a:t>
            </a:r>
            <a:r>
              <a:rPr lang="en-US" sz="1400" b="1" dirty="0">
                <a:solidFill>
                  <a:schemeClr val="accent1"/>
                </a:solidFill>
              </a:rPr>
              <a:t>Výsledek</a:t>
            </a:r>
            <a:r>
              <a:rPr lang="en-US" sz="1400" b="1" dirty="0">
                <a:solidFill>
                  <a:srgbClr val="028090"/>
                </a:solidFill>
              </a:rPr>
              <a:t>:
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Na </a:t>
            </a:r>
            <a:r>
              <a:rPr lang="en-US" sz="1300" dirty="0" err="1">
                <a:solidFill>
                  <a:srgbClr val="1E293B"/>
                </a:solidFill>
              </a:rPr>
              <a:t>bílé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stránce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uvidíte</a:t>
            </a:r>
            <a:r>
              <a:rPr lang="en-US" sz="1300" dirty="0">
                <a:solidFill>
                  <a:srgbClr val="1E293B"/>
                </a:solidFill>
              </a:rPr>
              <a:t> </a:t>
            </a:r>
            <a:r>
              <a:rPr lang="en-US" sz="1300" dirty="0" err="1">
                <a:solidFill>
                  <a:srgbClr val="1E293B"/>
                </a:solidFill>
              </a:rPr>
              <a:t>velký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nadpis</a:t>
            </a:r>
            <a:r>
              <a:rPr lang="en-US" sz="1300" dirty="0">
                <a:solidFill>
                  <a:srgbClr val="1E293B"/>
                </a:solidFill>
              </a:rPr>
              <a:t> se </a:t>
            </a:r>
            <a:r>
              <a:rPr lang="en-US" sz="1300" dirty="0" err="1">
                <a:solidFill>
                  <a:srgbClr val="1E293B"/>
                </a:solidFill>
              </a:rPr>
              <a:t>svým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jménem</a:t>
            </a:r>
            <a:endParaRPr lang="en-US" sz="1300" dirty="0" err="1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8081" y="3064131"/>
            <a:ext cx="3931920" cy="1371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5021778" y="3293919"/>
            <a:ext cx="34747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💡 </a:t>
            </a:r>
            <a:r>
              <a:rPr lang="en-US" sz="1400" b="1" dirty="0">
                <a:solidFill>
                  <a:schemeClr val="accent1"/>
                </a:solidFill>
              </a:rPr>
              <a:t>Zkouška</a:t>
            </a:r>
            <a:r>
              <a:rPr lang="en-US" sz="1400" b="1" dirty="0">
                <a:solidFill>
                  <a:srgbClr val="00A896"/>
                </a:solidFill>
              </a:rPr>
              <a:t>:
</a:t>
            </a:r>
            <a:endParaRPr lang="en-US" sz="1300" dirty="0"/>
          </a:p>
          <a:p>
            <a:r>
              <a:rPr lang="en-US" sz="1300" dirty="0" err="1">
                <a:solidFill>
                  <a:srgbClr val="1E293B"/>
                </a:solidFill>
              </a:rPr>
              <a:t>Otevřete</a:t>
            </a:r>
            <a:r>
              <a:rPr lang="en-US" sz="1300" dirty="0">
                <a:solidFill>
                  <a:srgbClr val="1E293B"/>
                </a:solidFill>
              </a:rPr>
              <a:t> index.html v </a:t>
            </a:r>
            <a:r>
              <a:rPr lang="en-US" sz="1300" dirty="0" err="1">
                <a:solidFill>
                  <a:srgbClr val="1E293B"/>
                </a:solidFill>
              </a:rPr>
              <a:t>prohlížeči</a:t>
            </a:r>
            <a:endParaRPr lang="en-US" sz="1300" dirty="0" err="1">
              <a:solidFill>
                <a:srgbClr val="1E293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3: Sekce O mně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Pod </a:t>
            </a:r>
            <a:r>
              <a:rPr lang="en-US" sz="1400" dirty="0" err="1">
                <a:solidFill>
                  <a:srgbClr val="1E293B"/>
                </a:solidFill>
              </a:rPr>
              <a:t>hlavičku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přidejte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sekci</a:t>
            </a:r>
            <a:r>
              <a:rPr lang="en-US" sz="1400" dirty="0">
                <a:solidFill>
                  <a:srgbClr val="1E293B"/>
                </a:solidFill>
              </a:rPr>
              <a:t> s odstavcem: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5557" y="1789611"/>
            <a:ext cx="4006438" cy="169995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460763" y="2036915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&lt;h2&gt;O mně&lt;/h2&gt;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______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&lt;!-- Napiš pár vět o sobě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51070" y="2108761"/>
            <a:ext cx="822960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✏️ Co napsat: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Jak se </a:t>
            </a:r>
            <a:r>
              <a:rPr lang="en-US" sz="1300" err="1">
                <a:solidFill>
                  <a:srgbClr val="1E293B"/>
                </a:solidFill>
              </a:rPr>
              <a:t>jmenujete</a:t>
            </a:r>
            <a:r>
              <a:rPr lang="en-US" sz="1300" dirty="0">
                <a:solidFill>
                  <a:srgbClr val="1E293B"/>
                </a:solidFill>
              </a:rPr>
              <a:t> a </a:t>
            </a:r>
            <a:r>
              <a:rPr lang="en-US" sz="1300" err="1">
                <a:solidFill>
                  <a:srgbClr val="1E293B"/>
                </a:solidFill>
              </a:rPr>
              <a:t>kolik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err="1">
                <a:solidFill>
                  <a:srgbClr val="1E293B"/>
                </a:solidFill>
              </a:rPr>
              <a:t>vám je let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Kam </a:t>
            </a:r>
            <a:r>
              <a:rPr lang="en-US" sz="1300" dirty="0" err="1">
                <a:solidFill>
                  <a:srgbClr val="1E293B"/>
                </a:solidFill>
              </a:rPr>
              <a:t>chodíte</a:t>
            </a:r>
            <a:r>
              <a:rPr lang="en-US" sz="1300" dirty="0">
                <a:solidFill>
                  <a:srgbClr val="1E293B"/>
                </a:solidFill>
              </a:rPr>
              <a:t> do </a:t>
            </a:r>
            <a:r>
              <a:rPr lang="en-US" sz="1300" dirty="0" err="1">
                <a:solidFill>
                  <a:srgbClr val="1E293B"/>
                </a:solidFill>
              </a:rPr>
              <a:t>školy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 </a:t>
            </a:r>
            <a:r>
              <a:rPr lang="en-US" sz="1300" dirty="0" err="1">
                <a:solidFill>
                  <a:srgbClr val="1E293B"/>
                </a:solidFill>
              </a:rPr>
              <a:t>vás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baví</a:t>
            </a:r>
            <a:r>
              <a:rPr lang="en-US" sz="1300" dirty="0">
                <a:solidFill>
                  <a:srgbClr val="1E293B"/>
                </a:solidFill>
              </a:rPr>
              <a:t> / </a:t>
            </a:r>
            <a:r>
              <a:rPr lang="en-US" sz="1300" dirty="0" err="1">
                <a:solidFill>
                  <a:srgbClr val="1E293B"/>
                </a:solidFill>
              </a:rPr>
              <a:t>čím</a:t>
            </a:r>
            <a:r>
              <a:rPr lang="en-US" sz="1300" dirty="0">
                <a:solidFill>
                  <a:srgbClr val="1E293B"/>
                </a:solidFill>
              </a:rPr>
              <a:t> se </a:t>
            </a:r>
            <a:r>
              <a:rPr lang="en-US" sz="1300" dirty="0" err="1">
                <a:solidFill>
                  <a:srgbClr val="1E293B"/>
                </a:solidFill>
              </a:rPr>
              <a:t>chcete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zabývat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Nebo </a:t>
            </a:r>
            <a:r>
              <a:rPr lang="en-US" sz="1300" dirty="0" err="1">
                <a:solidFill>
                  <a:srgbClr val="1E293B"/>
                </a:solidFill>
              </a:rPr>
              <a:t>cokoliv</a:t>
            </a:r>
            <a:r>
              <a:rPr lang="en-US" sz="1300" dirty="0">
                <a:solidFill>
                  <a:srgbClr val="1E293B"/>
                </a:solidFill>
              </a:rPr>
              <a:t>, co </a:t>
            </a:r>
            <a:r>
              <a:rPr lang="en-US" sz="1300" dirty="0" err="1">
                <a:solidFill>
                  <a:srgbClr val="1E293B"/>
                </a:solidFill>
              </a:rPr>
              <a:t>chcete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sdílet</a:t>
            </a:r>
            <a:endParaRPr lang="en-US" sz="1300" dirty="0" err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4: Přidáme fotku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Do sekce O mně vlož obrázek: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686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&lt;h2&gt;O mně&lt;/h2&gt;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src="______.jpg" alt="Moje fotka"&gt;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Nahraď ______.jpg názvem svého obrázku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&lt;p&gt;...&lt;/p&gt;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64972"/>
            <a:ext cx="8229600" cy="1720437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988" y="3343201"/>
            <a:ext cx="77724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⚠️ Důležité: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1. </a:t>
            </a:r>
            <a:r>
              <a:rPr lang="en-US" sz="1300" dirty="0" err="1">
                <a:solidFill>
                  <a:srgbClr val="1E293B"/>
                </a:solidFill>
              </a:rPr>
              <a:t>Uložte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svou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fotku</a:t>
            </a:r>
            <a:r>
              <a:rPr lang="en-US" sz="1300" dirty="0">
                <a:solidFill>
                  <a:srgbClr val="1E293B"/>
                </a:solidFill>
              </a:rPr>
              <a:t> do </a:t>
            </a:r>
            <a:r>
              <a:rPr lang="en-US" sz="1300" b="1" dirty="0" err="1">
                <a:solidFill>
                  <a:srgbClr val="1E293B"/>
                </a:solidFill>
              </a:rPr>
              <a:t>stejné</a:t>
            </a:r>
            <a:r>
              <a:rPr lang="en-US" sz="1300" b="1" dirty="0">
                <a:solidFill>
                  <a:srgbClr val="1E293B"/>
                </a:solidFill>
              </a:rPr>
              <a:t> </a:t>
            </a:r>
            <a:r>
              <a:rPr lang="en-US" sz="1300" b="1" dirty="0" err="1">
                <a:solidFill>
                  <a:srgbClr val="1E293B"/>
                </a:solidFill>
              </a:rPr>
              <a:t>složky</a:t>
            </a:r>
            <a:r>
              <a:rPr lang="en-US" sz="1300" dirty="0">
                <a:solidFill>
                  <a:srgbClr val="1E293B"/>
                </a:solidFill>
              </a:rPr>
              <a:t> jako index.html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2. V </a:t>
            </a:r>
            <a:r>
              <a:rPr lang="en-US" sz="12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="..."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napište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přesný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název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souboru</a:t>
            </a:r>
            <a:r>
              <a:rPr lang="en-US" sz="1300" dirty="0">
                <a:solidFill>
                  <a:srgbClr val="1E293B"/>
                </a:solidFill>
              </a:rPr>
              <a:t> (</a:t>
            </a:r>
            <a:r>
              <a:rPr lang="en-US" sz="1300" dirty="0" err="1">
                <a:solidFill>
                  <a:srgbClr val="1E293B"/>
                </a:solidFill>
              </a:rPr>
              <a:t>včetně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přípony</a:t>
            </a:r>
            <a:r>
              <a:rPr lang="en-US" sz="1300" dirty="0">
                <a:solidFill>
                  <a:srgbClr val="1E293B"/>
                </a:solidFill>
              </a:rPr>
              <a:t>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3.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300" dirty="0">
                <a:solidFill>
                  <a:srgbClr val="1E293B"/>
                </a:solidFill>
              </a:rPr>
              <a:t> = popis obrázku pro nevidomé / když se nenačte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5: Moje zájmy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</a:rPr>
              <a:t>Vytvořte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další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sekci</a:t>
            </a:r>
            <a:r>
              <a:rPr lang="en-US" sz="1400" dirty="0">
                <a:solidFill>
                  <a:srgbClr val="1E293B"/>
                </a:solidFill>
              </a:rPr>
              <a:t> se seznamem: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848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&lt;h2&gt;Moje zájmy&lt;/h2&gt;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&lt;li&gt;______&lt;/li&gt;  &lt;!-- Sport / koníček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&lt;li&gt;______&lt;/li&gt;  &lt;!-- Hobby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&lt;li&gt;______&lt;/li&gt;  &lt;!-- Další zájem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382686"/>
            <a:ext cx="393192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686988" y="3565566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📋 Co je &lt;ul&gt;?
</a:t>
            </a:r>
            <a:endParaRPr lang="en-US" sz="14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Unordered List</a:t>
            </a:r>
            <a:endParaRPr lang="en-US" sz="1200" i="1" dirty="0">
              <a:solidFill>
                <a:srgbClr val="1E293B"/>
              </a:solidFill>
              <a:ea typeface="Calibri"/>
              <a:cs typeface="Calibri"/>
            </a:endParaRPr>
          </a:p>
          <a:p>
            <a:r>
              <a:rPr lang="en-US" sz="1300" dirty="0">
                <a:solidFill>
                  <a:srgbClr val="1E293B"/>
                </a:solidFill>
              </a:rPr>
              <a:t>= </a:t>
            </a:r>
            <a:r>
              <a:rPr lang="en-US" sz="1300" dirty="0" err="1">
                <a:solidFill>
                  <a:srgbClr val="1E293B"/>
                </a:solidFill>
              </a:rPr>
              <a:t>nečíslovaný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seznam</a:t>
            </a:r>
            <a:r>
              <a:rPr lang="en-US" sz="1300" dirty="0">
                <a:solidFill>
                  <a:srgbClr val="1E293B"/>
                </a:solidFill>
              </a:rPr>
              <a:t> </a:t>
            </a:r>
            <a:r>
              <a:rPr lang="en-US" sz="1200" dirty="0">
                <a:solidFill>
                  <a:srgbClr val="1E293B"/>
                </a:solidFill>
              </a:rPr>
              <a:t>(s </a:t>
            </a:r>
            <a:r>
              <a:rPr lang="en-US" sz="1200" dirty="0" err="1">
                <a:solidFill>
                  <a:srgbClr val="1E293B"/>
                </a:solidFill>
              </a:rPr>
              <a:t>odrážkami</a:t>
            </a:r>
            <a:r>
              <a:rPr lang="en-US" sz="1200" dirty="0">
                <a:solidFill>
                  <a:srgbClr val="1E293B"/>
                </a:solidFill>
              </a:rPr>
              <a:t>)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3382686"/>
            <a:ext cx="393192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4984668" y="3565566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💡 Existuje i &lt;ol&gt;
</a:t>
            </a:r>
            <a:endParaRPr lang="en-US" sz="14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Ordered List</a:t>
            </a:r>
            <a:endParaRPr lang="en-US" sz="1200" i="1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= číslovaný seznam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6: Kontakt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</a:rPr>
              <a:t>Přidejte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sekci</a:t>
            </a:r>
            <a:r>
              <a:rPr lang="en-US" sz="1400" dirty="0">
                <a:solidFill>
                  <a:srgbClr val="1E293B"/>
                </a:solidFill>
              </a:rPr>
              <a:t> s odkazem na email: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52501"/>
            <a:ext cx="3279075" cy="17245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814253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&lt;h2&gt;Kontakt&lt;/h2&gt;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Napiš mi: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href="mailto:______@______.cz"&gt;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______@______.cz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&lt;/a&gt;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35038" y="1923209"/>
            <a:ext cx="822960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🔗 Jak funguje odkaz: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300" dirty="0">
                <a:solidFill>
                  <a:srgbClr val="1E293B"/>
                </a:solidFill>
              </a:rPr>
              <a:t> = anchor (</a:t>
            </a:r>
            <a:r>
              <a:rPr lang="en-US" sz="1300" dirty="0" err="1">
                <a:solidFill>
                  <a:srgbClr val="1E293B"/>
                </a:solidFill>
              </a:rPr>
              <a:t>kotva</a:t>
            </a:r>
            <a:r>
              <a:rPr lang="en-US" sz="1300" dirty="0">
                <a:solidFill>
                  <a:srgbClr val="1E293B"/>
                </a:solidFill>
              </a:rPr>
              <a:t>) = </a:t>
            </a:r>
            <a:r>
              <a:rPr lang="en-US" sz="1300" dirty="0" err="1">
                <a:solidFill>
                  <a:srgbClr val="1E293B"/>
                </a:solidFill>
              </a:rPr>
              <a:t>odkaz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300" dirty="0">
                <a:solidFill>
                  <a:srgbClr val="1E293B"/>
                </a:solidFill>
              </a:rPr>
              <a:t> = </a:t>
            </a:r>
            <a:r>
              <a:rPr lang="en-US" sz="1300" dirty="0" err="1">
                <a:solidFill>
                  <a:srgbClr val="1E293B"/>
                </a:solidFill>
              </a:rPr>
              <a:t>kam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odkaz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vede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mailto</a:t>
            </a: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1E293B"/>
                </a:solidFill>
              </a:rPr>
              <a:t> = </a:t>
            </a:r>
            <a:r>
              <a:rPr lang="en-US" sz="1300" dirty="0" err="1">
                <a:solidFill>
                  <a:srgbClr val="1E293B"/>
                </a:solidFill>
              </a:rPr>
              <a:t>otevře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emailového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klienta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Text mezi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300" dirty="0">
                <a:solidFill>
                  <a:srgbClr val="1E293B"/>
                </a:solidFill>
              </a:rPr>
              <a:t> a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r>
              <a:rPr lang="en-US" sz="1300" dirty="0">
                <a:solidFill>
                  <a:srgbClr val="1E293B"/>
                </a:solidFill>
              </a:rPr>
              <a:t> = viditelný text odkazu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✅ Kontrola HTML části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dirty="0" err="1">
                <a:solidFill>
                  <a:srgbClr val="1E293B"/>
                </a:solidFill>
              </a:rPr>
              <a:t>Soubor</a:t>
            </a:r>
            <a:r>
              <a:rPr lang="en-US" sz="1600" dirty="0">
                <a:solidFill>
                  <a:srgbClr val="1E293B"/>
                </a:solidFill>
              </a:rPr>
              <a:t> index.html by </a:t>
            </a:r>
            <a:r>
              <a:rPr lang="en-US" sz="1600" dirty="0" err="1">
                <a:solidFill>
                  <a:srgbClr val="1E293B"/>
                </a:solidFill>
              </a:rPr>
              <a:t>měl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obsahovat</a:t>
            </a:r>
            <a:r>
              <a:rPr lang="en-US" sz="1600" dirty="0">
                <a:solidFill>
                  <a:srgbClr val="1E293B"/>
                </a:solidFill>
              </a:rPr>
              <a:t>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29456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914400" y="2011680"/>
            <a:ext cx="7315200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 err="1">
                <a:solidFill>
                  <a:srgbClr val="1E293B"/>
                </a:solidFill>
              </a:rPr>
              <a:t>Hlavičku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1500" dirty="0">
                <a:solidFill>
                  <a:srgbClr val="1E293B"/>
                </a:solidFill>
              </a:rPr>
              <a:t> s </a:t>
            </a:r>
            <a:r>
              <a:rPr lang="en-US" sz="1500" dirty="0" err="1">
                <a:solidFill>
                  <a:srgbClr val="1E293B"/>
                </a:solidFill>
              </a:rPr>
              <a:t>nadpisem</a:t>
            </a:r>
            <a:r>
              <a:rPr lang="en-US" sz="1500" dirty="0">
                <a:solidFill>
                  <a:srgbClr val="1E293B"/>
                </a:solidFill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&lt;h1&gt;</a:t>
            </a:r>
            <a:r>
              <a:rPr lang="en-US" sz="1500" dirty="0">
                <a:solidFill>
                  <a:srgbClr val="1E293B"/>
                </a:solidFill>
              </a:rPr>
              <a:t>
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</a:rPr>
              <a:t> Sekci O mně s 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&lt;h2&gt;</a:t>
            </a:r>
            <a:r>
              <a:rPr lang="en-US" sz="1500" dirty="0">
                <a:solidFill>
                  <a:srgbClr val="1E293B"/>
                </a:solidFill>
              </a:rPr>
              <a:t>, obrázkem a odstavcem
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</a:rPr>
              <a:t> Sekci Zájmy se seznamem 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&lt;ul&gt;</a:t>
            </a:r>
            <a:r>
              <a:rPr lang="en-US" sz="1500" dirty="0">
                <a:solidFill>
                  <a:srgbClr val="1E293B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600" dirty="0" err="1">
                <a:solidFill>
                  <a:srgbClr val="1E293B"/>
                </a:solidFill>
              </a:rPr>
              <a:t>Sekci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Kontakt</a:t>
            </a:r>
            <a:r>
              <a:rPr lang="en-US" sz="1600" dirty="0">
                <a:solidFill>
                  <a:srgbClr val="1E293B"/>
                </a:solidFill>
              </a:rPr>
              <a:t> s </a:t>
            </a:r>
            <a:r>
              <a:rPr lang="en-US" sz="1600" dirty="0" err="1">
                <a:solidFill>
                  <a:srgbClr val="1E293B"/>
                </a:solidFill>
              </a:rPr>
              <a:t>emailovým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odkazem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&lt;a </a:t>
            </a:r>
            <a:r>
              <a:rPr lang="en-US" sz="14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mailto</a:t>
            </a:r>
            <a:r>
              <a:rPr lang="en-US" sz="14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:..."&gt;</a:t>
            </a:r>
            <a:endParaRPr lang="en-US" sz="1500" dirty="0"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>
            <a:extLst>
              <a:ext uri="{FF2B5EF4-FFF2-40B4-BE49-F238E27FC236}">
                <a16:creationId xmlns:a16="http://schemas.microsoft.com/office/drawing/2014/main" id="{92D16D2D-D4AB-5BA3-CDC2-08C2CBCA3102}"/>
              </a:ext>
            </a:extLst>
          </p:cNvPr>
          <p:cNvSpPr/>
          <p:nvPr/>
        </p:nvSpPr>
        <p:spPr>
          <a:xfrm>
            <a:off x="-4710" y="-2355"/>
            <a:ext cx="9146507" cy="4751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400" b="1" dirty="0"/>
              <a:t>Máme obsah! 🎉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dirty="0"/>
              <a:t>Teď web oblečeme do CSS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2103120" y="3474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HTML = kostra
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CSS = vzhled (barvy, velikosti, layout)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7: Připojíme CSS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1. </a:t>
            </a:r>
            <a:r>
              <a:rPr lang="en-US" sz="1400" dirty="0" err="1">
                <a:solidFill>
                  <a:srgbClr val="1E293B"/>
                </a:solidFill>
              </a:rPr>
              <a:t>Vytvořte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nový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soubor</a:t>
            </a:r>
            <a:r>
              <a:rPr lang="en-US" sz="1400" dirty="0">
                <a:solidFill>
                  <a:srgbClr val="1E293B"/>
                </a:solidFill>
              </a:rPr>
              <a:t> style.css (zatím prázdný)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2. V index.html do &lt;head&gt; </a:t>
            </a:r>
            <a:r>
              <a:rPr lang="en-US" sz="1400" dirty="0" err="1">
                <a:solidFill>
                  <a:srgbClr val="1E293B"/>
                </a:solidFill>
              </a:rPr>
              <a:t>přidejte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odkaz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na</a:t>
            </a:r>
            <a:r>
              <a:rPr lang="en-US" sz="1400" dirty="0">
                <a:solidFill>
                  <a:srgbClr val="1E293B"/>
                </a:solidFill>
              </a:rPr>
              <a:t> CSS: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2573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 5"/>
          <p:cNvSpPr/>
          <p:nvPr/>
        </p:nvSpPr>
        <p:spPr>
          <a:xfrm>
            <a:off x="594360" y="201168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&lt;title&gt;Tvoje jméno&lt;/title&gt;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 href="style.css"&gt;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Tímto propojíš HTML a CSS --&gt;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41293"/>
            <a:ext cx="822960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688388" y="3624173"/>
            <a:ext cx="77724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💡 Jak to funguje: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&lt;link&gt; </a:t>
            </a:r>
            <a:r>
              <a:rPr lang="en-US" sz="1300" dirty="0">
                <a:solidFill>
                  <a:srgbClr val="1E293B"/>
                </a:solidFill>
              </a:rPr>
              <a:t>říká prohlížeči: "Najdi soubor </a:t>
            </a:r>
            <a:r>
              <a:rPr lang="en-US" sz="13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style.css</a:t>
            </a:r>
            <a:r>
              <a:rPr lang="en-US" sz="1300" dirty="0">
                <a:solidFill>
                  <a:srgbClr val="1E293B"/>
                </a:solidFill>
              </a:rPr>
              <a:t> a aplikuj jeho pravidla"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8: Barvy a pozadí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Do style.css </a:t>
            </a:r>
            <a:r>
              <a:rPr lang="en-US" sz="1400" dirty="0" err="1">
                <a:solidFill>
                  <a:srgbClr val="1E293B"/>
                </a:solidFill>
              </a:rPr>
              <a:t>napište</a:t>
            </a:r>
            <a:r>
              <a:rPr lang="en-US" sz="1400" dirty="0">
                <a:solidFill>
                  <a:srgbClr val="1E293B"/>
                </a:solidFill>
              </a:rPr>
              <a:t>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91360" cy="2286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4181224" cy="18712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Nastavení pro celou stránku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background-color: #______;  /* Barva pozadí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#______;             /* Barva textu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Nadpis v hlavičce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#______;  /* Barva nadpisu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15978" y="2066458"/>
            <a:ext cx="82296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🎨 Tipy na barvy: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#F8F9FA</a:t>
            </a:r>
            <a:r>
              <a:rPr lang="en-US" sz="1300" dirty="0">
                <a:solidFill>
                  <a:srgbClr val="1E293B"/>
                </a:solidFill>
              </a:rPr>
              <a:t> - </a:t>
            </a:r>
            <a:r>
              <a:rPr lang="en-US" sz="1300" dirty="0" err="1">
                <a:solidFill>
                  <a:srgbClr val="1E293B"/>
                </a:solidFill>
              </a:rPr>
              <a:t>světle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šedá</a:t>
            </a:r>
            <a:r>
              <a:rPr lang="en-US" sz="1300" dirty="0">
                <a:solidFill>
                  <a:srgbClr val="1E293B"/>
                </a:solidFill>
              </a:rPr>
              <a:t> (</a:t>
            </a:r>
            <a:r>
              <a:rPr lang="en-US" sz="1300" dirty="0" err="1">
                <a:solidFill>
                  <a:srgbClr val="1E293B"/>
                </a:solidFill>
              </a:rPr>
              <a:t>pozadí</a:t>
            </a:r>
            <a:r>
              <a:rPr lang="en-US" sz="1300" dirty="0">
                <a:solidFill>
                  <a:srgbClr val="1E293B"/>
                </a:solidFill>
              </a:rPr>
              <a:t>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#212529</a:t>
            </a:r>
            <a:r>
              <a:rPr lang="en-US" sz="1300">
                <a:solidFill>
                  <a:srgbClr val="1E293B"/>
                </a:solidFill>
              </a:rPr>
              <a:t> - </a:t>
            </a:r>
            <a:r>
              <a:rPr lang="en-US" sz="1300" err="1">
                <a:solidFill>
                  <a:srgbClr val="1E293B"/>
                </a:solidFill>
              </a:rPr>
              <a:t>tmavě</a:t>
            </a:r>
            <a:r>
              <a:rPr lang="en-US" sz="1300">
                <a:solidFill>
                  <a:srgbClr val="1E293B"/>
                </a:solidFill>
              </a:rPr>
              <a:t> šedá (text)</a:t>
            </a:r>
            <a:r>
              <a:rPr lang="en-US" sz="1300" dirty="0">
                <a:solidFill>
                  <a:srgbClr val="1E293B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#028090</a:t>
            </a:r>
            <a:r>
              <a:rPr lang="en-US" sz="1300" dirty="0">
                <a:solidFill>
                  <a:srgbClr val="1E293B"/>
                </a:solidFill>
              </a:rPr>
              <a:t> - teal (</a:t>
            </a:r>
            <a:r>
              <a:rPr lang="en-US" sz="1300" dirty="0" err="1">
                <a:solidFill>
                  <a:srgbClr val="1E293B"/>
                </a:solidFill>
              </a:rPr>
              <a:t>akcent</a:t>
            </a:r>
            <a:r>
              <a:rPr lang="en-US" sz="1300" dirty="0">
                <a:solidFill>
                  <a:srgbClr val="1E293B"/>
                </a:solidFill>
              </a:rPr>
              <a:t>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Google: "color picker" pro výběr vlastních barev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9: Zarovnání a mezery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</a:rPr>
              <a:t>Přidejte</a:t>
            </a:r>
            <a:r>
              <a:rPr lang="en-US" sz="1400" dirty="0">
                <a:solidFill>
                  <a:srgbClr val="1E293B"/>
                </a:solidFill>
              </a:rPr>
              <a:t> do style.css: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128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Centrování obsahu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max-width: 800px;     /* Maximální šířka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margin: 0 auto;       /* Vystředí obsah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20px;        /* Odsazení od kraje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Mezery mezi sekcemi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margin-bottom: ___px;  /* Mezera pod sekcí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37179"/>
            <a:ext cx="3931920" cy="8229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688388" y="3930842"/>
            <a:ext cx="3474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/>
                <a:ea typeface="Consolas" pitchFamily="34" charset="-122"/>
                <a:cs typeface="Consolas" pitchFamily="34" charset="-120"/>
              </a:rPr>
              <a:t>padding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rgbClr val="1E293B"/>
                </a:solidFill>
              </a:rPr>
              <a:t>= vnitřní odsazení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(prostor uvnitř prvku)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737179"/>
            <a:ext cx="3931920" cy="8229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4986068" y="3973974"/>
            <a:ext cx="3474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/>
                <a:ea typeface="Consolas" pitchFamily="34" charset="-122"/>
                <a:cs typeface="Consolas" pitchFamily="34" charset="-120"/>
              </a:rPr>
              <a:t>margin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rgbClr val="1E293B"/>
                </a:solidFill>
              </a:rPr>
              <a:t>= vnější odsazení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(mezera mezi prvky)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10: Stylování obrázku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</a:rPr>
              <a:t>Udělejte</a:t>
            </a:r>
            <a:r>
              <a:rPr lang="en-US" sz="1400" dirty="0">
                <a:solidFill>
                  <a:srgbClr val="1E293B"/>
                </a:solidFill>
              </a:rPr>
              <a:t> z </a:t>
            </a:r>
            <a:r>
              <a:rPr lang="en-US" sz="1400" dirty="0" err="1">
                <a:solidFill>
                  <a:srgbClr val="1E293B"/>
                </a:solidFill>
              </a:rPr>
              <a:t>fotky</a:t>
            </a:r>
            <a:r>
              <a:rPr lang="en-US" sz="1400" dirty="0">
                <a:solidFill>
                  <a:srgbClr val="1E293B"/>
                </a:solidFill>
              </a:rPr>
              <a:t> kulatý avatar: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282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width: ___px;           /* Šířka obrázku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height: ___px;          /* Výška obrázku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border-radius: 50%;     /* Zakulacení = kruh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object-fit: cover;      /* Ořízne, aby pasoval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block;         /* Blokový prvek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margin: 20px auto;      /* Vystředění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381986"/>
            <a:ext cx="822960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785435" y="3564866"/>
            <a:ext cx="7772400" cy="6560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💡 </a:t>
            </a:r>
            <a:r>
              <a:rPr lang="en-US" sz="1400" b="1" dirty="0" err="1">
                <a:solidFill>
                  <a:schemeClr val="accent1"/>
                </a:solidFill>
              </a:rPr>
              <a:t>Zkuste</a:t>
            </a:r>
            <a:r>
              <a:rPr lang="en-US" sz="1400" b="1" dirty="0">
                <a:solidFill>
                  <a:schemeClr val="accent1"/>
                </a:solidFill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</a:rPr>
              <a:t>experimentovat</a:t>
            </a:r>
            <a:r>
              <a:rPr lang="en-US" sz="1400" b="1" dirty="0">
                <a:solidFill>
                  <a:schemeClr val="accent1"/>
                </a:solidFill>
              </a:rPr>
              <a:t>:
</a:t>
            </a:r>
            <a:endParaRPr lang="en-US" sz="1300">
              <a:solidFill>
                <a:schemeClr val="accent1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border-radius: 10px</a:t>
            </a:r>
            <a:r>
              <a:rPr lang="en-US" sz="1300" dirty="0">
                <a:solidFill>
                  <a:srgbClr val="1E293B"/>
                </a:solidFill>
              </a:rPr>
              <a:t> - </a:t>
            </a:r>
            <a:r>
              <a:rPr lang="en-US" sz="1300" dirty="0" err="1">
                <a:solidFill>
                  <a:srgbClr val="1E293B"/>
                </a:solidFill>
              </a:rPr>
              <a:t>zaoblené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rohy</a:t>
            </a:r>
            <a:endParaRPr lang="en-US" sz="1300" dirty="0" err="1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border: 3px solid #028090</a:t>
            </a:r>
            <a:r>
              <a:rPr lang="en-US" sz="1300" dirty="0">
                <a:solidFill>
                  <a:srgbClr val="1E293B"/>
                </a:solidFill>
              </a:rPr>
              <a:t> - </a:t>
            </a:r>
            <a:r>
              <a:rPr lang="en-US" sz="1300" dirty="0" err="1">
                <a:solidFill>
                  <a:srgbClr val="1E293B"/>
                </a:solidFill>
              </a:rPr>
              <a:t>barevný</a:t>
            </a:r>
            <a:r>
              <a:rPr lang="en-US" sz="1300" dirty="0">
                <a:solidFill>
                  <a:srgbClr val="1E293B"/>
                </a:solidFill>
              </a:rPr>
              <a:t> rámeček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KROK 11: Finální úpravy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Přidej písmo a velikosti: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94360" y="155448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font-family: Arial, sans-serif;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___px;           /* Základní velikost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line-height: 1.6;           /* Řádkování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___px;           /* Velikost hlavního nadpisu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text-align: center;         /* Vycentrování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___px;           /* Velikost podnadpisů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#028090;             /* Akcent barva */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📏 </a:t>
            </a:r>
            <a:r>
              <a:rPr lang="en-US" sz="1300" b="1" dirty="0">
                <a:solidFill>
                  <a:schemeClr val="accent1"/>
                </a:solidFill>
              </a:rPr>
              <a:t>Doporučené velikosti:</a:t>
            </a:r>
            <a:r>
              <a:rPr lang="en-US" sz="1300" b="1" dirty="0">
                <a:solidFill>
                  <a:srgbClr val="028090"/>
                </a:solidFill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body 16-18px, h1 36-48px, h2 24-28px</a:t>
            </a:r>
            <a:endParaRPr lang="en-US" sz="1300" dirty="0">
              <a:latin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🚀 Bonusové tipy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 2"/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Google Fonts
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fonts.google.com
</a:t>
            </a:r>
            <a:endParaRPr lang="en-US" sz="1600" dirty="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Profesionální písma zdarma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502920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Flexbox layout
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display: flex;
</a:t>
            </a:r>
            <a:endParaRPr lang="en-US" sz="1600" dirty="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 pokročilé rozvržení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731520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Responzivita
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@media (max-width: 600px)
</a:t>
            </a:r>
            <a:endParaRPr lang="en-US" sz="1600" dirty="0"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Přizpůsobení mobilům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5029200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 GitHub Pages
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github.com → Settings → Pages
</a:t>
            </a:r>
            <a:endParaRPr lang="en-US" sz="1600" dirty="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Publikuj svůj web!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780C22-77CD-40F6-9872-5B5E1541E62A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customXml/itemProps2.xml><?xml version="1.0" encoding="utf-8"?>
<ds:datastoreItem xmlns:ds="http://schemas.openxmlformats.org/officeDocument/2006/customXml" ds:itemID="{E821EF1E-44CE-4875-B31E-E459EFD2A8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94ED9C-B859-49C6-A885-72591D7FA3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Předvádění na obrazovce (16:9)</PresentationFormat>
  <Paragraphs>0</Paragraphs>
  <Slides>17</Slides>
  <Notes>16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18" baseType="lpstr">
      <vt:lpstr>Retrospect</vt:lpstr>
      <vt:lpstr>HTML + CSS (HANDS-ON)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- Vytvoř si svůj web</dc:title>
  <dc:subject>PptxGenJS Presentation</dc:subject>
  <dc:creator>Digitální a mediální gramotnost</dc:creator>
  <cp:lastModifiedBy>Digitální a mediální gramotnost</cp:lastModifiedBy>
  <cp:revision>127</cp:revision>
  <dcterms:created xsi:type="dcterms:W3CDTF">2026-02-09T06:41:36Z</dcterms:created>
  <dcterms:modified xsi:type="dcterms:W3CDTF">2026-02-09T11:13:44Z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