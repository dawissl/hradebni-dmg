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12D20-9B7E-4E5D-A5FF-4D1D80532B61}" v="451" dt="2026-05-04T05:58:35.941"/>
    <p1510:client id="{4B5920CC-A99E-40DA-8E36-44CA099483AA}" v="2" dt="2026-05-04T10:56:04.374"/>
    <p1510:client id="{E8C899C8-29D8-4456-97E6-3C40FD9758BF}" v="125" dt="2026-05-04T06:09:20.084"/>
    <p1510:client id="{F61A652B-45C2-4FC1-B3E8-E8F03493B0B0}" v="198" dt="2026-05-04T05:36:18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00312D20-9B7E-4E5D-A5FF-4D1D80532B61}"/>
    <pc:docChg chg="addSld modSld">
      <pc:chgData name="Sládeček David" userId="S::sladecek@hradebni.cz::474d93f0-3a32-49cc-b837-47806091b590" providerId="AD" clId="Web-{00312D20-9B7E-4E5D-A5FF-4D1D80532B61}" dt="2026-05-04T05:58:35.941" v="456" actId="20577"/>
      <pc:docMkLst>
        <pc:docMk/>
      </pc:docMkLst>
      <pc:sldChg chg="addSp delSp modSp mod setBg">
        <pc:chgData name="Sládeček David" userId="S::sladecek@hradebni.cz::474d93f0-3a32-49cc-b837-47806091b590" providerId="AD" clId="Web-{00312D20-9B7E-4E5D-A5FF-4D1D80532B61}" dt="2026-05-04T05:43:37.801" v="132" actId="20577"/>
        <pc:sldMkLst>
          <pc:docMk/>
          <pc:sldMk cId="2105261708" sldId="261"/>
        </pc:sldMkLst>
        <pc:spChg chg="mod">
          <ac:chgData name="Sládeček David" userId="S::sladecek@hradebni.cz::474d93f0-3a32-49cc-b837-47806091b590" providerId="AD" clId="Web-{00312D20-9B7E-4E5D-A5FF-4D1D80532B61}" dt="2026-05-04T05:43:24.019" v="124"/>
          <ac:spMkLst>
            <pc:docMk/>
            <pc:sldMk cId="2105261708" sldId="261"/>
            <ac:spMk id="2" creationId="{20356A56-4501-6476-9B9D-E47C36287853}"/>
          </ac:spMkLst>
        </pc:spChg>
        <pc:spChg chg="mod">
          <ac:chgData name="Sládeček David" userId="S::sladecek@hradebni.cz::474d93f0-3a32-49cc-b837-47806091b590" providerId="AD" clId="Web-{00312D20-9B7E-4E5D-A5FF-4D1D80532B61}" dt="2026-05-04T05:43:37.801" v="132" actId="20577"/>
          <ac:spMkLst>
            <pc:docMk/>
            <pc:sldMk cId="2105261708" sldId="261"/>
            <ac:spMk id="3" creationId="{C9731ACA-6EBA-C984-5328-DFC6289F640E}"/>
          </ac:spMkLst>
        </pc:spChg>
        <pc:spChg chg="add del">
          <ac:chgData name="Sládeček David" userId="S::sladecek@hradebni.cz::474d93f0-3a32-49cc-b837-47806091b590" providerId="AD" clId="Web-{00312D20-9B7E-4E5D-A5FF-4D1D80532B61}" dt="2026-05-04T05:42:29.644" v="112"/>
          <ac:spMkLst>
            <pc:docMk/>
            <pc:sldMk cId="2105261708" sldId="261"/>
            <ac:spMk id="9" creationId="{52ABB703-2B0E-4C3B-B4A2-F3973548E561}"/>
          </ac:spMkLst>
        </pc:spChg>
        <pc:spChg chg="add del">
          <ac:chgData name="Sládeček David" userId="S::sladecek@hradebni.cz::474d93f0-3a32-49cc-b837-47806091b590" providerId="AD" clId="Web-{00312D20-9B7E-4E5D-A5FF-4D1D80532B61}" dt="2026-05-04T05:43:24.019" v="124"/>
          <ac:spMkLst>
            <pc:docMk/>
            <pc:sldMk cId="2105261708" sldId="261"/>
            <ac:spMk id="10" creationId="{284B70D5-875B-433D-BDBD-1522A85D6C1D}"/>
          </ac:spMkLst>
        </pc:spChg>
        <pc:spChg chg="add del">
          <ac:chgData name="Sládeček David" userId="S::sladecek@hradebni.cz::474d93f0-3a32-49cc-b837-47806091b590" providerId="AD" clId="Web-{00312D20-9B7E-4E5D-A5FF-4D1D80532B61}" dt="2026-05-04T05:42:29.644" v="112"/>
          <ac:spMkLst>
            <pc:docMk/>
            <pc:sldMk cId="2105261708" sldId="261"/>
            <ac:spMk id="13" creationId="{E95DA498-D9A2-4DA9-B9DA-B3776E08CF7E}"/>
          </ac:spMkLst>
        </pc:spChg>
        <pc:spChg chg="add del">
          <ac:chgData name="Sládeček David" userId="S::sladecek@hradebni.cz::474d93f0-3a32-49cc-b837-47806091b590" providerId="AD" clId="Web-{00312D20-9B7E-4E5D-A5FF-4D1D80532B61}" dt="2026-05-04T05:43:24.019" v="124"/>
          <ac:spMkLst>
            <pc:docMk/>
            <pc:sldMk cId="2105261708" sldId="261"/>
            <ac:spMk id="14" creationId="{1E299956-A9E7-4FC1-A0B1-D590CA9730E8}"/>
          </ac:spMkLst>
        </pc:spChg>
        <pc:spChg chg="add del">
          <ac:chgData name="Sládeček David" userId="S::sladecek@hradebni.cz::474d93f0-3a32-49cc-b837-47806091b590" providerId="AD" clId="Web-{00312D20-9B7E-4E5D-A5FF-4D1D80532B61}" dt="2026-05-04T05:42:29.644" v="112"/>
          <ac:spMkLst>
            <pc:docMk/>
            <pc:sldMk cId="2105261708" sldId="261"/>
            <ac:spMk id="15" creationId="{82A73093-4B9D-420D-B17E-52293703A1D4}"/>
          </ac:spMkLst>
        </pc:spChg>
        <pc:spChg chg="add del">
          <ac:chgData name="Sládeček David" userId="S::sladecek@hradebni.cz::474d93f0-3a32-49cc-b837-47806091b590" providerId="AD" clId="Web-{00312D20-9B7E-4E5D-A5FF-4D1D80532B61}" dt="2026-05-04T05:43:24.019" v="124"/>
          <ac:spMkLst>
            <pc:docMk/>
            <pc:sldMk cId="2105261708" sldId="261"/>
            <ac:spMk id="16" creationId="{17FC539C-B783-4B03-9F9E-D13430F3F64F}"/>
          </ac:spMkLst>
        </pc:spChg>
        <pc:spChg chg="add del">
          <ac:chgData name="Sládeček David" userId="S::sladecek@hradebni.cz::474d93f0-3a32-49cc-b837-47806091b590" providerId="AD" clId="Web-{00312D20-9B7E-4E5D-A5FF-4D1D80532B61}" dt="2026-05-04T05:42:26.440" v="109"/>
          <ac:spMkLst>
            <pc:docMk/>
            <pc:sldMk cId="2105261708" sldId="261"/>
            <ac:spMk id="20" creationId="{284B70D5-875B-433D-BDBD-1522A85D6C1D}"/>
          </ac:spMkLst>
        </pc:spChg>
        <pc:spChg chg="add del">
          <ac:chgData name="Sládeček David" userId="S::sladecek@hradebni.cz::474d93f0-3a32-49cc-b837-47806091b590" providerId="AD" clId="Web-{00312D20-9B7E-4E5D-A5FF-4D1D80532B61}" dt="2026-05-04T05:42:26.440" v="109"/>
          <ac:spMkLst>
            <pc:docMk/>
            <pc:sldMk cId="2105261708" sldId="261"/>
            <ac:spMk id="24" creationId="{1E299956-A9E7-4FC1-A0B1-D590CA9730E8}"/>
          </ac:spMkLst>
        </pc:spChg>
        <pc:spChg chg="add del">
          <ac:chgData name="Sládeček David" userId="S::sladecek@hradebni.cz::474d93f0-3a32-49cc-b837-47806091b590" providerId="AD" clId="Web-{00312D20-9B7E-4E5D-A5FF-4D1D80532B61}" dt="2026-05-04T05:42:26.440" v="109"/>
          <ac:spMkLst>
            <pc:docMk/>
            <pc:sldMk cId="2105261708" sldId="261"/>
            <ac:spMk id="26" creationId="{17FC539C-B783-4B03-9F9E-D13430F3F64F}"/>
          </ac:spMkLst>
        </pc:spChg>
        <pc:graphicFrameChg chg="add del mod modGraphic">
          <ac:chgData name="Sládeček David" userId="S::sladecek@hradebni.cz::474d93f0-3a32-49cc-b837-47806091b590" providerId="AD" clId="Web-{00312D20-9B7E-4E5D-A5FF-4D1D80532B61}" dt="2026-05-04T05:42:50.738" v="118"/>
          <ac:graphicFrameMkLst>
            <pc:docMk/>
            <pc:sldMk cId="2105261708" sldId="261"/>
            <ac:graphicFrameMk id="4" creationId="{9410F4C9-A766-366B-CA45-82EA15E7514D}"/>
          </ac:graphicFrameMkLst>
        </pc:graphicFrameChg>
        <pc:graphicFrameChg chg="add del">
          <ac:chgData name="Sládeček David" userId="S::sladecek@hradebni.cz::474d93f0-3a32-49cc-b837-47806091b590" providerId="AD" clId="Web-{00312D20-9B7E-4E5D-A5FF-4D1D80532B61}" dt="2026-05-04T05:43:19.363" v="122"/>
          <ac:graphicFrameMkLst>
            <pc:docMk/>
            <pc:sldMk cId="2105261708" sldId="261"/>
            <ac:graphicFrameMk id="6" creationId="{9410F4C9-A766-366B-CA45-82EA15E7514D}"/>
          </ac:graphicFrameMkLst>
        </pc:graphicFrameChg>
        <pc:graphicFrameChg chg="add mod modGraphic">
          <ac:chgData name="Sládeček David" userId="S::sladecek@hradebni.cz::474d93f0-3a32-49cc-b837-47806091b590" providerId="AD" clId="Web-{00312D20-9B7E-4E5D-A5FF-4D1D80532B61}" dt="2026-05-04T05:43:29.316" v="128" actId="1076"/>
          <ac:graphicFrameMkLst>
            <pc:docMk/>
            <pc:sldMk cId="2105261708" sldId="261"/>
            <ac:graphicFrameMk id="17" creationId="{1DE4CE80-0CF1-C520-0681-FADEB5259E0D}"/>
          </ac:graphicFrameMkLst>
        </pc:graphicFrameChg>
        <pc:picChg chg="add del">
          <ac:chgData name="Sládeček David" userId="S::sladecek@hradebni.cz::474d93f0-3a32-49cc-b837-47806091b590" providerId="AD" clId="Web-{00312D20-9B7E-4E5D-A5FF-4D1D80532B61}" dt="2026-05-04T05:43:24.019" v="124"/>
          <ac:picMkLst>
            <pc:docMk/>
            <pc:sldMk cId="2105261708" sldId="261"/>
            <ac:picMk id="7" creationId="{1FD841B4-7CBA-7282-B1DA-AF56A5D9D0C1}"/>
          </ac:picMkLst>
        </pc:picChg>
        <pc:cxnChg chg="add del">
          <ac:chgData name="Sládeček David" userId="S::sladecek@hradebni.cz::474d93f0-3a32-49cc-b837-47806091b590" providerId="AD" clId="Web-{00312D20-9B7E-4E5D-A5FF-4D1D80532B61}" dt="2026-05-04T05:42:29.644" v="112"/>
          <ac:cxnSpMkLst>
            <pc:docMk/>
            <pc:sldMk cId="2105261708" sldId="261"/>
            <ac:cxnSpMk id="11" creationId="{9C21570E-E159-49A6-9891-FA397B7A92D3}"/>
          </ac:cxnSpMkLst>
        </pc:cxnChg>
        <pc:cxnChg chg="add del">
          <ac:chgData name="Sládeček David" userId="S::sladecek@hradebni.cz::474d93f0-3a32-49cc-b837-47806091b590" providerId="AD" clId="Web-{00312D20-9B7E-4E5D-A5FF-4D1D80532B61}" dt="2026-05-04T05:43:24.019" v="124"/>
          <ac:cxnSpMkLst>
            <pc:docMk/>
            <pc:sldMk cId="2105261708" sldId="261"/>
            <ac:cxnSpMk id="12" creationId="{C947DF4A-614C-4B4C-8B80-E5B9D8E8CFED}"/>
          </ac:cxnSpMkLst>
        </pc:cxnChg>
        <pc:cxnChg chg="add del">
          <ac:chgData name="Sládeček David" userId="S::sladecek@hradebni.cz::474d93f0-3a32-49cc-b837-47806091b590" providerId="AD" clId="Web-{00312D20-9B7E-4E5D-A5FF-4D1D80532B61}" dt="2026-05-04T05:42:26.440" v="109"/>
          <ac:cxnSpMkLst>
            <pc:docMk/>
            <pc:sldMk cId="2105261708" sldId="261"/>
            <ac:cxnSpMk id="22" creationId="{C947DF4A-614C-4B4C-8B80-E5B9D8E8CFED}"/>
          </ac:cxnSpMkLst>
        </pc:cxnChg>
      </pc:sldChg>
      <pc:sldChg chg="addSp modSp new mod setBg">
        <pc:chgData name="Sládeček David" userId="S::sladecek@hradebni.cz::474d93f0-3a32-49cc-b837-47806091b590" providerId="AD" clId="Web-{00312D20-9B7E-4E5D-A5FF-4D1D80532B61}" dt="2026-05-04T05:46:40.753" v="174"/>
        <pc:sldMkLst>
          <pc:docMk/>
          <pc:sldMk cId="1123756746" sldId="262"/>
        </pc:sldMkLst>
        <pc:spChg chg="mod">
          <ac:chgData name="Sládeček David" userId="S::sladecek@hradebni.cz::474d93f0-3a32-49cc-b837-47806091b590" providerId="AD" clId="Web-{00312D20-9B7E-4E5D-A5FF-4D1D80532B61}" dt="2026-05-04T05:46:40.753" v="174"/>
          <ac:spMkLst>
            <pc:docMk/>
            <pc:sldMk cId="1123756746" sldId="262"/>
            <ac:spMk id="2" creationId="{B474701F-224A-B44F-51F0-5AE2940EC568}"/>
          </ac:spMkLst>
        </pc:spChg>
        <pc:spChg chg="mod ord">
          <ac:chgData name="Sládeček David" userId="S::sladecek@hradebni.cz::474d93f0-3a32-49cc-b837-47806091b590" providerId="AD" clId="Web-{00312D20-9B7E-4E5D-A5FF-4D1D80532B61}" dt="2026-05-04T05:46:40.753" v="174"/>
          <ac:spMkLst>
            <pc:docMk/>
            <pc:sldMk cId="1123756746" sldId="262"/>
            <ac:spMk id="3" creationId="{EC461DE8-1E41-BBA6-C8AF-CBDBF24A3E5D}"/>
          </ac:spMkLst>
        </pc:spChg>
        <pc:spChg chg="add">
          <ac:chgData name="Sládeček David" userId="S::sladecek@hradebni.cz::474d93f0-3a32-49cc-b837-47806091b590" providerId="AD" clId="Web-{00312D20-9B7E-4E5D-A5FF-4D1D80532B61}" dt="2026-05-04T05:46:40.753" v="174"/>
          <ac:spMkLst>
            <pc:docMk/>
            <pc:sldMk cId="1123756746" sldId="262"/>
            <ac:spMk id="9" creationId="{52ABB703-2B0E-4C3B-B4A2-F3973548E561}"/>
          </ac:spMkLst>
        </pc:spChg>
        <pc:spChg chg="add">
          <ac:chgData name="Sládeček David" userId="S::sladecek@hradebni.cz::474d93f0-3a32-49cc-b837-47806091b590" providerId="AD" clId="Web-{00312D20-9B7E-4E5D-A5FF-4D1D80532B61}" dt="2026-05-04T05:46:40.753" v="174"/>
          <ac:spMkLst>
            <pc:docMk/>
            <pc:sldMk cId="1123756746" sldId="262"/>
            <ac:spMk id="13" creationId="{E95DA498-D9A2-4DA9-B9DA-B3776E08CF7E}"/>
          </ac:spMkLst>
        </pc:spChg>
        <pc:spChg chg="add">
          <ac:chgData name="Sládeček David" userId="S::sladecek@hradebni.cz::474d93f0-3a32-49cc-b837-47806091b590" providerId="AD" clId="Web-{00312D20-9B7E-4E5D-A5FF-4D1D80532B61}" dt="2026-05-04T05:46:40.753" v="174"/>
          <ac:spMkLst>
            <pc:docMk/>
            <pc:sldMk cId="1123756746" sldId="262"/>
            <ac:spMk id="15" creationId="{82A73093-4B9D-420D-B17E-52293703A1D4}"/>
          </ac:spMkLst>
        </pc:spChg>
        <pc:picChg chg="add mod">
          <ac:chgData name="Sládeček David" userId="S::sladecek@hradebni.cz::474d93f0-3a32-49cc-b837-47806091b590" providerId="AD" clId="Web-{00312D20-9B7E-4E5D-A5FF-4D1D80532B61}" dt="2026-05-04T05:46:40.753" v="174"/>
          <ac:picMkLst>
            <pc:docMk/>
            <pc:sldMk cId="1123756746" sldId="262"/>
            <ac:picMk id="4" creationId="{4CAF5362-88D8-E660-99A1-17333106053D}"/>
          </ac:picMkLst>
        </pc:picChg>
        <pc:cxnChg chg="add">
          <ac:chgData name="Sládeček David" userId="S::sladecek@hradebni.cz::474d93f0-3a32-49cc-b837-47806091b590" providerId="AD" clId="Web-{00312D20-9B7E-4E5D-A5FF-4D1D80532B61}" dt="2026-05-04T05:46:40.753" v="174"/>
          <ac:cxnSpMkLst>
            <pc:docMk/>
            <pc:sldMk cId="1123756746" sldId="262"/>
            <ac:cxnSpMk id="11" creationId="{9C21570E-E159-49A6-9891-FA397B7A92D3}"/>
          </ac:cxnSpMkLst>
        </pc:cxnChg>
      </pc:sldChg>
      <pc:sldChg chg="addSp modSp new mod setBg">
        <pc:chgData name="Sládeček David" userId="S::sladecek@hradebni.cz::474d93f0-3a32-49cc-b837-47806091b590" providerId="AD" clId="Web-{00312D20-9B7E-4E5D-A5FF-4D1D80532B61}" dt="2026-05-04T05:50:15.614" v="244"/>
        <pc:sldMkLst>
          <pc:docMk/>
          <pc:sldMk cId="4060051954" sldId="263"/>
        </pc:sldMkLst>
        <pc:spChg chg="mod">
          <ac:chgData name="Sládeček David" userId="S::sladecek@hradebni.cz::474d93f0-3a32-49cc-b837-47806091b590" providerId="AD" clId="Web-{00312D20-9B7E-4E5D-A5FF-4D1D80532B61}" dt="2026-05-04T05:50:15.614" v="244"/>
          <ac:spMkLst>
            <pc:docMk/>
            <pc:sldMk cId="4060051954" sldId="263"/>
            <ac:spMk id="2" creationId="{CDB58819-1430-3036-7F4C-77A88C210BAF}"/>
          </ac:spMkLst>
        </pc:spChg>
        <pc:spChg chg="mod ord">
          <ac:chgData name="Sládeček David" userId="S::sladecek@hradebni.cz::474d93f0-3a32-49cc-b837-47806091b590" providerId="AD" clId="Web-{00312D20-9B7E-4E5D-A5FF-4D1D80532B61}" dt="2026-05-04T05:50:15.614" v="244"/>
          <ac:spMkLst>
            <pc:docMk/>
            <pc:sldMk cId="4060051954" sldId="263"/>
            <ac:spMk id="3" creationId="{734C9359-DCA1-CDE6-A863-057E9C017345}"/>
          </ac:spMkLst>
        </pc:spChg>
        <pc:spChg chg="add">
          <ac:chgData name="Sládeček David" userId="S::sladecek@hradebni.cz::474d93f0-3a32-49cc-b837-47806091b590" providerId="AD" clId="Web-{00312D20-9B7E-4E5D-A5FF-4D1D80532B61}" dt="2026-05-04T05:50:15.614" v="244"/>
          <ac:spMkLst>
            <pc:docMk/>
            <pc:sldMk cId="4060051954" sldId="263"/>
            <ac:spMk id="9" creationId="{52ABB703-2B0E-4C3B-B4A2-F3973548E561}"/>
          </ac:spMkLst>
        </pc:spChg>
        <pc:spChg chg="add">
          <ac:chgData name="Sládeček David" userId="S::sladecek@hradebni.cz::474d93f0-3a32-49cc-b837-47806091b590" providerId="AD" clId="Web-{00312D20-9B7E-4E5D-A5FF-4D1D80532B61}" dt="2026-05-04T05:50:15.614" v="244"/>
          <ac:spMkLst>
            <pc:docMk/>
            <pc:sldMk cId="4060051954" sldId="263"/>
            <ac:spMk id="13" creationId="{E95DA498-D9A2-4DA9-B9DA-B3776E08CF7E}"/>
          </ac:spMkLst>
        </pc:spChg>
        <pc:spChg chg="add">
          <ac:chgData name="Sládeček David" userId="S::sladecek@hradebni.cz::474d93f0-3a32-49cc-b837-47806091b590" providerId="AD" clId="Web-{00312D20-9B7E-4E5D-A5FF-4D1D80532B61}" dt="2026-05-04T05:50:15.614" v="244"/>
          <ac:spMkLst>
            <pc:docMk/>
            <pc:sldMk cId="4060051954" sldId="263"/>
            <ac:spMk id="15" creationId="{82A73093-4B9D-420D-B17E-52293703A1D4}"/>
          </ac:spMkLst>
        </pc:spChg>
        <pc:picChg chg="add mod">
          <ac:chgData name="Sládeček David" userId="S::sladecek@hradebni.cz::474d93f0-3a32-49cc-b837-47806091b590" providerId="AD" clId="Web-{00312D20-9B7E-4E5D-A5FF-4D1D80532B61}" dt="2026-05-04T05:50:15.614" v="244"/>
          <ac:picMkLst>
            <pc:docMk/>
            <pc:sldMk cId="4060051954" sldId="263"/>
            <ac:picMk id="4" creationId="{4E65FD64-BB55-1F1E-D48B-CD2718460288}"/>
          </ac:picMkLst>
        </pc:picChg>
        <pc:cxnChg chg="add">
          <ac:chgData name="Sládeček David" userId="S::sladecek@hradebni.cz::474d93f0-3a32-49cc-b837-47806091b590" providerId="AD" clId="Web-{00312D20-9B7E-4E5D-A5FF-4D1D80532B61}" dt="2026-05-04T05:50:15.614" v="244"/>
          <ac:cxnSpMkLst>
            <pc:docMk/>
            <pc:sldMk cId="4060051954" sldId="263"/>
            <ac:cxnSpMk id="11" creationId="{9C21570E-E159-49A6-9891-FA397B7A92D3}"/>
          </ac:cxnSpMkLst>
        </pc:cxnChg>
      </pc:sldChg>
      <pc:sldChg chg="addSp delSp modSp add replId">
        <pc:chgData name="Sládeček David" userId="S::sladecek@hradebni.cz::474d93f0-3a32-49cc-b837-47806091b590" providerId="AD" clId="Web-{00312D20-9B7E-4E5D-A5FF-4D1D80532B61}" dt="2026-05-04T05:51:50.458" v="281"/>
        <pc:sldMkLst>
          <pc:docMk/>
          <pc:sldMk cId="2979683239" sldId="264"/>
        </pc:sldMkLst>
        <pc:spChg chg="mod">
          <ac:chgData name="Sládeček David" userId="S::sladecek@hradebni.cz::474d93f0-3a32-49cc-b837-47806091b590" providerId="AD" clId="Web-{00312D20-9B7E-4E5D-A5FF-4D1D80532B61}" dt="2026-05-04T05:50:26.848" v="247" actId="20577"/>
          <ac:spMkLst>
            <pc:docMk/>
            <pc:sldMk cId="2979683239" sldId="264"/>
            <ac:spMk id="2" creationId="{F75B3EC1-1D1A-A350-3CF8-3C1F1F4A2310}"/>
          </ac:spMkLst>
        </pc:spChg>
        <pc:spChg chg="mod ord">
          <ac:chgData name="Sládeček David" userId="S::sladecek@hradebni.cz::474d93f0-3a32-49cc-b837-47806091b590" providerId="AD" clId="Web-{00312D20-9B7E-4E5D-A5FF-4D1D80532B61}" dt="2026-05-04T05:51:50.458" v="281"/>
          <ac:spMkLst>
            <pc:docMk/>
            <pc:sldMk cId="2979683239" sldId="264"/>
            <ac:spMk id="3" creationId="{8396D646-39DB-28A9-708D-50570BAB7DE2}"/>
          </ac:spMkLst>
        </pc:spChg>
        <pc:spChg chg="del">
          <ac:chgData name="Sládeček David" userId="S::sladecek@hradebni.cz::474d93f0-3a32-49cc-b837-47806091b590" providerId="AD" clId="Web-{00312D20-9B7E-4E5D-A5FF-4D1D80532B61}" dt="2026-05-04T05:51:50.458" v="281"/>
          <ac:spMkLst>
            <pc:docMk/>
            <pc:sldMk cId="2979683239" sldId="264"/>
            <ac:spMk id="9" creationId="{9FA2119A-8601-FFDE-9A7A-D0A56496AEBC}"/>
          </ac:spMkLst>
        </pc:spChg>
        <pc:spChg chg="del">
          <ac:chgData name="Sládeček David" userId="S::sladecek@hradebni.cz::474d93f0-3a32-49cc-b837-47806091b590" providerId="AD" clId="Web-{00312D20-9B7E-4E5D-A5FF-4D1D80532B61}" dt="2026-05-04T05:51:50.458" v="281"/>
          <ac:spMkLst>
            <pc:docMk/>
            <pc:sldMk cId="2979683239" sldId="264"/>
            <ac:spMk id="13" creationId="{905AAF6E-F092-4B30-D76D-2997DE2B8695}"/>
          </ac:spMkLst>
        </pc:spChg>
        <pc:spChg chg="del">
          <ac:chgData name="Sládeček David" userId="S::sladecek@hradebni.cz::474d93f0-3a32-49cc-b837-47806091b590" providerId="AD" clId="Web-{00312D20-9B7E-4E5D-A5FF-4D1D80532B61}" dt="2026-05-04T05:51:50.458" v="281"/>
          <ac:spMkLst>
            <pc:docMk/>
            <pc:sldMk cId="2979683239" sldId="264"/>
            <ac:spMk id="15" creationId="{97250059-5A55-75C7-7883-B195F3B95C6E}"/>
          </ac:spMkLst>
        </pc:spChg>
        <pc:spChg chg="add">
          <ac:chgData name="Sládeček David" userId="S::sladecek@hradebni.cz::474d93f0-3a32-49cc-b837-47806091b590" providerId="AD" clId="Web-{00312D20-9B7E-4E5D-A5FF-4D1D80532B61}" dt="2026-05-04T05:51:50.458" v="281"/>
          <ac:spMkLst>
            <pc:docMk/>
            <pc:sldMk cId="2979683239" sldId="264"/>
            <ac:spMk id="20" creationId="{52ABB703-2B0E-4C3B-B4A2-F3973548E561}"/>
          </ac:spMkLst>
        </pc:spChg>
        <pc:spChg chg="add">
          <ac:chgData name="Sládeček David" userId="S::sladecek@hradebni.cz::474d93f0-3a32-49cc-b837-47806091b590" providerId="AD" clId="Web-{00312D20-9B7E-4E5D-A5FF-4D1D80532B61}" dt="2026-05-04T05:51:50.458" v="281"/>
          <ac:spMkLst>
            <pc:docMk/>
            <pc:sldMk cId="2979683239" sldId="264"/>
            <ac:spMk id="24" creationId="{E95DA498-D9A2-4DA9-B9DA-B3776E08CF7E}"/>
          </ac:spMkLst>
        </pc:spChg>
        <pc:spChg chg="add">
          <ac:chgData name="Sládeček David" userId="S::sladecek@hradebni.cz::474d93f0-3a32-49cc-b837-47806091b590" providerId="AD" clId="Web-{00312D20-9B7E-4E5D-A5FF-4D1D80532B61}" dt="2026-05-04T05:51:50.458" v="281"/>
          <ac:spMkLst>
            <pc:docMk/>
            <pc:sldMk cId="2979683239" sldId="264"/>
            <ac:spMk id="26" creationId="{82A73093-4B9D-420D-B17E-52293703A1D4}"/>
          </ac:spMkLst>
        </pc:spChg>
        <pc:picChg chg="del">
          <ac:chgData name="Sládeček David" userId="S::sladecek@hradebni.cz::474d93f0-3a32-49cc-b837-47806091b590" providerId="AD" clId="Web-{00312D20-9B7E-4E5D-A5FF-4D1D80532B61}" dt="2026-05-04T05:51:38.896" v="279"/>
          <ac:picMkLst>
            <pc:docMk/>
            <pc:sldMk cId="2979683239" sldId="264"/>
            <ac:picMk id="4" creationId="{DE1A9690-C243-5953-7179-6F835976A907}"/>
          </ac:picMkLst>
        </pc:picChg>
        <pc:picChg chg="add mod">
          <ac:chgData name="Sládeček David" userId="S::sladecek@hradebni.cz::474d93f0-3a32-49cc-b837-47806091b590" providerId="AD" clId="Web-{00312D20-9B7E-4E5D-A5FF-4D1D80532B61}" dt="2026-05-04T05:51:50.458" v="281"/>
          <ac:picMkLst>
            <pc:docMk/>
            <pc:sldMk cId="2979683239" sldId="264"/>
            <ac:picMk id="5" creationId="{6B8FCE80-465F-A1AC-FD28-597BAB56EA9A}"/>
          </ac:picMkLst>
        </pc:picChg>
        <pc:cxnChg chg="del">
          <ac:chgData name="Sládeček David" userId="S::sladecek@hradebni.cz::474d93f0-3a32-49cc-b837-47806091b590" providerId="AD" clId="Web-{00312D20-9B7E-4E5D-A5FF-4D1D80532B61}" dt="2026-05-04T05:51:50.458" v="281"/>
          <ac:cxnSpMkLst>
            <pc:docMk/>
            <pc:sldMk cId="2979683239" sldId="264"/>
            <ac:cxnSpMk id="11" creationId="{484A2F3F-04DE-FDBA-6A9B-441BA5D704A8}"/>
          </ac:cxnSpMkLst>
        </pc:cxnChg>
        <pc:cxnChg chg="add">
          <ac:chgData name="Sládeček David" userId="S::sladecek@hradebni.cz::474d93f0-3a32-49cc-b837-47806091b590" providerId="AD" clId="Web-{00312D20-9B7E-4E5D-A5FF-4D1D80532B61}" dt="2026-05-04T05:51:50.458" v="281"/>
          <ac:cxnSpMkLst>
            <pc:docMk/>
            <pc:sldMk cId="2979683239" sldId="264"/>
            <ac:cxnSpMk id="22" creationId="{9C21570E-E159-49A6-9891-FA397B7A92D3}"/>
          </ac:cxnSpMkLst>
        </pc:cxnChg>
      </pc:sldChg>
      <pc:sldChg chg="addSp modSp new mod modClrScheme chgLayout">
        <pc:chgData name="Sládeček David" userId="S::sladecek@hradebni.cz::474d93f0-3a32-49cc-b837-47806091b590" providerId="AD" clId="Web-{00312D20-9B7E-4E5D-A5FF-4D1D80532B61}" dt="2026-05-04T05:58:35.941" v="456" actId="20577"/>
        <pc:sldMkLst>
          <pc:docMk/>
          <pc:sldMk cId="2521949522" sldId="265"/>
        </pc:sldMkLst>
        <pc:spChg chg="mod ord">
          <ac:chgData name="Sládeček David" userId="S::sladecek@hradebni.cz::474d93f0-3a32-49cc-b837-47806091b590" providerId="AD" clId="Web-{00312D20-9B7E-4E5D-A5FF-4D1D80532B61}" dt="2026-05-04T05:52:20.802" v="298"/>
          <ac:spMkLst>
            <pc:docMk/>
            <pc:sldMk cId="2521949522" sldId="265"/>
            <ac:spMk id="2" creationId="{D432C35B-309F-3891-9B84-7CB9960D91D3}"/>
          </ac:spMkLst>
        </pc:spChg>
        <pc:spChg chg="mod ord">
          <ac:chgData name="Sládeček David" userId="S::sladecek@hradebni.cz::474d93f0-3a32-49cc-b837-47806091b590" providerId="AD" clId="Web-{00312D20-9B7E-4E5D-A5FF-4D1D80532B61}" dt="2026-05-04T05:57:10.288" v="413" actId="1076"/>
          <ac:spMkLst>
            <pc:docMk/>
            <pc:sldMk cId="2521949522" sldId="265"/>
            <ac:spMk id="3" creationId="{B2252155-6CDF-926E-CDA2-CB998BD42DFF}"/>
          </ac:spMkLst>
        </pc:spChg>
        <pc:spChg chg="add mod ord">
          <ac:chgData name="Sládeček David" userId="S::sladecek@hradebni.cz::474d93f0-3a32-49cc-b837-47806091b590" providerId="AD" clId="Web-{00312D20-9B7E-4E5D-A5FF-4D1D80532B61}" dt="2026-05-04T05:57:12.584" v="414" actId="1076"/>
          <ac:spMkLst>
            <pc:docMk/>
            <pc:sldMk cId="2521949522" sldId="265"/>
            <ac:spMk id="4" creationId="{E53B25AC-87F5-F64E-537B-23903B9452D3}"/>
          </ac:spMkLst>
        </pc:spChg>
        <pc:spChg chg="add mod ord">
          <ac:chgData name="Sládeček David" userId="S::sladecek@hradebni.cz::474d93f0-3a32-49cc-b837-47806091b590" providerId="AD" clId="Web-{00312D20-9B7E-4E5D-A5FF-4D1D80532B61}" dt="2026-05-04T05:56:30.662" v="408" actId="14100"/>
          <ac:spMkLst>
            <pc:docMk/>
            <pc:sldMk cId="2521949522" sldId="265"/>
            <ac:spMk id="5" creationId="{42E1F88C-B9F9-4405-9ACC-AF594F3A78BE}"/>
          </ac:spMkLst>
        </pc:spChg>
        <pc:spChg chg="add mod ord">
          <ac:chgData name="Sládeček David" userId="S::sladecek@hradebni.cz::474d93f0-3a32-49cc-b837-47806091b590" providerId="AD" clId="Web-{00312D20-9B7E-4E5D-A5FF-4D1D80532B61}" dt="2026-05-04T05:55:44.287" v="400" actId="14100"/>
          <ac:spMkLst>
            <pc:docMk/>
            <pc:sldMk cId="2521949522" sldId="265"/>
            <ac:spMk id="6" creationId="{B18A0B49-CBBA-D63E-DEC8-5FB27E2B5C67}"/>
          </ac:spMkLst>
        </pc:spChg>
        <pc:spChg chg="add mod">
          <ac:chgData name="Sládeček David" userId="S::sladecek@hradebni.cz::474d93f0-3a32-49cc-b837-47806091b590" providerId="AD" clId="Web-{00312D20-9B7E-4E5D-A5FF-4D1D80532B61}" dt="2026-05-04T05:56:55.084" v="411" actId="14100"/>
          <ac:spMkLst>
            <pc:docMk/>
            <pc:sldMk cId="2521949522" sldId="265"/>
            <ac:spMk id="8" creationId="{C30485FC-4EDA-F3CF-3B77-22EEBC5A7EF9}"/>
          </ac:spMkLst>
        </pc:spChg>
        <pc:spChg chg="add mod">
          <ac:chgData name="Sládeček David" userId="S::sladecek@hradebni.cz::474d93f0-3a32-49cc-b837-47806091b590" providerId="AD" clId="Web-{00312D20-9B7E-4E5D-A5FF-4D1D80532B61}" dt="2026-05-04T05:58:35.941" v="456" actId="20577"/>
          <ac:spMkLst>
            <pc:docMk/>
            <pc:sldMk cId="2521949522" sldId="265"/>
            <ac:spMk id="10" creationId="{BDEEF057-21E1-B6A0-406B-62B855F13311}"/>
          </ac:spMkLst>
        </pc:spChg>
      </pc:sldChg>
      <pc:sldChg chg="new">
        <pc:chgData name="Sládeček David" userId="S::sladecek@hradebni.cz::474d93f0-3a32-49cc-b837-47806091b590" providerId="AD" clId="Web-{00312D20-9B7E-4E5D-A5FF-4D1D80532B61}" dt="2026-05-04T05:52:15.083" v="297"/>
        <pc:sldMkLst>
          <pc:docMk/>
          <pc:sldMk cId="482378070" sldId="266"/>
        </pc:sldMkLst>
      </pc:sldChg>
    </pc:docChg>
  </pc:docChgLst>
  <pc:docChgLst>
    <pc:chgData name="Sládeček David" userId="S::sladecek@hradebni.cz::474d93f0-3a32-49cc-b837-47806091b590" providerId="AD" clId="Web-{E8C899C8-29D8-4456-97E6-3C40FD9758BF}"/>
    <pc:docChg chg="addSld modSld">
      <pc:chgData name="Sládeček David" userId="S::sladecek@hradebni.cz::474d93f0-3a32-49cc-b837-47806091b590" providerId="AD" clId="Web-{E8C899C8-29D8-4456-97E6-3C40FD9758BF}" dt="2026-05-04T06:09:20.084" v="126" actId="20577"/>
      <pc:docMkLst>
        <pc:docMk/>
      </pc:docMkLst>
      <pc:sldChg chg="addSp modSp mod setBg">
        <pc:chgData name="Sládeček David" userId="S::sladecek@hradebni.cz::474d93f0-3a32-49cc-b837-47806091b590" providerId="AD" clId="Web-{E8C899C8-29D8-4456-97E6-3C40FD9758BF}" dt="2026-05-04T06:06:17.220" v="52"/>
        <pc:sldMkLst>
          <pc:docMk/>
          <pc:sldMk cId="482378070" sldId="266"/>
        </pc:sldMkLst>
        <pc:spChg chg="mod">
          <ac:chgData name="Sládeček David" userId="S::sladecek@hradebni.cz::474d93f0-3a32-49cc-b837-47806091b590" providerId="AD" clId="Web-{E8C899C8-29D8-4456-97E6-3C40FD9758BF}" dt="2026-05-04T06:06:17.220" v="52"/>
          <ac:spMkLst>
            <pc:docMk/>
            <pc:sldMk cId="482378070" sldId="266"/>
            <ac:spMk id="2" creationId="{A803738B-3DDE-EA9C-75C2-4724B239008E}"/>
          </ac:spMkLst>
        </pc:spChg>
        <pc:spChg chg="mod">
          <ac:chgData name="Sládeček David" userId="S::sladecek@hradebni.cz::474d93f0-3a32-49cc-b837-47806091b590" providerId="AD" clId="Web-{E8C899C8-29D8-4456-97E6-3C40FD9758BF}" dt="2026-05-04T06:06:17.220" v="52"/>
          <ac:spMkLst>
            <pc:docMk/>
            <pc:sldMk cId="482378070" sldId="266"/>
            <ac:spMk id="3" creationId="{A93EB68F-6DA5-82BC-B16F-61C9302EE2E9}"/>
          </ac:spMkLst>
        </pc:spChg>
        <pc:spChg chg="add">
          <ac:chgData name="Sládeček David" userId="S::sladecek@hradebni.cz::474d93f0-3a32-49cc-b837-47806091b590" providerId="AD" clId="Web-{E8C899C8-29D8-4456-97E6-3C40FD9758BF}" dt="2026-05-04T06:06:17.220" v="52"/>
          <ac:spMkLst>
            <pc:docMk/>
            <pc:sldMk cId="482378070" sldId="266"/>
            <ac:spMk id="9" creationId="{311973C2-EB8B-452A-A698-4A252FD3AE28}"/>
          </ac:spMkLst>
        </pc:spChg>
        <pc:spChg chg="add">
          <ac:chgData name="Sládeček David" userId="S::sladecek@hradebni.cz::474d93f0-3a32-49cc-b837-47806091b590" providerId="AD" clId="Web-{E8C899C8-29D8-4456-97E6-3C40FD9758BF}" dt="2026-05-04T06:06:17.220" v="52"/>
          <ac:spMkLst>
            <pc:docMk/>
            <pc:sldMk cId="482378070" sldId="266"/>
            <ac:spMk id="11" creationId="{10162E77-11AD-44A7-84EC-40C59EEFBD2E}"/>
          </ac:spMkLst>
        </pc:spChg>
        <pc:picChg chg="add">
          <ac:chgData name="Sládeček David" userId="S::sladecek@hradebni.cz::474d93f0-3a32-49cc-b837-47806091b590" providerId="AD" clId="Web-{E8C899C8-29D8-4456-97E6-3C40FD9758BF}" dt="2026-05-04T06:06:17.220" v="52"/>
          <ac:picMkLst>
            <pc:docMk/>
            <pc:sldMk cId="482378070" sldId="266"/>
            <ac:picMk id="5" creationId="{098160CC-24EB-5461-3A74-C6AE1EFC6970}"/>
          </ac:picMkLst>
        </pc:picChg>
        <pc:cxnChg chg="add">
          <ac:chgData name="Sládeček David" userId="S::sladecek@hradebni.cz::474d93f0-3a32-49cc-b837-47806091b590" providerId="AD" clId="Web-{E8C899C8-29D8-4456-97E6-3C40FD9758BF}" dt="2026-05-04T06:06:17.220" v="52"/>
          <ac:cxnSpMkLst>
            <pc:docMk/>
            <pc:sldMk cId="482378070" sldId="266"/>
            <ac:cxnSpMk id="13" creationId="{5AB158E9-1B40-4CD6-95F0-95CA11DF7B7A}"/>
          </ac:cxnSpMkLst>
        </pc:cxnChg>
      </pc:sldChg>
      <pc:sldChg chg="addSp modSp new mod setBg">
        <pc:chgData name="Sládeček David" userId="S::sladecek@hradebni.cz::474d93f0-3a32-49cc-b837-47806091b590" providerId="AD" clId="Web-{E8C899C8-29D8-4456-97E6-3C40FD9758BF}" dt="2026-05-04T06:09:20.084" v="126" actId="20577"/>
        <pc:sldMkLst>
          <pc:docMk/>
          <pc:sldMk cId="4106992632" sldId="267"/>
        </pc:sldMkLst>
        <pc:spChg chg="mod">
          <ac:chgData name="Sládeček David" userId="S::sladecek@hradebni.cz::474d93f0-3a32-49cc-b837-47806091b590" providerId="AD" clId="Web-{E8C899C8-29D8-4456-97E6-3C40FD9758BF}" dt="2026-05-04T06:07:16.501" v="102"/>
          <ac:spMkLst>
            <pc:docMk/>
            <pc:sldMk cId="4106992632" sldId="267"/>
            <ac:spMk id="2" creationId="{8F25B497-A5B5-2CD0-C5D2-4F5377C4B30A}"/>
          </ac:spMkLst>
        </pc:spChg>
        <pc:spChg chg="mod ord">
          <ac:chgData name="Sládeček David" userId="S::sladecek@hradebni.cz::474d93f0-3a32-49cc-b837-47806091b590" providerId="AD" clId="Web-{E8C899C8-29D8-4456-97E6-3C40FD9758BF}" dt="2026-05-04T06:09:20.084" v="126" actId="20577"/>
          <ac:spMkLst>
            <pc:docMk/>
            <pc:sldMk cId="4106992632" sldId="267"/>
            <ac:spMk id="3" creationId="{B2FEF384-E813-35CD-E305-047BDC0BF1C0}"/>
          </ac:spMkLst>
        </pc:spChg>
        <pc:spChg chg="add">
          <ac:chgData name="Sládeček David" userId="S::sladecek@hradebni.cz::474d93f0-3a32-49cc-b837-47806091b590" providerId="AD" clId="Web-{E8C899C8-29D8-4456-97E6-3C40FD9758BF}" dt="2026-05-04T06:07:16.501" v="102"/>
          <ac:spMkLst>
            <pc:docMk/>
            <pc:sldMk cId="4106992632" sldId="267"/>
            <ac:spMk id="9" creationId="{52ABB703-2B0E-4C3B-B4A2-F3973548E561}"/>
          </ac:spMkLst>
        </pc:spChg>
        <pc:spChg chg="add">
          <ac:chgData name="Sládeček David" userId="S::sladecek@hradebni.cz::474d93f0-3a32-49cc-b837-47806091b590" providerId="AD" clId="Web-{E8C899C8-29D8-4456-97E6-3C40FD9758BF}" dt="2026-05-04T06:07:16.501" v="102"/>
          <ac:spMkLst>
            <pc:docMk/>
            <pc:sldMk cId="4106992632" sldId="267"/>
            <ac:spMk id="13" creationId="{E95DA498-D9A2-4DA9-B9DA-B3776E08CF7E}"/>
          </ac:spMkLst>
        </pc:spChg>
        <pc:spChg chg="add">
          <ac:chgData name="Sládeček David" userId="S::sladecek@hradebni.cz::474d93f0-3a32-49cc-b837-47806091b590" providerId="AD" clId="Web-{E8C899C8-29D8-4456-97E6-3C40FD9758BF}" dt="2026-05-04T06:07:16.501" v="102"/>
          <ac:spMkLst>
            <pc:docMk/>
            <pc:sldMk cId="4106992632" sldId="267"/>
            <ac:spMk id="15" creationId="{82A73093-4B9D-420D-B17E-52293703A1D4}"/>
          </ac:spMkLst>
        </pc:spChg>
        <pc:picChg chg="add mod">
          <ac:chgData name="Sládeček David" userId="S::sladecek@hradebni.cz::474d93f0-3a32-49cc-b837-47806091b590" providerId="AD" clId="Web-{E8C899C8-29D8-4456-97E6-3C40FD9758BF}" dt="2026-05-04T06:07:16.501" v="102"/>
          <ac:picMkLst>
            <pc:docMk/>
            <pc:sldMk cId="4106992632" sldId="267"/>
            <ac:picMk id="4" creationId="{37F60814-84D2-A3D3-0752-9A9C8EF80A4F}"/>
          </ac:picMkLst>
        </pc:picChg>
        <pc:cxnChg chg="add">
          <ac:chgData name="Sládeček David" userId="S::sladecek@hradebni.cz::474d93f0-3a32-49cc-b837-47806091b590" providerId="AD" clId="Web-{E8C899C8-29D8-4456-97E6-3C40FD9758BF}" dt="2026-05-04T06:07:16.501" v="102"/>
          <ac:cxnSpMkLst>
            <pc:docMk/>
            <pc:sldMk cId="4106992632" sldId="267"/>
            <ac:cxnSpMk id="11" creationId="{9C21570E-E159-49A6-9891-FA397B7A92D3}"/>
          </ac:cxnSpMkLst>
        </pc:cxnChg>
      </pc:sldChg>
    </pc:docChg>
  </pc:docChgLst>
  <pc:docChgLst>
    <pc:chgData name="Sládeček David" userId="S::sladecek@hradebni.cz::474d93f0-3a32-49cc-b837-47806091b590" providerId="AD" clId="Web-{4B5920CC-A99E-40DA-8E36-44CA099483AA}"/>
    <pc:docChg chg="modSld">
      <pc:chgData name="Sládeček David" userId="S::sladecek@hradebni.cz::474d93f0-3a32-49cc-b837-47806091b590" providerId="AD" clId="Web-{4B5920CC-A99E-40DA-8E36-44CA099483AA}" dt="2026-05-04T10:56:04.374" v="1" actId="20577"/>
      <pc:docMkLst>
        <pc:docMk/>
      </pc:docMkLst>
      <pc:sldChg chg="modSp">
        <pc:chgData name="Sládeček David" userId="S::sladecek@hradebni.cz::474d93f0-3a32-49cc-b837-47806091b590" providerId="AD" clId="Web-{4B5920CC-A99E-40DA-8E36-44CA099483AA}" dt="2026-05-04T10:56:04.374" v="1" actId="20577"/>
        <pc:sldMkLst>
          <pc:docMk/>
          <pc:sldMk cId="4106992632" sldId="267"/>
        </pc:sldMkLst>
        <pc:spChg chg="mod">
          <ac:chgData name="Sládeček David" userId="S::sladecek@hradebni.cz::474d93f0-3a32-49cc-b837-47806091b590" providerId="AD" clId="Web-{4B5920CC-A99E-40DA-8E36-44CA099483AA}" dt="2026-05-04T10:56:04.374" v="1" actId="20577"/>
          <ac:spMkLst>
            <pc:docMk/>
            <pc:sldMk cId="4106992632" sldId="267"/>
            <ac:spMk id="2" creationId="{8F25B497-A5B5-2CD0-C5D2-4F5377C4B30A}"/>
          </ac:spMkLst>
        </pc:spChg>
      </pc:sldChg>
    </pc:docChg>
  </pc:docChgLst>
  <pc:docChgLst>
    <pc:chgData name="Sládeček David" userId="S::sladecek@hradebni.cz::474d93f0-3a32-49cc-b837-47806091b590" providerId="AD" clId="Web-{EC67E52A-1586-4FEC-BF25-0DC9597C02DC}"/>
    <pc:docChg chg="delSld modSld">
      <pc:chgData name="Sládeček David" userId="S::sladecek@hradebni.cz::474d93f0-3a32-49cc-b837-47806091b590" providerId="AD" clId="Web-{EC67E52A-1586-4FEC-BF25-0DC9597C02DC}" dt="2026-04-27T09:34:18.407" v="72"/>
      <pc:docMkLst>
        <pc:docMk/>
      </pc:docMkLst>
      <pc:sldChg chg="addSp delSp modSp">
        <pc:chgData name="Sládeček David" userId="S::sladecek@hradebni.cz::474d93f0-3a32-49cc-b837-47806091b590" providerId="AD" clId="Web-{EC67E52A-1586-4FEC-BF25-0DC9597C02DC}" dt="2026-04-27T09:25:46.888" v="22" actId="1076"/>
        <pc:sldMkLst>
          <pc:docMk/>
          <pc:sldMk cId="132132024" sldId="257"/>
        </pc:sldMkLst>
      </pc:sldChg>
      <pc:sldChg chg="addSp delSp modSp">
        <pc:chgData name="Sládeček David" userId="S::sladecek@hradebni.cz::474d93f0-3a32-49cc-b837-47806091b590" providerId="AD" clId="Web-{EC67E52A-1586-4FEC-BF25-0DC9597C02DC}" dt="2026-04-27T09:26:15.062" v="25"/>
        <pc:sldMkLst>
          <pc:docMk/>
          <pc:sldMk cId="1292085216" sldId="258"/>
        </pc:sldMkLst>
        <pc:spChg chg="ord">
          <ac:chgData name="Sládeček David" userId="S::sladecek@hradebni.cz::474d93f0-3a32-49cc-b837-47806091b590" providerId="AD" clId="Web-{EC67E52A-1586-4FEC-BF25-0DC9597C02DC}" dt="2026-04-27T09:26:15.062" v="25"/>
          <ac:spMkLst>
            <pc:docMk/>
            <pc:sldMk cId="1292085216" sldId="258"/>
            <ac:spMk id="3" creationId="{0C9C7846-604A-A62C-4BDC-79BA80B6D63E}"/>
          </ac:spMkLst>
        </pc:spChg>
      </pc:sldChg>
      <pc:sldChg chg="addSp delSp modSp">
        <pc:chgData name="Sládeček David" userId="S::sladecek@hradebni.cz::474d93f0-3a32-49cc-b837-47806091b590" providerId="AD" clId="Web-{EC67E52A-1586-4FEC-BF25-0DC9597C02DC}" dt="2026-04-27T09:26:44.470" v="30"/>
        <pc:sldMkLst>
          <pc:docMk/>
          <pc:sldMk cId="2684473371" sldId="259"/>
        </pc:sldMkLst>
        <pc:spChg chg="mod">
          <ac:chgData name="Sládeček David" userId="S::sladecek@hradebni.cz::474d93f0-3a32-49cc-b837-47806091b590" providerId="AD" clId="Web-{EC67E52A-1586-4FEC-BF25-0DC9597C02DC}" dt="2026-04-27T09:26:44.470" v="30"/>
          <ac:spMkLst>
            <pc:docMk/>
            <pc:sldMk cId="2684473371" sldId="259"/>
            <ac:spMk id="2" creationId="{3D96D63B-80F5-7BEC-864C-B96DB147DAD5}"/>
          </ac:spMkLst>
        </pc:spChg>
        <pc:spChg chg="mod ord">
          <ac:chgData name="Sládeček David" userId="S::sladecek@hradebni.cz::474d93f0-3a32-49cc-b837-47806091b590" providerId="AD" clId="Web-{EC67E52A-1586-4FEC-BF25-0DC9597C02DC}" dt="2026-04-27T09:26:44.470" v="30"/>
          <ac:spMkLst>
            <pc:docMk/>
            <pc:sldMk cId="2684473371" sldId="259"/>
            <ac:spMk id="3" creationId="{9F23D48F-EC29-8447-03ED-CFA53952A1BD}"/>
          </ac:spMkLst>
        </pc:spChg>
      </pc:sldChg>
    </pc:docChg>
  </pc:docChgLst>
  <pc:docChgLst>
    <pc:chgData name="Sládeček David" userId="S::sladecek@hradebni.cz::474d93f0-3a32-49cc-b837-47806091b590" providerId="AD" clId="Web-{F61A652B-45C2-4FC1-B3E8-E8F03493B0B0}"/>
    <pc:docChg chg="addSld delSld modSld">
      <pc:chgData name="Sládeček David" userId="S::sladecek@hradebni.cz::474d93f0-3a32-49cc-b837-47806091b590" providerId="AD" clId="Web-{F61A652B-45C2-4FC1-B3E8-E8F03493B0B0}" dt="2026-05-04T05:36:18.792" v="203" actId="20577"/>
      <pc:docMkLst>
        <pc:docMk/>
      </pc:docMkLst>
      <pc:sldChg chg="modSp">
        <pc:chgData name="Sládeček David" userId="S::sladecek@hradebni.cz::474d93f0-3a32-49cc-b837-47806091b590" providerId="AD" clId="Web-{F61A652B-45C2-4FC1-B3E8-E8F03493B0B0}" dt="2026-05-04T04:56:03.277" v="1" actId="20577"/>
        <pc:sldMkLst>
          <pc:docMk/>
          <pc:sldMk cId="3799523001" sldId="256"/>
        </pc:sldMkLst>
        <pc:spChg chg="mod">
          <ac:chgData name="Sládeček David" userId="S::sladecek@hradebni.cz::474d93f0-3a32-49cc-b837-47806091b590" providerId="AD" clId="Web-{F61A652B-45C2-4FC1-B3E8-E8F03493B0B0}" dt="2026-05-04T04:56:03.277" v="1" actId="20577"/>
          <ac:spMkLst>
            <pc:docMk/>
            <pc:sldMk cId="3799523001" sldId="256"/>
            <ac:spMk id="2" creationId="{00000000-0000-0000-0000-000000000000}"/>
          </ac:spMkLst>
        </pc:spChg>
      </pc:sldChg>
      <pc:sldChg chg="addSp delSp modSp">
        <pc:chgData name="Sládeček David" userId="S::sladecek@hradebni.cz::474d93f0-3a32-49cc-b837-47806091b590" providerId="AD" clId="Web-{F61A652B-45C2-4FC1-B3E8-E8F03493B0B0}" dt="2026-05-04T04:58:13.143" v="33"/>
        <pc:sldMkLst>
          <pc:docMk/>
          <pc:sldMk cId="132132024" sldId="257"/>
        </pc:sldMkLst>
        <pc:spChg chg="mod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2" creationId="{65CB8C19-DF2F-E216-3FBC-C3100398F84F}"/>
          </ac:spMkLst>
        </pc:spChg>
        <pc:spChg chg="del mod">
          <ac:chgData name="Sládeček David" userId="S::sladecek@hradebni.cz::474d93f0-3a32-49cc-b837-47806091b590" providerId="AD" clId="Web-{F61A652B-45C2-4FC1-B3E8-E8F03493B0B0}" dt="2026-05-04T04:57:35.360" v="23"/>
          <ac:spMkLst>
            <pc:docMk/>
            <pc:sldMk cId="132132024" sldId="257"/>
            <ac:spMk id="3" creationId="{807119BF-F28B-7CDD-5EE0-09176EBDBB32}"/>
          </ac:spMkLst>
        </pc:spChg>
        <pc:spChg chg="del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16" creationId="{E7F82259-6DC6-40BE-84AB-3D4BDA537672}"/>
          </ac:spMkLst>
        </pc:spChg>
        <pc:spChg chg="del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22" creationId="{9CBAC0BF-B249-46F8-B6CE-50488DCA102A}"/>
          </ac:spMkLst>
        </pc:spChg>
        <pc:spChg chg="del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26" creationId="{69259C9E-EB60-4136-BFB3-C6AA8EABCC75}"/>
          </ac:spMkLst>
        </pc:spChg>
        <pc:spChg chg="del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28" creationId="{C44B207C-AE62-4FA8-B469-5E0EDADF80A5}"/>
          </ac:spMkLst>
        </pc:spChg>
        <pc:spChg chg="add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35" creationId="{5F54226A-15A5-4F46-926F-81F3EC4664A8}"/>
          </ac:spMkLst>
        </pc:spChg>
        <pc:spChg chg="add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41" creationId="{36D50BAE-2B1C-44EA-98D3-FF227A6942F3}"/>
          </ac:spMkLst>
        </pc:spChg>
        <pc:spChg chg="add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47" creationId="{982E57E1-FBFC-4937-B6B9-C381D1C95225}"/>
          </ac:spMkLst>
        </pc:spChg>
        <pc:spChg chg="add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51" creationId="{A08B6943-0110-4993-B7F6-7A6A1EC667AE}"/>
          </ac:spMkLst>
        </pc:spChg>
        <pc:spChg chg="add">
          <ac:chgData name="Sládeček David" userId="S::sladecek@hradebni.cz::474d93f0-3a32-49cc-b837-47806091b590" providerId="AD" clId="Web-{F61A652B-45C2-4FC1-B3E8-E8F03493B0B0}" dt="2026-05-04T04:58:13.143" v="33"/>
          <ac:spMkLst>
            <pc:docMk/>
            <pc:sldMk cId="132132024" sldId="257"/>
            <ac:spMk id="53" creationId="{011BBFEE-907A-4DF1-9F7B-C5211B637BE9}"/>
          </ac:spMkLst>
        </pc:spChg>
        <pc:picChg chg="del">
          <ac:chgData name="Sládeček David" userId="S::sladecek@hradebni.cz::474d93f0-3a32-49cc-b837-47806091b590" providerId="AD" clId="Web-{F61A652B-45C2-4FC1-B3E8-E8F03493B0B0}" dt="2026-05-04T04:57:12.607" v="16"/>
          <ac:picMkLst>
            <pc:docMk/>
            <pc:sldMk cId="132132024" sldId="257"/>
            <ac:picMk id="4" creationId="{5E246A96-F6BF-57A6-3E43-B1CD1539D7C3}"/>
          </ac:picMkLst>
        </pc:picChg>
        <pc:picChg chg="add mod">
          <ac:chgData name="Sládeček David" userId="S::sladecek@hradebni.cz::474d93f0-3a32-49cc-b837-47806091b590" providerId="AD" clId="Web-{F61A652B-45C2-4FC1-B3E8-E8F03493B0B0}" dt="2026-05-04T04:57:45.033" v="27" actId="1076"/>
          <ac:picMkLst>
            <pc:docMk/>
            <pc:sldMk cId="132132024" sldId="257"/>
            <ac:picMk id="5" creationId="{2C0A52AC-2A2E-72E7-91E7-C3F9276F9955}"/>
          </ac:picMkLst>
        </pc:picChg>
        <pc:picChg chg="add mod ord">
          <ac:chgData name="Sládeček David" userId="S::sladecek@hradebni.cz::474d93f0-3a32-49cc-b837-47806091b590" providerId="AD" clId="Web-{F61A652B-45C2-4FC1-B3E8-E8F03493B0B0}" dt="2026-05-04T04:57:43.345" v="26" actId="1076"/>
          <ac:picMkLst>
            <pc:docMk/>
            <pc:sldMk cId="132132024" sldId="257"/>
            <ac:picMk id="6" creationId="{2C9BB833-89BC-ACE6-92B3-927D0354CE79}"/>
          </ac:picMkLst>
        </pc:picChg>
        <pc:picChg chg="add mod">
          <ac:chgData name="Sládeček David" userId="S::sladecek@hradebni.cz::474d93f0-3a32-49cc-b837-47806091b590" providerId="AD" clId="Web-{F61A652B-45C2-4FC1-B3E8-E8F03493B0B0}" dt="2026-05-04T04:57:59.814" v="31" actId="1076"/>
          <ac:picMkLst>
            <pc:docMk/>
            <pc:sldMk cId="132132024" sldId="257"/>
            <ac:picMk id="7" creationId="{E33F8BA0-2A60-B8F6-C660-EC11A2E19DEB}"/>
          </ac:picMkLst>
        </pc:picChg>
        <pc:picChg chg="del">
          <ac:chgData name="Sládeček David" userId="S::sladecek@hradebni.cz::474d93f0-3a32-49cc-b837-47806091b590" providerId="AD" clId="Web-{F61A652B-45C2-4FC1-B3E8-E8F03493B0B0}" dt="2026-05-04T04:57:31.548" v="22"/>
          <ac:picMkLst>
            <pc:docMk/>
            <pc:sldMk cId="132132024" sldId="257"/>
            <ac:picMk id="8" creationId="{5DC1260A-2D16-4771-1437-8E3C43B246D6}"/>
          </ac:picMkLst>
        </pc:picChg>
        <pc:picChg chg="add mod">
          <ac:chgData name="Sládeček David" userId="S::sladecek@hradebni.cz::474d93f0-3a32-49cc-b837-47806091b590" providerId="AD" clId="Web-{F61A652B-45C2-4FC1-B3E8-E8F03493B0B0}" dt="2026-05-04T04:58:08.486" v="32"/>
          <ac:picMkLst>
            <pc:docMk/>
            <pc:sldMk cId="132132024" sldId="257"/>
            <ac:picMk id="9" creationId="{FCB1D0BF-A5ED-1F84-E5BE-9017428938CF}"/>
          </ac:picMkLst>
        </pc:picChg>
        <pc:picChg chg="del">
          <ac:chgData name="Sládeček David" userId="S::sladecek@hradebni.cz::474d93f0-3a32-49cc-b837-47806091b590" providerId="AD" clId="Web-{F61A652B-45C2-4FC1-B3E8-E8F03493B0B0}" dt="2026-05-04T04:57:47.611" v="28"/>
          <ac:picMkLst>
            <pc:docMk/>
            <pc:sldMk cId="132132024" sldId="257"/>
            <ac:picMk id="10" creationId="{56910F9F-BD89-B9A5-2360-BDF080827093}"/>
          </ac:picMkLst>
        </pc:picChg>
        <pc:picChg chg="del">
          <ac:chgData name="Sládeček David" userId="S::sladecek@hradebni.cz::474d93f0-3a32-49cc-b837-47806091b590" providerId="AD" clId="Web-{F61A652B-45C2-4FC1-B3E8-E8F03493B0B0}" dt="2026-05-04T04:57:48.408" v="29"/>
          <ac:picMkLst>
            <pc:docMk/>
            <pc:sldMk cId="132132024" sldId="257"/>
            <ac:picMk id="12" creationId="{6AF907C8-7F92-4DAE-2992-438333A2433A}"/>
          </ac:picMkLst>
        </pc:picChg>
      </pc:sldChg>
      <pc:sldChg chg="addSp delSp modSp">
        <pc:chgData name="Sládeček David" userId="S::sladecek@hradebni.cz::474d93f0-3a32-49cc-b837-47806091b590" providerId="AD" clId="Web-{F61A652B-45C2-4FC1-B3E8-E8F03493B0B0}" dt="2026-05-04T05:01:37.896" v="122" actId="20577"/>
        <pc:sldMkLst>
          <pc:docMk/>
          <pc:sldMk cId="1292085216" sldId="258"/>
        </pc:sldMkLst>
        <pc:spChg chg="mod">
          <ac:chgData name="Sládeček David" userId="S::sladecek@hradebni.cz::474d93f0-3a32-49cc-b837-47806091b590" providerId="AD" clId="Web-{F61A652B-45C2-4FC1-B3E8-E8F03493B0B0}" dt="2026-05-04T05:00:58.442" v="113"/>
          <ac:spMkLst>
            <pc:docMk/>
            <pc:sldMk cId="1292085216" sldId="258"/>
            <ac:spMk id="2" creationId="{401277A2-3BFC-C294-A336-DDC05A11324B}"/>
          </ac:spMkLst>
        </pc:spChg>
        <pc:spChg chg="mod ord">
          <ac:chgData name="Sládeček David" userId="S::sladecek@hradebni.cz::474d93f0-3a32-49cc-b837-47806091b590" providerId="AD" clId="Web-{F61A652B-45C2-4FC1-B3E8-E8F03493B0B0}" dt="2026-05-04T05:01:37.896" v="122" actId="20577"/>
          <ac:spMkLst>
            <pc:docMk/>
            <pc:sldMk cId="1292085216" sldId="258"/>
            <ac:spMk id="3" creationId="{0C9C7846-604A-A62C-4BDC-79BA80B6D63E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0:58.442" v="113"/>
          <ac:spMkLst>
            <pc:docMk/>
            <pc:sldMk cId="1292085216" sldId="258"/>
            <ac:spMk id="29" creationId="{5CF81D86-BDBA-477C-B7DD-8D359BB9965B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0:58.442" v="113"/>
          <ac:spMkLst>
            <pc:docMk/>
            <pc:sldMk cId="1292085216" sldId="258"/>
            <ac:spMk id="33" creationId="{88AA064E-5F6E-4024-BC28-EDDC3DFC70E1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0:58.442" v="113"/>
          <ac:spMkLst>
            <pc:docMk/>
            <pc:sldMk cId="1292085216" sldId="258"/>
            <ac:spMk id="35" creationId="{03B29638-4838-4B9B-B9DB-96E542BAF3E6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0:53.630" v="110"/>
          <ac:spMkLst>
            <pc:docMk/>
            <pc:sldMk cId="1292085216" sldId="258"/>
            <ac:spMk id="40" creationId="{10162E77-11AD-44A7-84EC-40C59EEFBD2E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0:53.630" v="110"/>
          <ac:spMkLst>
            <pc:docMk/>
            <pc:sldMk cId="1292085216" sldId="258"/>
            <ac:spMk id="44" creationId="{6329CBCE-21AE-419D-AC1F-8ACF510A6670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0:53.630" v="110"/>
          <ac:spMkLst>
            <pc:docMk/>
            <pc:sldMk cId="1292085216" sldId="258"/>
            <ac:spMk id="46" creationId="{FF2DA012-1414-493D-888F-5D99D0BDA322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0:58.427" v="112"/>
          <ac:spMkLst>
            <pc:docMk/>
            <pc:sldMk cId="1292085216" sldId="258"/>
            <ac:spMk id="48" creationId="{311973C2-EB8B-452A-A698-4A252FD3AE28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0:58.427" v="112"/>
          <ac:spMkLst>
            <pc:docMk/>
            <pc:sldMk cId="1292085216" sldId="258"/>
            <ac:spMk id="49" creationId="{10162E77-11AD-44A7-84EC-40C59EEFBD2E}"/>
          </ac:spMkLst>
        </pc:spChg>
        <pc:spChg chg="add ord">
          <ac:chgData name="Sládeček David" userId="S::sladecek@hradebni.cz::474d93f0-3a32-49cc-b837-47806091b590" providerId="AD" clId="Web-{F61A652B-45C2-4FC1-B3E8-E8F03493B0B0}" dt="2026-05-04T05:01:17.302" v="117"/>
          <ac:spMkLst>
            <pc:docMk/>
            <pc:sldMk cId="1292085216" sldId="258"/>
            <ac:spMk id="52" creationId="{52ABB703-2B0E-4C3B-B4A2-F3973548E561}"/>
          </ac:spMkLst>
        </pc:spChg>
        <pc:spChg chg="add">
          <ac:chgData name="Sládeček David" userId="S::sladecek@hradebni.cz::474d93f0-3a32-49cc-b837-47806091b590" providerId="AD" clId="Web-{F61A652B-45C2-4FC1-B3E8-E8F03493B0B0}" dt="2026-05-04T05:00:58.442" v="113"/>
          <ac:spMkLst>
            <pc:docMk/>
            <pc:sldMk cId="1292085216" sldId="258"/>
            <ac:spMk id="54" creationId="{E95DA498-D9A2-4DA9-B9DA-B3776E08CF7E}"/>
          </ac:spMkLst>
        </pc:spChg>
        <pc:spChg chg="add">
          <ac:chgData name="Sládeček David" userId="S::sladecek@hradebni.cz::474d93f0-3a32-49cc-b837-47806091b590" providerId="AD" clId="Web-{F61A652B-45C2-4FC1-B3E8-E8F03493B0B0}" dt="2026-05-04T05:00:58.442" v="113"/>
          <ac:spMkLst>
            <pc:docMk/>
            <pc:sldMk cId="1292085216" sldId="258"/>
            <ac:spMk id="55" creationId="{82A73093-4B9D-420D-B17E-52293703A1D4}"/>
          </ac:spMkLst>
        </pc:spChg>
        <pc:picChg chg="del">
          <ac:chgData name="Sládeček David" userId="S::sladecek@hradebni.cz::474d93f0-3a32-49cc-b837-47806091b590" providerId="AD" clId="Web-{F61A652B-45C2-4FC1-B3E8-E8F03493B0B0}" dt="2026-05-04T04:59:14.237" v="47"/>
          <ac:picMkLst>
            <pc:docMk/>
            <pc:sldMk cId="1292085216" sldId="258"/>
            <ac:picMk id="4" creationId="{E69935C8-CCD1-30C5-2992-2E15654E92AA}"/>
          </ac:picMkLst>
        </pc:picChg>
        <pc:picChg chg="add mod ord modCrop">
          <ac:chgData name="Sládeček David" userId="S::sladecek@hradebni.cz::474d93f0-3a32-49cc-b837-47806091b590" providerId="AD" clId="Web-{F61A652B-45C2-4FC1-B3E8-E8F03493B0B0}" dt="2026-05-04T05:01:32.458" v="121"/>
          <ac:picMkLst>
            <pc:docMk/>
            <pc:sldMk cId="1292085216" sldId="258"/>
            <ac:picMk id="5" creationId="{11D4B60B-09FD-92DD-2A68-D230C8F9859B}"/>
          </ac:picMkLst>
        </pc:picChg>
        <pc:cxnChg chg="add del">
          <ac:chgData name="Sládeček David" userId="S::sladecek@hradebni.cz::474d93f0-3a32-49cc-b837-47806091b590" providerId="AD" clId="Web-{F61A652B-45C2-4FC1-B3E8-E8F03493B0B0}" dt="2026-05-04T05:00:58.427" v="112"/>
          <ac:cxnSpMkLst>
            <pc:docMk/>
            <pc:sldMk cId="1292085216" sldId="258"/>
            <ac:cxnSpMk id="31" creationId="{C65F3E9C-EF11-4F8F-A621-399C7A3E6401}"/>
          </ac:cxnSpMkLst>
        </pc:cxnChg>
        <pc:cxnChg chg="add del">
          <ac:chgData name="Sládeček David" userId="S::sladecek@hradebni.cz::474d93f0-3a32-49cc-b837-47806091b590" providerId="AD" clId="Web-{F61A652B-45C2-4FC1-B3E8-E8F03493B0B0}" dt="2026-05-04T05:00:58.427" v="112"/>
          <ac:cxnSpMkLst>
            <pc:docMk/>
            <pc:sldMk cId="1292085216" sldId="258"/>
            <ac:cxnSpMk id="50" creationId="{5AB158E9-1B40-4CD6-95F0-95CA11DF7B7A}"/>
          </ac:cxnSpMkLst>
        </pc:cxnChg>
        <pc:cxnChg chg="add">
          <ac:chgData name="Sládeček David" userId="S::sladecek@hradebni.cz::474d93f0-3a32-49cc-b837-47806091b590" providerId="AD" clId="Web-{F61A652B-45C2-4FC1-B3E8-E8F03493B0B0}" dt="2026-05-04T05:00:58.442" v="113"/>
          <ac:cxnSpMkLst>
            <pc:docMk/>
            <pc:sldMk cId="1292085216" sldId="258"/>
            <ac:cxnSpMk id="53" creationId="{9C21570E-E159-49A6-9891-FA397B7A92D3}"/>
          </ac:cxnSpMkLst>
        </pc:cxnChg>
      </pc:sldChg>
      <pc:sldChg chg="addSp delSp modSp">
        <pc:chgData name="Sládeček David" userId="S::sladecek@hradebni.cz::474d93f0-3a32-49cc-b837-47806091b590" providerId="AD" clId="Web-{F61A652B-45C2-4FC1-B3E8-E8F03493B0B0}" dt="2026-05-04T05:05:10.899" v="144"/>
        <pc:sldMkLst>
          <pc:docMk/>
          <pc:sldMk cId="2684473371" sldId="259"/>
        </pc:sldMkLst>
        <pc:spChg chg="mod">
          <ac:chgData name="Sládeček David" userId="S::sladecek@hradebni.cz::474d93f0-3a32-49cc-b837-47806091b590" providerId="AD" clId="Web-{F61A652B-45C2-4FC1-B3E8-E8F03493B0B0}" dt="2026-05-04T05:05:10.899" v="144"/>
          <ac:spMkLst>
            <pc:docMk/>
            <pc:sldMk cId="2684473371" sldId="259"/>
            <ac:spMk id="2" creationId="{3D96D63B-80F5-7BEC-864C-B96DB147DAD5}"/>
          </ac:spMkLst>
        </pc:spChg>
        <pc:spChg chg="mod ord">
          <ac:chgData name="Sládeček David" userId="S::sladecek@hradebni.cz::474d93f0-3a32-49cc-b837-47806091b590" providerId="AD" clId="Web-{F61A652B-45C2-4FC1-B3E8-E8F03493B0B0}" dt="2026-05-04T05:05:10.899" v="144"/>
          <ac:spMkLst>
            <pc:docMk/>
            <pc:sldMk cId="2684473371" sldId="259"/>
            <ac:spMk id="3" creationId="{9F23D48F-EC29-8447-03ED-CFA53952A1BD}"/>
          </ac:spMkLst>
        </pc:spChg>
        <pc:spChg chg="del">
          <ac:chgData name="Sládeček David" userId="S::sladecek@hradebni.cz::474d93f0-3a32-49cc-b837-47806091b590" providerId="AD" clId="Web-{F61A652B-45C2-4FC1-B3E8-E8F03493B0B0}" dt="2026-05-04T05:05:10.899" v="144"/>
          <ac:spMkLst>
            <pc:docMk/>
            <pc:sldMk cId="2684473371" sldId="259"/>
            <ac:spMk id="27" creationId="{03B29638-4838-4B9B-B9DB-96E542BAF3E6}"/>
          </ac:spMkLst>
        </pc:spChg>
        <pc:spChg chg="del">
          <ac:chgData name="Sládeček David" userId="S::sladecek@hradebni.cz::474d93f0-3a32-49cc-b837-47806091b590" providerId="AD" clId="Web-{F61A652B-45C2-4FC1-B3E8-E8F03493B0B0}" dt="2026-05-04T05:05:10.899" v="144"/>
          <ac:spMkLst>
            <pc:docMk/>
            <pc:sldMk cId="2684473371" sldId="259"/>
            <ac:spMk id="28" creationId="{5CF81D86-BDBA-477C-B7DD-8D359BB9965B}"/>
          </ac:spMkLst>
        </pc:spChg>
        <pc:spChg chg="del">
          <ac:chgData name="Sládeček David" userId="S::sladecek@hradebni.cz::474d93f0-3a32-49cc-b837-47806091b590" providerId="AD" clId="Web-{F61A652B-45C2-4FC1-B3E8-E8F03493B0B0}" dt="2026-05-04T05:05:10.899" v="144"/>
          <ac:spMkLst>
            <pc:docMk/>
            <pc:sldMk cId="2684473371" sldId="259"/>
            <ac:spMk id="30" creationId="{88AA064E-5F6E-4024-BC28-EDDC3DFC70E1}"/>
          </ac:spMkLst>
        </pc:spChg>
        <pc:spChg chg="add">
          <ac:chgData name="Sládeček David" userId="S::sladecek@hradebni.cz::474d93f0-3a32-49cc-b837-47806091b590" providerId="AD" clId="Web-{F61A652B-45C2-4FC1-B3E8-E8F03493B0B0}" dt="2026-05-04T05:05:10.899" v="144"/>
          <ac:spMkLst>
            <pc:docMk/>
            <pc:sldMk cId="2684473371" sldId="259"/>
            <ac:spMk id="35" creationId="{52ABB703-2B0E-4C3B-B4A2-F3973548E561}"/>
          </ac:spMkLst>
        </pc:spChg>
        <pc:spChg chg="add">
          <ac:chgData name="Sládeček David" userId="S::sladecek@hradebni.cz::474d93f0-3a32-49cc-b837-47806091b590" providerId="AD" clId="Web-{F61A652B-45C2-4FC1-B3E8-E8F03493B0B0}" dt="2026-05-04T05:05:10.899" v="144"/>
          <ac:spMkLst>
            <pc:docMk/>
            <pc:sldMk cId="2684473371" sldId="259"/>
            <ac:spMk id="39" creationId="{E95DA498-D9A2-4DA9-B9DA-B3776E08CF7E}"/>
          </ac:spMkLst>
        </pc:spChg>
        <pc:spChg chg="add">
          <ac:chgData name="Sládeček David" userId="S::sladecek@hradebni.cz::474d93f0-3a32-49cc-b837-47806091b590" providerId="AD" clId="Web-{F61A652B-45C2-4FC1-B3E8-E8F03493B0B0}" dt="2026-05-04T05:05:10.899" v="144"/>
          <ac:spMkLst>
            <pc:docMk/>
            <pc:sldMk cId="2684473371" sldId="259"/>
            <ac:spMk id="41" creationId="{82A73093-4B9D-420D-B17E-52293703A1D4}"/>
          </ac:spMkLst>
        </pc:spChg>
        <pc:picChg chg="del">
          <ac:chgData name="Sládeček David" userId="S::sladecek@hradebni.cz::474d93f0-3a32-49cc-b837-47806091b590" providerId="AD" clId="Web-{F61A652B-45C2-4FC1-B3E8-E8F03493B0B0}" dt="2026-05-04T05:04:45.055" v="142"/>
          <ac:picMkLst>
            <pc:docMk/>
            <pc:sldMk cId="2684473371" sldId="259"/>
            <ac:picMk id="4" creationId="{A5850344-AE5C-909C-DD6F-82836C39D17F}"/>
          </ac:picMkLst>
        </pc:picChg>
        <pc:picChg chg="add mod">
          <ac:chgData name="Sládeček David" userId="S::sladecek@hradebni.cz::474d93f0-3a32-49cc-b837-47806091b590" providerId="AD" clId="Web-{F61A652B-45C2-4FC1-B3E8-E8F03493B0B0}" dt="2026-05-04T05:05:10.899" v="144"/>
          <ac:picMkLst>
            <pc:docMk/>
            <pc:sldMk cId="2684473371" sldId="259"/>
            <ac:picMk id="5" creationId="{551BFC26-4598-AFA6-A6D2-52B75C0F8474}"/>
          </ac:picMkLst>
        </pc:picChg>
        <pc:cxnChg chg="add">
          <ac:chgData name="Sládeček David" userId="S::sladecek@hradebni.cz::474d93f0-3a32-49cc-b837-47806091b590" providerId="AD" clId="Web-{F61A652B-45C2-4FC1-B3E8-E8F03493B0B0}" dt="2026-05-04T05:05:10.899" v="144"/>
          <ac:cxnSpMkLst>
            <pc:docMk/>
            <pc:sldMk cId="2684473371" sldId="259"/>
            <ac:cxnSpMk id="37" creationId="{9C21570E-E159-49A6-9891-FA397B7A92D3}"/>
          </ac:cxnSpMkLst>
        </pc:cxnChg>
      </pc:sldChg>
      <pc:sldChg chg="del">
        <pc:chgData name="Sládeček David" userId="S::sladecek@hradebni.cz::474d93f0-3a32-49cc-b837-47806091b590" providerId="AD" clId="Web-{F61A652B-45C2-4FC1-B3E8-E8F03493B0B0}" dt="2026-05-04T05:05:20.180" v="153"/>
        <pc:sldMkLst>
          <pc:docMk/>
          <pc:sldMk cId="4021854411" sldId="260"/>
        </pc:sldMkLst>
      </pc:sldChg>
      <pc:sldChg chg="addSp delSp modSp add replId">
        <pc:chgData name="Sládeček David" userId="S::sladecek@hradebni.cz::474d93f0-3a32-49cc-b837-47806091b590" providerId="AD" clId="Web-{F61A652B-45C2-4FC1-B3E8-E8F03493B0B0}" dt="2026-05-04T05:06:58.689" v="169"/>
        <pc:sldMkLst>
          <pc:docMk/>
          <pc:sldMk cId="4023896404" sldId="260"/>
        </pc:sldMkLst>
        <pc:spChg chg="mod">
          <ac:chgData name="Sládeček David" userId="S::sladecek@hradebni.cz::474d93f0-3a32-49cc-b837-47806091b590" providerId="AD" clId="Web-{F61A652B-45C2-4FC1-B3E8-E8F03493B0B0}" dt="2026-05-04T05:06:58.689" v="169"/>
          <ac:spMkLst>
            <pc:docMk/>
            <pc:sldMk cId="4023896404" sldId="260"/>
            <ac:spMk id="2" creationId="{73C89964-6E58-3E5C-6607-BFDA65DA5E54}"/>
          </ac:spMkLst>
        </pc:spChg>
        <pc:spChg chg="mod ord">
          <ac:chgData name="Sládeček David" userId="S::sladecek@hradebni.cz::474d93f0-3a32-49cc-b837-47806091b590" providerId="AD" clId="Web-{F61A652B-45C2-4FC1-B3E8-E8F03493B0B0}" dt="2026-05-04T05:06:58.689" v="169"/>
          <ac:spMkLst>
            <pc:docMk/>
            <pc:sldMk cId="4023896404" sldId="260"/>
            <ac:spMk id="3" creationId="{E3EF9D92-B814-9542-DD30-8EE0DC03A5AF}"/>
          </ac:spMkLst>
        </pc:spChg>
        <pc:spChg chg="del">
          <ac:chgData name="Sládeček David" userId="S::sladecek@hradebni.cz::474d93f0-3a32-49cc-b837-47806091b590" providerId="AD" clId="Web-{F61A652B-45C2-4FC1-B3E8-E8F03493B0B0}" dt="2026-05-04T05:06:45.766" v="166"/>
          <ac:spMkLst>
            <pc:docMk/>
            <pc:sldMk cId="4023896404" sldId="260"/>
            <ac:spMk id="35" creationId="{AD547D79-9786-62D6-5904-7803ED15DCB9}"/>
          </ac:spMkLst>
        </pc:spChg>
        <pc:spChg chg="del">
          <ac:chgData name="Sládeček David" userId="S::sladecek@hradebni.cz::474d93f0-3a32-49cc-b837-47806091b590" providerId="AD" clId="Web-{F61A652B-45C2-4FC1-B3E8-E8F03493B0B0}" dt="2026-05-04T05:06:45.766" v="166"/>
          <ac:spMkLst>
            <pc:docMk/>
            <pc:sldMk cId="4023896404" sldId="260"/>
            <ac:spMk id="39" creationId="{836680C9-D91A-E22C-EB8A-8EC2465FE3AC}"/>
          </ac:spMkLst>
        </pc:spChg>
        <pc:spChg chg="del">
          <ac:chgData name="Sládeček David" userId="S::sladecek@hradebni.cz::474d93f0-3a32-49cc-b837-47806091b590" providerId="AD" clId="Web-{F61A652B-45C2-4FC1-B3E8-E8F03493B0B0}" dt="2026-05-04T05:06:45.766" v="166"/>
          <ac:spMkLst>
            <pc:docMk/>
            <pc:sldMk cId="4023896404" sldId="260"/>
            <ac:spMk id="41" creationId="{A00487B5-32D5-0226-A368-B57228E5541F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6:58.689" v="169"/>
          <ac:spMkLst>
            <pc:docMk/>
            <pc:sldMk cId="4023896404" sldId="260"/>
            <ac:spMk id="46" creationId="{284B70D5-875B-433D-BDBD-1522A85D6C1D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6:58.689" v="169"/>
          <ac:spMkLst>
            <pc:docMk/>
            <pc:sldMk cId="4023896404" sldId="260"/>
            <ac:spMk id="50" creationId="{1E299956-A9E7-4FC1-A0B1-D590CA9730E8}"/>
          </ac:spMkLst>
        </pc:spChg>
        <pc:spChg chg="add del">
          <ac:chgData name="Sládeček David" userId="S::sladecek@hradebni.cz::474d93f0-3a32-49cc-b837-47806091b590" providerId="AD" clId="Web-{F61A652B-45C2-4FC1-B3E8-E8F03493B0B0}" dt="2026-05-04T05:06:58.689" v="169"/>
          <ac:spMkLst>
            <pc:docMk/>
            <pc:sldMk cId="4023896404" sldId="260"/>
            <ac:spMk id="52" creationId="{17FC539C-B783-4B03-9F9E-D13430F3F64F}"/>
          </ac:spMkLst>
        </pc:spChg>
        <pc:spChg chg="add">
          <ac:chgData name="Sládeček David" userId="S::sladecek@hradebni.cz::474d93f0-3a32-49cc-b837-47806091b590" providerId="AD" clId="Web-{F61A652B-45C2-4FC1-B3E8-E8F03493B0B0}" dt="2026-05-04T05:06:58.689" v="169"/>
          <ac:spMkLst>
            <pc:docMk/>
            <pc:sldMk cId="4023896404" sldId="260"/>
            <ac:spMk id="57" creationId="{52ABB703-2B0E-4C3B-B4A2-F3973548E561}"/>
          </ac:spMkLst>
        </pc:spChg>
        <pc:spChg chg="add">
          <ac:chgData name="Sládeček David" userId="S::sladecek@hradebni.cz::474d93f0-3a32-49cc-b837-47806091b590" providerId="AD" clId="Web-{F61A652B-45C2-4FC1-B3E8-E8F03493B0B0}" dt="2026-05-04T05:06:58.689" v="169"/>
          <ac:spMkLst>
            <pc:docMk/>
            <pc:sldMk cId="4023896404" sldId="260"/>
            <ac:spMk id="61" creationId="{E95DA498-D9A2-4DA9-B9DA-B3776E08CF7E}"/>
          </ac:spMkLst>
        </pc:spChg>
        <pc:spChg chg="add">
          <ac:chgData name="Sládeček David" userId="S::sladecek@hradebni.cz::474d93f0-3a32-49cc-b837-47806091b590" providerId="AD" clId="Web-{F61A652B-45C2-4FC1-B3E8-E8F03493B0B0}" dt="2026-05-04T05:06:58.689" v="169"/>
          <ac:spMkLst>
            <pc:docMk/>
            <pc:sldMk cId="4023896404" sldId="260"/>
            <ac:spMk id="63" creationId="{82A73093-4B9D-420D-B17E-52293703A1D4}"/>
          </ac:spMkLst>
        </pc:spChg>
        <pc:picChg chg="add del mod">
          <ac:chgData name="Sládeček David" userId="S::sladecek@hradebni.cz::474d93f0-3a32-49cc-b837-47806091b590" providerId="AD" clId="Web-{F61A652B-45C2-4FC1-B3E8-E8F03493B0B0}" dt="2026-05-04T05:06:47.969" v="167"/>
          <ac:picMkLst>
            <pc:docMk/>
            <pc:sldMk cId="4023896404" sldId="260"/>
            <ac:picMk id="4" creationId="{18FA3DE8-4694-4B08-6946-EFC0BA8E6721}"/>
          </ac:picMkLst>
        </pc:picChg>
        <pc:picChg chg="del">
          <ac:chgData name="Sládeček David" userId="S::sladecek@hradebni.cz::474d93f0-3a32-49cc-b837-47806091b590" providerId="AD" clId="Web-{F61A652B-45C2-4FC1-B3E8-E8F03493B0B0}" dt="2026-05-04T05:05:58.354" v="164"/>
          <ac:picMkLst>
            <pc:docMk/>
            <pc:sldMk cId="4023896404" sldId="260"/>
            <ac:picMk id="5" creationId="{1B702ECD-633F-6A1E-9256-7A634E1B8127}"/>
          </ac:picMkLst>
        </pc:picChg>
        <pc:picChg chg="add mod">
          <ac:chgData name="Sládeček David" userId="S::sladecek@hradebni.cz::474d93f0-3a32-49cc-b837-47806091b590" providerId="AD" clId="Web-{F61A652B-45C2-4FC1-B3E8-E8F03493B0B0}" dt="2026-05-04T05:06:58.689" v="169"/>
          <ac:picMkLst>
            <pc:docMk/>
            <pc:sldMk cId="4023896404" sldId="260"/>
            <ac:picMk id="6" creationId="{79F217B9-DF8E-8605-CCA5-97FC34582927}"/>
          </ac:picMkLst>
        </pc:picChg>
        <pc:cxnChg chg="del">
          <ac:chgData name="Sládeček David" userId="S::sladecek@hradebni.cz::474d93f0-3a32-49cc-b837-47806091b590" providerId="AD" clId="Web-{F61A652B-45C2-4FC1-B3E8-E8F03493B0B0}" dt="2026-05-04T05:06:45.766" v="166"/>
          <ac:cxnSpMkLst>
            <pc:docMk/>
            <pc:sldMk cId="4023896404" sldId="260"/>
            <ac:cxnSpMk id="37" creationId="{DB61F133-8AE4-2FED-8D05-25C36E6305C6}"/>
          </ac:cxnSpMkLst>
        </pc:cxnChg>
        <pc:cxnChg chg="del">
          <ac:chgData name="Sládeček David" userId="S::sladecek@hradebni.cz::474d93f0-3a32-49cc-b837-47806091b590" providerId="AD" clId="Web-{F61A652B-45C2-4FC1-B3E8-E8F03493B0B0}" dt="2026-05-04T05:06:58.689" v="169"/>
          <ac:cxnSpMkLst>
            <pc:docMk/>
            <pc:sldMk cId="4023896404" sldId="260"/>
            <ac:cxnSpMk id="48" creationId="{C947DF4A-614C-4B4C-8B80-E5B9D8E8CFED}"/>
          </ac:cxnSpMkLst>
        </pc:cxnChg>
      </pc:sldChg>
      <pc:sldChg chg="del">
        <pc:chgData name="Sládeček David" userId="S::sladecek@hradebni.cz::474d93f0-3a32-49cc-b837-47806091b590" providerId="AD" clId="Web-{F61A652B-45C2-4FC1-B3E8-E8F03493B0B0}" dt="2026-05-04T05:05:20.180" v="152"/>
        <pc:sldMkLst>
          <pc:docMk/>
          <pc:sldMk cId="1736941475" sldId="261"/>
        </pc:sldMkLst>
      </pc:sldChg>
      <pc:sldChg chg="modSp new">
        <pc:chgData name="Sládeček David" userId="S::sladecek@hradebni.cz::474d93f0-3a32-49cc-b837-47806091b590" providerId="AD" clId="Web-{F61A652B-45C2-4FC1-B3E8-E8F03493B0B0}" dt="2026-05-04T05:36:18.792" v="203" actId="20577"/>
        <pc:sldMkLst>
          <pc:docMk/>
          <pc:sldMk cId="2105261708" sldId="261"/>
        </pc:sldMkLst>
        <pc:spChg chg="mod">
          <ac:chgData name="Sládeček David" userId="S::sladecek@hradebni.cz::474d93f0-3a32-49cc-b837-47806091b590" providerId="AD" clId="Web-{F61A652B-45C2-4FC1-B3E8-E8F03493B0B0}" dt="2026-05-04T05:36:18.792" v="203" actId="20577"/>
          <ac:spMkLst>
            <pc:docMk/>
            <pc:sldMk cId="2105261708" sldId="261"/>
            <ac:spMk id="2" creationId="{20356A56-4501-6476-9B9D-E47C36287853}"/>
          </ac:spMkLst>
        </pc:spChg>
        <pc:spChg chg="mod">
          <ac:chgData name="Sládeček David" userId="S::sladecek@hradebni.cz::474d93f0-3a32-49cc-b837-47806091b590" providerId="AD" clId="Web-{F61A652B-45C2-4FC1-B3E8-E8F03493B0B0}" dt="2026-05-04T05:36:14.183" v="191" actId="20577"/>
          <ac:spMkLst>
            <pc:docMk/>
            <pc:sldMk cId="2105261708" sldId="261"/>
            <ac:spMk id="3" creationId="{C9731ACA-6EBA-C984-5328-DFC6289F640E}"/>
          </ac:spMkLst>
        </pc:spChg>
      </pc:sldChg>
      <pc:sldChg chg="del">
        <pc:chgData name="Sládeček David" userId="S::sladecek@hradebni.cz::474d93f0-3a32-49cc-b837-47806091b590" providerId="AD" clId="Web-{F61A652B-45C2-4FC1-B3E8-E8F03493B0B0}" dt="2026-05-04T05:05:20.180" v="151"/>
        <pc:sldMkLst>
          <pc:docMk/>
          <pc:sldMk cId="3301259840" sldId="262"/>
        </pc:sldMkLst>
      </pc:sldChg>
      <pc:sldChg chg="del">
        <pc:chgData name="Sládeček David" userId="S::sladecek@hradebni.cz::474d93f0-3a32-49cc-b837-47806091b590" providerId="AD" clId="Web-{F61A652B-45C2-4FC1-B3E8-E8F03493B0B0}" dt="2026-05-04T05:05:20.180" v="150"/>
        <pc:sldMkLst>
          <pc:docMk/>
          <pc:sldMk cId="3354684545" sldId="263"/>
        </pc:sldMkLst>
      </pc:sldChg>
      <pc:sldChg chg="del">
        <pc:chgData name="Sládeček David" userId="S::sladecek@hradebni.cz::474d93f0-3a32-49cc-b837-47806091b590" providerId="AD" clId="Web-{F61A652B-45C2-4FC1-B3E8-E8F03493B0B0}" dt="2026-05-04T05:05:20.180" v="149"/>
        <pc:sldMkLst>
          <pc:docMk/>
          <pc:sldMk cId="1719289132" sldId="264"/>
        </pc:sldMkLst>
      </pc:sldChg>
      <pc:sldChg chg="del">
        <pc:chgData name="Sládeček David" userId="S::sladecek@hradebni.cz::474d93f0-3a32-49cc-b837-47806091b590" providerId="AD" clId="Web-{F61A652B-45C2-4FC1-B3E8-E8F03493B0B0}" dt="2026-05-04T05:05:20.180" v="148"/>
        <pc:sldMkLst>
          <pc:docMk/>
          <pc:sldMk cId="1071550909" sldId="265"/>
        </pc:sldMkLst>
      </pc:sldChg>
      <pc:sldChg chg="del">
        <pc:chgData name="Sládeček David" userId="S::sladecek@hradebni.cz::474d93f0-3a32-49cc-b837-47806091b590" providerId="AD" clId="Web-{F61A652B-45C2-4FC1-B3E8-E8F03493B0B0}" dt="2026-05-04T05:05:20.180" v="147"/>
        <pc:sldMkLst>
          <pc:docMk/>
          <pc:sldMk cId="4190888127" sldId="266"/>
        </pc:sldMkLst>
      </pc:sldChg>
      <pc:sldChg chg="del">
        <pc:chgData name="Sládeček David" userId="S::sladecek@hradebni.cz::474d93f0-3a32-49cc-b837-47806091b590" providerId="AD" clId="Web-{F61A652B-45C2-4FC1-B3E8-E8F03493B0B0}" dt="2026-05-04T05:05:20.180" v="146"/>
        <pc:sldMkLst>
          <pc:docMk/>
          <pc:sldMk cId="1860899900" sldId="267"/>
        </pc:sldMkLst>
      </pc:sldChg>
      <pc:sldChg chg="del">
        <pc:chgData name="Sládeček David" userId="S::sladecek@hradebni.cz::474d93f0-3a32-49cc-b837-47806091b590" providerId="AD" clId="Web-{F61A652B-45C2-4FC1-B3E8-E8F03493B0B0}" dt="2026-05-04T05:05:20.180" v="145"/>
        <pc:sldMkLst>
          <pc:docMk/>
          <pc:sldMk cId="714891676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C0AFD-19C8-4F60-A212-D1160A075A71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485B9-29E6-4048-95BB-71D43105C6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275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Zařízení by nebylo spustitelné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25426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256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8416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4D862-5802-FA26-255B-1B5E87494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474F700-3D67-F881-6028-FB71FF7FB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14F73538-0628-14BD-EF85-83F6F9117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256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D4500DA-7425-A78A-9289-AD2AE24FF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960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640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54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35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49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54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7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98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4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3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2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322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9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Databáze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Digitální a mediální gramotnost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5F54226A-15A5-4F46-926F-81F3EC466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CF670F-3E94-4C8F-95AE-035FB45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0479AEA-6C87-4786-A668-54BF815A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6D50BAE-2B1C-44EA-98D3-FF227A694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5CB8C19-DF2F-E216-3FBC-C3100398F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Kde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všude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jsou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databáze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?</a:t>
            </a:r>
          </a:p>
        </p:txBody>
      </p:sp>
      <p:pic>
        <p:nvPicPr>
          <p:cNvPr id="5" name="Obrázek 4" descr="https://images.openai.com/static-rsc-4/o5Othw8dyBJQiTZbuyOrn793XCJBjobc3TZEjAUmgj-T97MUqSDApUa3YQgELzIiGTQgp5HGvBx6CXpt9i1XakcCr5me_iSVFg8qCuG8wHvq4FH4DfFGhhn9Wz07YN0lv-Om3NKgqKAIeYMPG97kn4Z_OjwoH0VNmijMgUhljiKfRfVq0Q3dVsS8MH-FVHdi?purpose=fullsize">
            <a:extLst>
              <a:ext uri="{FF2B5EF4-FFF2-40B4-BE49-F238E27FC236}">
                <a16:creationId xmlns:a16="http://schemas.microsoft.com/office/drawing/2014/main" id="{2C0A52AC-2A2E-72E7-91E7-C3F9276F9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8" y="1509615"/>
            <a:ext cx="2484888" cy="1863666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A0354A3E-8646-42D8-BBA1-296667346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6201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ázek 6" descr="What is a SPARQL Endpoint, and why is it important? | by Kingsley Uyi Idehen | OpenLink Virtuoso Weblog | Medium">
            <a:extLst>
              <a:ext uri="{FF2B5EF4-FFF2-40B4-BE49-F238E27FC236}">
                <a16:creationId xmlns:a16="http://schemas.microsoft.com/office/drawing/2014/main" id="{E33F8BA0-2A60-B8F6-C660-EC11A2E19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064" y="971530"/>
            <a:ext cx="2476811" cy="2939835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8D8F64D4-85B6-4B50-8267-A34225759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8730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Zástupný obsah 5" descr="Database">
            <a:extLst>
              <a:ext uri="{FF2B5EF4-FFF2-40B4-BE49-F238E27FC236}">
                <a16:creationId xmlns:a16="http://schemas.microsoft.com/office/drawing/2014/main" id="{2C9BB833-89BC-ACE6-92B3-927D0354C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228593" y="1813694"/>
            <a:ext cx="2511016" cy="125550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982E57E1-FBFC-4937-B6B9-C381D1C95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65464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Obrázek 8" descr="Social Media as a Tool for Banks to Experience Meaningful Customer Engagement">
            <a:extLst>
              <a:ext uri="{FF2B5EF4-FFF2-40B4-BE49-F238E27FC236}">
                <a16:creationId xmlns:a16="http://schemas.microsoft.com/office/drawing/2014/main" id="{FCB1D0BF-A5ED-1F84-E5BE-9017428938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5327" y="1642260"/>
            <a:ext cx="2487746" cy="1598376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105A204-F287-4494-909D-5FD20667E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08B6943-0110-4993-B7F6-7A6A1EC66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11BBFEE-907A-4DF1-9F7B-C5211B637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213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3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How to Clean Messy Data with AI | Sam.build">
            <a:extLst>
              <a:ext uri="{FF2B5EF4-FFF2-40B4-BE49-F238E27FC236}">
                <a16:creationId xmlns:a16="http://schemas.microsoft.com/office/drawing/2014/main" id="{11D4B60B-09FD-92DD-2A68-D230C8F985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40" r="-136"/>
          <a:stretch>
            <a:fillRect/>
          </a:stretch>
        </p:blipFill>
        <p:spPr>
          <a:xfrm>
            <a:off x="173466" y="966462"/>
            <a:ext cx="6974440" cy="426056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01277A2-3BFC-C294-A336-DDC05A11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sz="3700" dirty="0">
                <a:latin typeface="Calibri"/>
                <a:ea typeface="Calibri"/>
                <a:cs typeface="Calibri"/>
              </a:rPr>
              <a:t>Co </a:t>
            </a:r>
            <a:r>
              <a:rPr lang="en-US" sz="3700" dirty="0" err="1">
                <a:latin typeface="Calibri"/>
                <a:ea typeface="Calibri"/>
                <a:cs typeface="Calibri"/>
              </a:rPr>
              <a:t>kdybychom</a:t>
            </a:r>
            <a:r>
              <a:rPr lang="en-US" sz="3700" dirty="0">
                <a:latin typeface="Calibri"/>
                <a:ea typeface="Calibri"/>
                <a:cs typeface="Calibri"/>
              </a:rPr>
              <a:t> </a:t>
            </a:r>
            <a:r>
              <a:rPr lang="en-US" sz="3700" dirty="0" err="1">
                <a:latin typeface="Calibri"/>
                <a:ea typeface="Calibri"/>
                <a:cs typeface="Calibri"/>
              </a:rPr>
              <a:t>měli</a:t>
            </a:r>
            <a:r>
              <a:rPr lang="en-US" sz="3700" dirty="0">
                <a:latin typeface="Calibri"/>
                <a:ea typeface="Calibri"/>
                <a:cs typeface="Calibri"/>
              </a:rPr>
              <a:t> </a:t>
            </a:r>
            <a:r>
              <a:rPr lang="en-US" sz="3700" dirty="0" err="1">
                <a:latin typeface="Calibri"/>
                <a:ea typeface="Calibri"/>
                <a:cs typeface="Calibri"/>
              </a:rPr>
              <a:t>vše</a:t>
            </a:r>
            <a:r>
              <a:rPr lang="en-US" sz="3700" dirty="0">
                <a:latin typeface="Calibri"/>
                <a:ea typeface="Calibri"/>
                <a:cs typeface="Calibri"/>
              </a:rPr>
              <a:t> v </a:t>
            </a:r>
            <a:br>
              <a:rPr lang="en-US" sz="3700">
                <a:latin typeface="Calibri"/>
                <a:ea typeface="Calibri"/>
                <a:cs typeface="Calibri"/>
              </a:rPr>
            </a:br>
            <a:r>
              <a:rPr lang="en-US" sz="3700" dirty="0" err="1">
                <a:latin typeface="Calibri"/>
                <a:ea typeface="Calibri"/>
                <a:cs typeface="Calibri"/>
              </a:rPr>
              <a:t>jedné</a:t>
            </a:r>
            <a:r>
              <a:rPr lang="en-US" sz="3700" dirty="0">
                <a:latin typeface="Calibri"/>
                <a:ea typeface="Calibri"/>
                <a:cs typeface="Calibri"/>
              </a:rPr>
              <a:t> </a:t>
            </a:r>
            <a:r>
              <a:rPr lang="en-US" sz="3700" dirty="0" err="1">
                <a:latin typeface="Calibri"/>
                <a:ea typeface="Calibri"/>
                <a:cs typeface="Calibri"/>
              </a:rPr>
              <a:t>tabulce</a:t>
            </a:r>
            <a:r>
              <a:rPr lang="en-US" sz="3700" dirty="0">
                <a:latin typeface="Calibri"/>
                <a:ea typeface="Calibri"/>
                <a:cs typeface="Calibri"/>
              </a:rPr>
              <a:t>?</a:t>
            </a:r>
            <a:endParaRPr lang="cs-CZ" sz="3700" dirty="0">
              <a:latin typeface="Calibri"/>
              <a:ea typeface="Calibri"/>
              <a:cs typeface="Calibri"/>
            </a:endParaRPr>
          </a:p>
        </p:txBody>
      </p:sp>
      <p:cxnSp>
        <p:nvCxnSpPr>
          <p:cNvPr id="53" name="Straight Connector 4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9C7846-604A-A62C-4BDC-79BA80B6D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 anchor="t">
            <a:normAutofit/>
          </a:bodyPr>
          <a:lstStyle/>
          <a:p>
            <a:pPr marL="0" indent="0">
              <a:buNone/>
            </a:pPr>
            <a:r>
              <a:rPr lang="cs-CZ">
                <a:ea typeface="+mn-lt"/>
                <a:cs typeface="+mn-lt"/>
              </a:rPr>
              <a:t>Student | Třída | Učitel | Předmět | Známka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cs-CZ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>
                <a:ea typeface="Calibri"/>
                <a:cs typeface="Calibri"/>
              </a:rPr>
              <a:t>Všechno na jednom místě</a:t>
            </a:r>
            <a:endParaRPr lang="cs-CZ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>
                <a:ea typeface="Calibri"/>
                <a:cs typeface="Calibri"/>
              </a:rPr>
              <a:t>Nemusím přepínat pohledy</a:t>
            </a:r>
            <a:endParaRPr lang="cs-CZ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>
                <a:ea typeface="Calibri"/>
                <a:cs typeface="Calibri"/>
              </a:rPr>
              <a:t>Žádná informace mi neuteče</a:t>
            </a:r>
            <a:endParaRPr lang="cs-CZ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>
                <a:solidFill>
                  <a:srgbClr val="FF0000"/>
                </a:solidFill>
                <a:ea typeface="Calibri"/>
                <a:cs typeface="Calibri"/>
              </a:rPr>
              <a:t>AKORÁT ŽE VŮBEC!</a:t>
            </a:r>
          </a:p>
          <a:p>
            <a:pPr>
              <a:buChar char="-"/>
            </a:pPr>
            <a:endParaRPr lang="cs-CZ" dirty="0">
              <a:ea typeface="Calibri"/>
              <a:cs typeface="Calibri"/>
            </a:endParaRPr>
          </a:p>
          <a:p>
            <a:pPr marL="0" indent="0">
              <a:buNone/>
            </a:pPr>
            <a:endParaRPr lang="cs-CZ" dirty="0">
              <a:ea typeface="Calibri"/>
              <a:cs typeface="Calibri"/>
            </a:endParaRPr>
          </a:p>
        </p:txBody>
      </p:sp>
      <p:sp>
        <p:nvSpPr>
          <p:cNvPr id="54" name="Rectangle 4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" name="Rectangle 4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92085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D96D63B-80F5-7BEC-864C-B96DB147D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>
                <a:latin typeface="Calibri Light"/>
                <a:ea typeface="Calibri Light"/>
                <a:cs typeface="Calibri Light"/>
              </a:rPr>
              <a:t>Proč je to špatně?</a:t>
            </a:r>
          </a:p>
        </p:txBody>
      </p:sp>
      <p:pic>
        <p:nvPicPr>
          <p:cNvPr id="5" name="Obrázek 4" descr="Learn how to identify duplicate rows in your data - Excel Tips &amp; Tricks - Site Help - Community Hub">
            <a:extLst>
              <a:ext uri="{FF2B5EF4-FFF2-40B4-BE49-F238E27FC236}">
                <a16:creationId xmlns:a16="http://schemas.microsoft.com/office/drawing/2014/main" id="{551BFC26-4598-AFA6-A6D2-52B75C0F8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1885629"/>
            <a:ext cx="5451627" cy="276670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23D48F-EC29-8447-03ED-CFA53952A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/>
              <a:t>Duplicity dat</a:t>
            </a:r>
            <a:endParaRPr lang="cs-CZ">
              <a:ea typeface="Calibri"/>
              <a:cs typeface="Calibri"/>
            </a:endParaRPr>
          </a:p>
          <a:p>
            <a:r>
              <a:rPr lang="cs-CZ"/>
              <a:t>Chaos</a:t>
            </a:r>
            <a:endParaRPr lang="cs-CZ">
              <a:ea typeface="Calibri"/>
              <a:cs typeface="Calibri"/>
            </a:endParaRPr>
          </a:p>
          <a:p>
            <a:r>
              <a:rPr lang="cs-CZ">
                <a:ea typeface="Calibri"/>
                <a:cs typeface="Calibri"/>
              </a:rPr>
              <a:t>Chyby při změnách</a:t>
            </a:r>
          </a:p>
          <a:p>
            <a:endParaRPr lang="cs-CZ"/>
          </a:p>
          <a:p>
            <a:r>
              <a:rPr lang="cs-CZ" i="1">
                <a:ea typeface="Calibri"/>
                <a:cs typeface="Calibri"/>
              </a:rPr>
              <a:t>Jak by to šlo opravit?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8447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19DDC-0F78-7B5D-2FB0-BE8EB9542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3C89964-6E58-3E5C-6607-BFDA65DA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>
                <a:latin typeface="Calibri Light"/>
                <a:ea typeface="Calibri Light"/>
                <a:cs typeface="Calibri Light"/>
              </a:rPr>
              <a:t>Co je databáze?</a:t>
            </a:r>
          </a:p>
        </p:txBody>
      </p:sp>
      <p:pic>
        <p:nvPicPr>
          <p:cNvPr id="6" name="Obrázek 5" descr="Lekce 1 - Úvod do databází v C# .NET">
            <a:extLst>
              <a:ext uri="{FF2B5EF4-FFF2-40B4-BE49-F238E27FC236}">
                <a16:creationId xmlns:a16="http://schemas.microsoft.com/office/drawing/2014/main" id="{79F217B9-DF8E-8605-CCA5-97FC34582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1483572"/>
            <a:ext cx="5451627" cy="3570815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EF9D92-B814-9542-DD30-8EE0DC03A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/>
              <a:t>Organizovaná </a:t>
            </a:r>
            <a:r>
              <a:rPr lang="cs-CZ">
                <a:ea typeface="Calibri"/>
                <a:cs typeface="Calibri"/>
              </a:rPr>
              <a:t>kolekce </a:t>
            </a:r>
            <a:r>
              <a:rPr lang="cs-CZ"/>
              <a:t>dat</a:t>
            </a:r>
            <a:endParaRPr lang="cs-CZ">
              <a:ea typeface="Calibri"/>
              <a:cs typeface="Calibri"/>
            </a:endParaRPr>
          </a:p>
          <a:p>
            <a:r>
              <a:rPr lang="cs-CZ">
                <a:ea typeface="Calibri"/>
                <a:cs typeface="Calibri"/>
              </a:rPr>
              <a:t>Umožňuje ukládání</a:t>
            </a:r>
          </a:p>
          <a:p>
            <a:r>
              <a:rPr lang="cs-CZ">
                <a:ea typeface="Calibri"/>
                <a:cs typeface="Calibri"/>
              </a:rPr>
              <a:t>Vyhledávání</a:t>
            </a:r>
          </a:p>
          <a:p>
            <a:r>
              <a:rPr lang="cs-CZ">
                <a:ea typeface="Calibri"/>
                <a:cs typeface="Calibri"/>
              </a:rPr>
              <a:t>Úpravy</a:t>
            </a:r>
          </a:p>
          <a:p>
            <a:endParaRPr lang="cs-CZ" dirty="0">
              <a:ea typeface="Calibri"/>
              <a:cs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23896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356A56-4501-6476-9B9D-E47C3628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Calibri Light"/>
                <a:cs typeface="Calibri Light"/>
              </a:rPr>
              <a:t>Základní pojmy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731ACA-6EBA-C984-5328-DFC6289F6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lang="en-US" sz="2400" err="1">
                <a:solidFill>
                  <a:srgbClr val="000000"/>
                </a:solidFill>
                <a:ea typeface="Calibri"/>
                <a:cs typeface="Calibri"/>
              </a:rPr>
              <a:t>Tabulka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 =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struktura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dat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(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jako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Excel list)</a:t>
            </a:r>
          </a:p>
          <a:p>
            <a:pPr>
              <a:lnSpc>
                <a:spcPct val="10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400" err="1">
                <a:solidFill>
                  <a:srgbClr val="000000"/>
                </a:solidFill>
                <a:ea typeface="Calibri"/>
                <a:cs typeface="Calibri"/>
              </a:rPr>
              <a:t>Záznam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 (</a:t>
            </a:r>
            <a:r>
              <a:rPr lang="en-US" sz="2400" err="1">
                <a:solidFill>
                  <a:srgbClr val="000000"/>
                </a:solidFill>
                <a:ea typeface="Calibri"/>
                <a:cs typeface="Calibri"/>
              </a:rPr>
              <a:t>řádek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) =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jeden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konkrétní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objekt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(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např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.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jeden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student)</a:t>
            </a:r>
          </a:p>
          <a:p>
            <a:pPr>
              <a:lnSpc>
                <a:spcPct val="1000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2400" err="1">
                <a:solidFill>
                  <a:srgbClr val="000000"/>
                </a:solidFill>
                <a:ea typeface="Calibri"/>
                <a:cs typeface="Calibri"/>
              </a:rPr>
              <a:t>Atribut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 (</a:t>
            </a:r>
            <a:r>
              <a:rPr lang="en-US" sz="2400" err="1">
                <a:solidFill>
                  <a:srgbClr val="000000"/>
                </a:solidFill>
                <a:ea typeface="Calibri"/>
                <a:cs typeface="Calibri"/>
              </a:rPr>
              <a:t>sloupec</a:t>
            </a: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) =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vlastnost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(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např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. </a:t>
            </a:r>
            <a:r>
              <a:rPr lang="en-US" sz="2400" err="1">
                <a:solidFill>
                  <a:srgbClr val="000000"/>
                </a:solidFill>
                <a:ea typeface="+mn-lt"/>
                <a:cs typeface="+mn-lt"/>
              </a:rPr>
              <a:t>jméno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, email)</a:t>
            </a:r>
          </a:p>
          <a:p>
            <a:pPr>
              <a:lnSpc>
                <a:spcPct val="100000"/>
              </a:lnSpc>
              <a:spcBef>
                <a:spcPts val="20"/>
              </a:spcBef>
              <a:spcAft>
                <a:spcPts val="0"/>
              </a:spcAft>
            </a:pP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  <p:graphicFrame>
        <p:nvGraphicFramePr>
          <p:cNvPr id="17" name="Tabulka 16">
            <a:extLst>
              <a:ext uri="{FF2B5EF4-FFF2-40B4-BE49-F238E27FC236}">
                <a16:creationId xmlns:a16="http://schemas.microsoft.com/office/drawing/2014/main" id="{1DE4CE80-0CF1-C520-0681-FADEB5259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594231"/>
              </p:ext>
            </p:extLst>
          </p:nvPr>
        </p:nvGraphicFramePr>
        <p:xfrm>
          <a:off x="1512583" y="4096924"/>
          <a:ext cx="8143875" cy="1085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625">
                  <a:extLst>
                    <a:ext uri="{9D8B030D-6E8A-4147-A177-3AD203B41FA5}">
                      <a16:colId xmlns:a16="http://schemas.microsoft.com/office/drawing/2014/main" val="2513780605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4065330148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54331242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cs-CZ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6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cs-CZ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Jméno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6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cs-CZ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6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45701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cs-CZ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6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cs-CZ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Kamil</a:t>
                      </a:r>
                      <a:endParaRPr lang="cs-CZ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6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cs-CZ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Kamil@mail.cz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6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3178468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cs-CZ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cs-CZ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Lucie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cs-CZ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Lucie@mail.cz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8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77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526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474701F-224A-B44F-51F0-5AE2940EC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>
                <a:latin typeface="Calibri Light"/>
                <a:ea typeface="Calibri Light"/>
                <a:cs typeface="Calibri Light"/>
              </a:rPr>
              <a:t>Jak poznáme stejný záznam?</a:t>
            </a:r>
          </a:p>
        </p:txBody>
      </p:sp>
      <p:pic>
        <p:nvPicPr>
          <p:cNvPr id="4" name="Obrázek 3" descr="UID - Unique identifier acronym">
            <a:extLst>
              <a:ext uri="{FF2B5EF4-FFF2-40B4-BE49-F238E27FC236}">
                <a16:creationId xmlns:a16="http://schemas.microsoft.com/office/drawing/2014/main" id="{4CAF5362-88D8-E660-99A1-173331060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461DE8-1E41-BBA6-C8AF-CBDBF24A3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pPr>
              <a:spcBef>
                <a:spcPct val="20000"/>
              </a:spcBef>
              <a:spcAft>
                <a:spcPts val="0"/>
              </a:spcAft>
            </a:pPr>
            <a:r>
              <a:rPr lang="cs-CZ">
                <a:ea typeface="Calibri"/>
                <a:cs typeface="Calibri"/>
              </a:rPr>
              <a:t>Dva lidé mohou mít stejné jméno</a:t>
            </a:r>
            <a:r>
              <a:rPr lang="en-US" dirty="0">
                <a:ea typeface="+mn-lt"/>
                <a:cs typeface="+mn-lt"/>
              </a:rPr>
              <a:t> 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pPr>
              <a:spcBef>
                <a:spcPct val="20000"/>
              </a:spcBef>
              <a:spcAft>
                <a:spcPts val="0"/>
              </a:spcAft>
            </a:pPr>
            <a:r>
              <a:rPr lang="en-US">
                <a:ea typeface="+mn-lt"/>
                <a:cs typeface="+mn-lt"/>
              </a:rPr>
              <a:t>Co použít místo toho?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spcBef>
                <a:spcPct val="20000"/>
              </a:spcBef>
              <a:spcAft>
                <a:spcPts val="0"/>
              </a:spcAft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spcBef>
                <a:spcPct val="20000"/>
              </a:spcBef>
              <a:spcAft>
                <a:spcPts val="0"/>
              </a:spcAft>
            </a:pPr>
            <a:r>
              <a:rPr lang="en-US" b="1" err="1">
                <a:ea typeface="Calibri"/>
                <a:cs typeface="Calibri"/>
              </a:rPr>
              <a:t>Primární</a:t>
            </a:r>
            <a:r>
              <a:rPr lang="en-US" b="1" dirty="0">
                <a:ea typeface="Calibri"/>
                <a:cs typeface="Calibri"/>
              </a:rPr>
              <a:t> </a:t>
            </a:r>
            <a:r>
              <a:rPr lang="en-US" b="1" err="1">
                <a:ea typeface="Calibri"/>
                <a:cs typeface="Calibri"/>
              </a:rPr>
              <a:t>klíč</a:t>
            </a:r>
          </a:p>
          <a:p>
            <a:pPr>
              <a:spcBef>
                <a:spcPts val="20"/>
              </a:spcBef>
            </a:pPr>
            <a:r>
              <a:rPr lang="en-US">
                <a:ea typeface="Calibri"/>
                <a:cs typeface="Calibri"/>
              </a:rPr>
              <a:t>Jednoznačný identifikátor</a:t>
            </a:r>
            <a:endParaRPr lang="en-US" err="1">
              <a:ea typeface="Calibri"/>
              <a:cs typeface="Calibri"/>
            </a:endParaRPr>
          </a:p>
          <a:p>
            <a:pPr>
              <a:spcBef>
                <a:spcPts val="20"/>
              </a:spcBef>
              <a:spcAft>
                <a:spcPts val="0"/>
              </a:spcAft>
            </a:pPr>
            <a:r>
              <a:rPr lang="en-US" err="1">
                <a:ea typeface="Calibri"/>
                <a:cs typeface="Calibri"/>
              </a:rPr>
              <a:t>Nesmí</a:t>
            </a:r>
            <a:r>
              <a:rPr lang="en-US">
                <a:ea typeface="Calibri"/>
                <a:cs typeface="Calibri"/>
              </a:rPr>
              <a:t> se </a:t>
            </a:r>
            <a:r>
              <a:rPr lang="en-US" err="1">
                <a:ea typeface="Calibri"/>
                <a:cs typeface="Calibri"/>
              </a:rPr>
              <a:t>opakovat</a:t>
            </a:r>
          </a:p>
          <a:p>
            <a:pPr>
              <a:spcBef>
                <a:spcPts val="20"/>
              </a:spcBef>
              <a:spcAft>
                <a:spcPts val="0"/>
              </a:spcAft>
            </a:pPr>
            <a:r>
              <a:rPr lang="en-US" err="1">
                <a:ea typeface="Calibri"/>
                <a:cs typeface="Calibri"/>
              </a:rPr>
              <a:t>Nesmí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být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prázdný</a:t>
            </a:r>
          </a:p>
          <a:p>
            <a:pPr>
              <a:spcBef>
                <a:spcPct val="20000"/>
              </a:spcBef>
              <a:spcAft>
                <a:spcPts val="0"/>
              </a:spcAft>
            </a:pPr>
            <a:endParaRPr lang="en-US" b="1"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2375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DB58819-1430-3036-7F4C-77A88C21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První návrh tabulky</a:t>
            </a:r>
            <a:endParaRPr lang="cs-CZ"/>
          </a:p>
        </p:txBody>
      </p:sp>
      <p:pic>
        <p:nvPicPr>
          <p:cNvPr id="4" name="Obrázek 3" descr="Sony PXW-Z200 kamera XDCAM 4K">
            <a:extLst>
              <a:ext uri="{FF2B5EF4-FFF2-40B4-BE49-F238E27FC236}">
                <a16:creationId xmlns:a16="http://schemas.microsoft.com/office/drawing/2014/main" id="{4E65FD64-BB55-1F1E-D48B-CD2718460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231434"/>
            <a:ext cx="5451627" cy="407509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4C9359-DCA1-CDE6-A863-057E9C017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>
                <a:ea typeface="Calibri"/>
                <a:cs typeface="Calibri"/>
              </a:rPr>
              <a:t>Navrhněte tabulku Film</a:t>
            </a:r>
          </a:p>
          <a:p>
            <a:r>
              <a:rPr lang="cs-CZ">
                <a:ea typeface="Calibri"/>
                <a:cs typeface="Calibri"/>
              </a:rPr>
              <a:t>Jaké sloupce budete definovat?</a:t>
            </a:r>
            <a:endParaRPr lang="cs-CZ" dirty="0">
              <a:ea typeface="Calibri"/>
              <a:cs typeface="Calibri"/>
            </a:endParaRPr>
          </a:p>
          <a:p>
            <a:r>
              <a:rPr lang="cs-CZ">
                <a:ea typeface="Calibri"/>
                <a:cs typeface="Calibri"/>
              </a:rPr>
              <a:t>Co bude primární klíč?</a:t>
            </a:r>
            <a:endParaRPr lang="cs-CZ" dirty="0">
              <a:ea typeface="Calibri"/>
              <a:cs typeface="Calibri"/>
            </a:endParaRPr>
          </a:p>
          <a:p>
            <a:pPr marL="0" indent="0">
              <a:buNone/>
            </a:pPr>
            <a:endParaRPr lang="cs-CZ" dirty="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005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F723E-79CC-8ECC-73A3-BB75DAF32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75B3EC1-1D1A-A350-3CF8-3C1F1F4A2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Problém</a:t>
            </a:r>
            <a:endParaRPr lang="cs-CZ"/>
          </a:p>
        </p:txBody>
      </p:sp>
      <p:pic>
        <p:nvPicPr>
          <p:cNvPr id="5" name="Obrázek 4" descr="TOP 5 slavných režisérů současnosti, kteří nikdy nenatočili špatný film -  Prima COOL">
            <a:extLst>
              <a:ext uri="{FF2B5EF4-FFF2-40B4-BE49-F238E27FC236}">
                <a16:creationId xmlns:a16="http://schemas.microsoft.com/office/drawing/2014/main" id="{6B8FCE80-465F-A1AC-FD28-597BAB56E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735709"/>
            <a:ext cx="5451627" cy="306654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96D646-39DB-28A9-708D-50570BAB7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>
                <a:ea typeface="Calibri"/>
                <a:cs typeface="Calibri"/>
              </a:rPr>
              <a:t>Film má více režisérů</a:t>
            </a:r>
            <a:endParaRPr lang="cs-CZ"/>
          </a:p>
          <a:p>
            <a:endParaRPr lang="cs-CZ" dirty="0">
              <a:ea typeface="Calibri"/>
              <a:cs typeface="Calibri"/>
            </a:endParaRPr>
          </a:p>
          <a:p>
            <a:r>
              <a:rPr lang="cs-CZ" i="1">
                <a:ea typeface="Calibri"/>
                <a:cs typeface="Calibri"/>
              </a:rPr>
              <a:t>Jak by se dal problém vyřešit?</a:t>
            </a:r>
            <a:endParaRPr lang="cs-CZ" i="1" dirty="0">
              <a:ea typeface="Calibri"/>
              <a:cs typeface="Calibri"/>
            </a:endParaRPr>
          </a:p>
          <a:p>
            <a:pPr marL="0" indent="0">
              <a:buNone/>
            </a:pPr>
            <a:endParaRPr lang="cs-CZ" dirty="0">
              <a:ea typeface="Calibri"/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9683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32C35B-309F-3891-9B84-7CB9960D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Calibri Light"/>
                <a:cs typeface="Calibri Light"/>
              </a:rPr>
              <a:t>Vztahy mezi tabulkami</a:t>
            </a:r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E53B25AC-87F5-F64E-537B-23903B945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9630" y="1846052"/>
            <a:ext cx="2737485" cy="736282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1:n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252155-6CDF-926E-CDA2-CB998BD42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83430" y="2582334"/>
            <a:ext cx="2813685" cy="337820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>
                <a:ea typeface="Calibri"/>
                <a:cs typeface="Calibri"/>
              </a:rPr>
              <a:t>Jeden film má více režisérů</a:t>
            </a:r>
          </a:p>
          <a:p>
            <a:r>
              <a:rPr lang="cs-CZ">
                <a:ea typeface="Calibri"/>
                <a:cs typeface="Calibri"/>
              </a:rPr>
              <a:t>Využití cízího klíče - odkaz na jinou tabulku</a:t>
            </a:r>
          </a:p>
          <a:p>
            <a:endParaRPr lang="cs-CZ" dirty="0">
              <a:ea typeface="Calibri"/>
              <a:cs typeface="Calibri"/>
            </a:endParaRP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2E1F88C-B9F9-4405-9ACC-AF594F3A7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22895" y="1846052"/>
            <a:ext cx="2747010" cy="736282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N:M</a:t>
            </a:r>
            <a:endParaRPr lang="cs-CZ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B18A0B49-CBBA-D63E-DEC8-5FB27E2B5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08620" y="2582334"/>
            <a:ext cx="3147060" cy="337820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>
                <a:ea typeface="Calibri"/>
                <a:cs typeface="Calibri"/>
              </a:rPr>
              <a:t>Více herců hraje ve více filmech</a:t>
            </a:r>
          </a:p>
          <a:p>
            <a:r>
              <a:rPr lang="cs-CZ">
                <a:ea typeface="Calibri"/>
                <a:cs typeface="Calibri"/>
              </a:rPr>
              <a:t>Nelze uložit přímo</a:t>
            </a:r>
          </a:p>
          <a:p>
            <a:r>
              <a:rPr lang="cs-CZ">
                <a:ea typeface="Calibri"/>
                <a:cs typeface="Calibri"/>
              </a:rPr>
              <a:t>Využití spojovací tabulky držící referenci obou spojovaných tabulek</a:t>
            </a:r>
            <a:endParaRPr lang="cs-CZ" dirty="0">
              <a:ea typeface="Calibri"/>
              <a:cs typeface="Calibri"/>
            </a:endParaRPr>
          </a:p>
        </p:txBody>
      </p:sp>
      <p:sp>
        <p:nvSpPr>
          <p:cNvPr id="8" name="Zástupný text 3">
            <a:extLst>
              <a:ext uri="{FF2B5EF4-FFF2-40B4-BE49-F238E27FC236}">
                <a16:creationId xmlns:a16="http://schemas.microsoft.com/office/drawing/2014/main" id="{C30485FC-4EDA-F3CF-3B77-22EEBC5A7EF9}"/>
              </a:ext>
            </a:extLst>
          </p:cNvPr>
          <p:cNvSpPr txBox="1">
            <a:spLocks/>
          </p:cNvSpPr>
          <p:nvPr/>
        </p:nvSpPr>
        <p:spPr>
          <a:xfrm>
            <a:off x="1249680" y="1846052"/>
            <a:ext cx="2737485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>
                <a:ea typeface="Calibri"/>
                <a:cs typeface="Calibri"/>
              </a:rPr>
              <a:t>1:1</a:t>
            </a:r>
            <a:endParaRPr lang="cs-CZ"/>
          </a:p>
        </p:txBody>
      </p:sp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BDEEF057-21E1-B6A0-406B-62B855F13311}"/>
              </a:ext>
            </a:extLst>
          </p:cNvPr>
          <p:cNvSpPr txBox="1">
            <a:spLocks/>
          </p:cNvSpPr>
          <p:nvPr/>
        </p:nvSpPr>
        <p:spPr>
          <a:xfrm>
            <a:off x="1249680" y="2582334"/>
            <a:ext cx="2737485" cy="3378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>
                <a:ea typeface="Calibri"/>
                <a:cs typeface="Calibri"/>
              </a:rPr>
              <a:t>Oddělení informace do samostatné tabulky</a:t>
            </a:r>
            <a:endParaRPr lang="cs-CZ"/>
          </a:p>
          <a:p>
            <a:r>
              <a:rPr lang="cs-CZ">
                <a:ea typeface="Calibri"/>
                <a:cs typeface="Calibri"/>
              </a:rPr>
              <a:t>Daný film má technicku konfiguraci - rozlišení, snímkovací frekvence, ...</a:t>
            </a:r>
            <a:endParaRPr lang="cs-CZ" dirty="0"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1949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803738B-3DDE-EA9C-75C2-4724B239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První návrh databáze</a:t>
            </a:r>
            <a:endParaRPr lang="cs-CZ" dirty="0">
              <a:ea typeface="Calibri Light"/>
              <a:cs typeface="Calibri Light"/>
            </a:endParaRPr>
          </a:p>
        </p:txBody>
      </p:sp>
      <p:pic>
        <p:nvPicPr>
          <p:cNvPr id="5" name="Picture 4" descr="Různé barevné organizátory">
            <a:extLst>
              <a:ext uri="{FF2B5EF4-FFF2-40B4-BE49-F238E27FC236}">
                <a16:creationId xmlns:a16="http://schemas.microsoft.com/office/drawing/2014/main" id="{098160CC-24EB-5461-3A74-C6AE1EFC69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15" r="29300" b="2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3EB68F-6DA5-82BC-B16F-61C9302E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>
                <a:ea typeface="Calibri"/>
                <a:cs typeface="Calibri"/>
              </a:rPr>
              <a:t>Navrhněte databázi pro e-shop s bizardními předměty</a:t>
            </a:r>
          </a:p>
          <a:p>
            <a:r>
              <a:rPr lang="cs-CZ">
                <a:ea typeface="Calibri"/>
                <a:cs typeface="Calibri"/>
              </a:rPr>
              <a:t>Jaké tabulky budou třeba?</a:t>
            </a:r>
          </a:p>
          <a:p>
            <a:r>
              <a:rPr lang="cs-CZ">
                <a:ea typeface="Calibri"/>
                <a:cs typeface="Calibri"/>
              </a:rPr>
              <a:t>Jaké budou vztahy mezi tabulkami?</a:t>
            </a:r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2378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F25B497-A5B5-2CD0-C5D2-4F5377C4B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Normalizace</a:t>
            </a:r>
            <a:endParaRPr lang="cs-CZ" dirty="0">
              <a:ea typeface="Calibri Light"/>
              <a:cs typeface="Calibri Light"/>
            </a:endParaRPr>
          </a:p>
        </p:txBody>
      </p:sp>
      <p:pic>
        <p:nvPicPr>
          <p:cNvPr id="4" name="Obrázek 3" descr="Understand the Basic of Database Structure and Database Schema Easily with QuickDBD | by Adiyat Coto | Medium">
            <a:extLst>
              <a:ext uri="{FF2B5EF4-FFF2-40B4-BE49-F238E27FC236}">
                <a16:creationId xmlns:a16="http://schemas.microsoft.com/office/drawing/2014/main" id="{37F60814-84D2-A3D3-0752-9A9C8EF80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37" y="645106"/>
            <a:ext cx="4631136" cy="524774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2FEF384-E813-35CD-E305-047BDC0BF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>
                <a:ea typeface="Calibri"/>
                <a:cs typeface="Calibri"/>
              </a:rPr>
              <a:t>Rozdělení slepených tabulek do více menších</a:t>
            </a:r>
          </a:p>
          <a:p>
            <a:r>
              <a:rPr lang="cs-CZ">
                <a:ea typeface="Calibri"/>
                <a:cs typeface="Calibri"/>
              </a:rPr>
              <a:t>Každá tabulka řešíš svou vlastní problematiku</a:t>
            </a:r>
            <a:endParaRPr lang="cs-CZ" dirty="0">
              <a:ea typeface="Calibri"/>
              <a:cs typeface="Calibri"/>
            </a:endParaRPr>
          </a:p>
          <a:p>
            <a:r>
              <a:rPr lang="cs-CZ">
                <a:ea typeface="Calibri"/>
                <a:cs typeface="Calibri"/>
              </a:rPr>
              <a:t>Není chyba mít hromadu menších tabulek</a:t>
            </a:r>
            <a:endParaRPr lang="cs-CZ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cs-CZ">
                <a:ea typeface="Calibri"/>
                <a:cs typeface="Calibri"/>
              </a:rPr>
              <a:t>Data se zbytečně neopakují</a:t>
            </a:r>
            <a:endParaRPr lang="cs-CZ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cs-CZ">
                <a:ea typeface="Calibri"/>
                <a:cs typeface="Calibri"/>
              </a:rPr>
              <a:t>Každá informace je jen jednou</a:t>
            </a:r>
            <a:br>
              <a:rPr lang="cs-CZ" dirty="0">
                <a:ea typeface="Calibri"/>
                <a:cs typeface="Calibri"/>
              </a:rPr>
            </a:br>
            <a:endParaRPr lang="cs-CZ" dirty="0"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0699263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360afebd84136be89cf7ed5911c04be8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520b6e59c8e59b4daf6c7654b04c196b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F52871-FF00-4D4A-8396-DA8C6A50714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9a37b55-a4d7-45bd-a73f-33c2b1d41898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3eb61919-e7f8-4a11-8db4-9145fbd21da9"/>
  </ds:schemaRefs>
</ds:datastoreItem>
</file>

<file path=customXml/itemProps2.xml><?xml version="1.0" encoding="utf-8"?>
<ds:datastoreItem xmlns:ds="http://schemas.openxmlformats.org/officeDocument/2006/customXml" ds:itemID="{5E883DBA-1924-4A0D-AB83-8A60A2885F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235</Words>
  <Application>Microsoft Office PowerPoint</Application>
  <PresentationFormat>Širokoúhlá obrazovka</PresentationFormat>
  <Paragraphs>54</Paragraphs>
  <Slides>12</Slides>
  <Notes>3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3" baseType="lpstr">
      <vt:lpstr>Retrospect</vt:lpstr>
      <vt:lpstr>Databáze</vt:lpstr>
      <vt:lpstr>Kde všude jsou databáze?</vt:lpstr>
      <vt:lpstr>Co kdybychom měli vše v  jedné tabulce?</vt:lpstr>
      <vt:lpstr>Proč je to špatně?</vt:lpstr>
      <vt:lpstr>Co je databáze?</vt:lpstr>
      <vt:lpstr>Základní pojmy</vt:lpstr>
      <vt:lpstr>Jak poznáme stejný záznam?</vt:lpstr>
      <vt:lpstr>První návrh tabulky</vt:lpstr>
      <vt:lpstr>Problém</vt:lpstr>
      <vt:lpstr>Vztahy mezi tabulkami</vt:lpstr>
      <vt:lpstr>První návrh databáze</vt:lpstr>
      <vt:lpstr>Normalizace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</dc:title>
  <dc:creator>Sládeček David</dc:creator>
  <cp:lastModifiedBy>Sládeček David</cp:lastModifiedBy>
  <cp:revision>559</cp:revision>
  <dcterms:created xsi:type="dcterms:W3CDTF">2025-10-12T16:48:06Z</dcterms:created>
  <dcterms:modified xsi:type="dcterms:W3CDTF">2026-05-04T10:56:08Z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