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5"/>
  </p:notesMasterIdLst>
  <p:sldIdLst>
    <p:sldId id="256" r:id="rId5"/>
    <p:sldId id="264" r:id="rId6"/>
    <p:sldId id="257" r:id="rId7"/>
    <p:sldId id="258" r:id="rId8"/>
    <p:sldId id="259" r:id="rId9"/>
    <p:sldId id="260" r:id="rId10"/>
    <p:sldId id="261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E0498C-B616-4DB3-A89C-D4A99E9874F2}" v="461" dt="2026-05-11T05:52:25.0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Světlý styl 1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D7E0498C-B616-4DB3-A89C-D4A99E9874F2}"/>
    <pc:docChg chg="addSld delSld modSld sldOrd">
      <pc:chgData name="Sládeček David" userId="S::sladecek@hradebni.cz::474d93f0-3a32-49cc-b837-47806091b590" providerId="AD" clId="Web-{D7E0498C-B616-4DB3-A89C-D4A99E9874F2}" dt="2026-05-11T05:52:25.076" v="483" actId="20577"/>
      <pc:docMkLst>
        <pc:docMk/>
      </pc:docMkLst>
      <pc:sldChg chg="modSp">
        <pc:chgData name="Sládeček David" userId="S::sladecek@hradebni.cz::474d93f0-3a32-49cc-b837-47806091b590" providerId="AD" clId="Web-{D7E0498C-B616-4DB3-A89C-D4A99E9874F2}" dt="2026-05-11T05:21:03.624" v="12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D7E0498C-B616-4DB3-A89C-D4A99E9874F2}" dt="2026-05-11T05:21:03.624" v="12" actId="20577"/>
          <ac:spMkLst>
            <pc:docMk/>
            <pc:sldMk cId="3799523001" sldId="256"/>
            <ac:spMk id="2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D7E0498C-B616-4DB3-A89C-D4A99E9874F2}" dt="2026-05-11T05:52:25.076" v="483" actId="20577"/>
        <pc:sldMkLst>
          <pc:docMk/>
          <pc:sldMk cId="2123910099" sldId="257"/>
        </pc:sldMkLst>
        <pc:spChg chg="mod">
          <ac:chgData name="Sládeček David" userId="S::sladecek@hradebni.cz::474d93f0-3a32-49cc-b837-47806091b590" providerId="AD" clId="Web-{D7E0498C-B616-4DB3-A89C-D4A99E9874F2}" dt="2026-05-11T05:24:17.542" v="64" actId="20577"/>
          <ac:spMkLst>
            <pc:docMk/>
            <pc:sldMk cId="2123910099" sldId="257"/>
            <ac:spMk id="2" creationId="{4F940B70-C107-2AC4-52CC-EAE22EB8A548}"/>
          </ac:spMkLst>
        </pc:spChg>
        <pc:spChg chg="mod">
          <ac:chgData name="Sládeček David" userId="S::sladecek@hradebni.cz::474d93f0-3a32-49cc-b837-47806091b590" providerId="AD" clId="Web-{D7E0498C-B616-4DB3-A89C-D4A99E9874F2}" dt="2026-05-11T05:52:25.076" v="483" actId="20577"/>
          <ac:spMkLst>
            <pc:docMk/>
            <pc:sldMk cId="2123910099" sldId="257"/>
            <ac:spMk id="3" creationId="{026EF9B7-A28A-7BE2-55F7-2318405507D3}"/>
          </ac:spMkLst>
        </pc:spChg>
        <pc:picChg chg="mod">
          <ac:chgData name="Sládeček David" userId="S::sladecek@hradebni.cz::474d93f0-3a32-49cc-b837-47806091b590" providerId="AD" clId="Web-{D7E0498C-B616-4DB3-A89C-D4A99E9874F2}" dt="2026-05-11T05:25:31.107" v="67"/>
          <ac:picMkLst>
            <pc:docMk/>
            <pc:sldMk cId="2123910099" sldId="257"/>
            <ac:picMk id="22" creationId="{264A36DE-62D4-EBB1-6B23-78F9AC2E9669}"/>
          </ac:picMkLst>
        </pc:picChg>
      </pc:sldChg>
      <pc:sldChg chg="modSp">
        <pc:chgData name="Sládeček David" userId="S::sladecek@hradebni.cz::474d93f0-3a32-49cc-b837-47806091b590" providerId="AD" clId="Web-{D7E0498C-B616-4DB3-A89C-D4A99E9874F2}" dt="2026-05-11T05:52:09.373" v="481" actId="20577"/>
        <pc:sldMkLst>
          <pc:docMk/>
          <pc:sldMk cId="3496295207" sldId="258"/>
        </pc:sldMkLst>
        <pc:spChg chg="mod">
          <ac:chgData name="Sládeček David" userId="S::sladecek@hradebni.cz::474d93f0-3a32-49cc-b837-47806091b590" providerId="AD" clId="Web-{D7E0498C-B616-4DB3-A89C-D4A99E9874F2}" dt="2026-05-11T05:28:33.081" v="78" actId="20577"/>
          <ac:spMkLst>
            <pc:docMk/>
            <pc:sldMk cId="3496295207" sldId="258"/>
            <ac:spMk id="2" creationId="{43667AF1-F395-4340-1C71-22F7335F6063}"/>
          </ac:spMkLst>
        </pc:spChg>
        <pc:spChg chg="mod">
          <ac:chgData name="Sládeček David" userId="S::sladecek@hradebni.cz::474d93f0-3a32-49cc-b837-47806091b590" providerId="AD" clId="Web-{D7E0498C-B616-4DB3-A89C-D4A99E9874F2}" dt="2026-05-11T05:52:09.373" v="481" actId="20577"/>
          <ac:spMkLst>
            <pc:docMk/>
            <pc:sldMk cId="3496295207" sldId="258"/>
            <ac:spMk id="3" creationId="{B6BEAE7B-19E2-78D5-E24D-1932169A0AC8}"/>
          </ac:spMkLst>
        </pc:spChg>
      </pc:sldChg>
      <pc:sldChg chg="addSp delSp modSp">
        <pc:chgData name="Sládeček David" userId="S::sladecek@hradebni.cz::474d93f0-3a32-49cc-b837-47806091b590" providerId="AD" clId="Web-{D7E0498C-B616-4DB3-A89C-D4A99E9874F2}" dt="2026-05-11T05:52:00.483" v="478" actId="20577"/>
        <pc:sldMkLst>
          <pc:docMk/>
          <pc:sldMk cId="3317666236" sldId="259"/>
        </pc:sldMkLst>
        <pc:spChg chg="mod">
          <ac:chgData name="Sládeček David" userId="S::sladecek@hradebni.cz::474d93f0-3a32-49cc-b837-47806091b590" providerId="AD" clId="Web-{D7E0498C-B616-4DB3-A89C-D4A99E9874F2}" dt="2026-05-11T05:31:33.616" v="140"/>
          <ac:spMkLst>
            <pc:docMk/>
            <pc:sldMk cId="3317666236" sldId="259"/>
            <ac:spMk id="2" creationId="{253B18D4-1D34-A8A9-0839-3714B035321E}"/>
          </ac:spMkLst>
        </pc:spChg>
        <pc:spChg chg="mod ord">
          <ac:chgData name="Sládeček David" userId="S::sladecek@hradebni.cz::474d93f0-3a32-49cc-b837-47806091b590" providerId="AD" clId="Web-{D7E0498C-B616-4DB3-A89C-D4A99E9874F2}" dt="2026-05-11T05:52:00.483" v="478" actId="20577"/>
          <ac:spMkLst>
            <pc:docMk/>
            <pc:sldMk cId="3317666236" sldId="259"/>
            <ac:spMk id="3" creationId="{7D4DCCD2-7A5C-274D-8376-F9954AAB7483}"/>
          </ac:spMkLst>
        </pc:spChg>
        <pc:spChg chg="add">
          <ac:chgData name="Sládeček David" userId="S::sladecek@hradebni.cz::474d93f0-3a32-49cc-b837-47806091b590" providerId="AD" clId="Web-{D7E0498C-B616-4DB3-A89C-D4A99E9874F2}" dt="2026-05-11T05:31:33.616" v="140"/>
          <ac:spMkLst>
            <pc:docMk/>
            <pc:sldMk cId="3317666236" sldId="259"/>
            <ac:spMk id="9" creationId="{52ABB703-2B0E-4C3B-B4A2-F3973548E561}"/>
          </ac:spMkLst>
        </pc:spChg>
        <pc:spChg chg="add">
          <ac:chgData name="Sládeček David" userId="S::sladecek@hradebni.cz::474d93f0-3a32-49cc-b837-47806091b590" providerId="AD" clId="Web-{D7E0498C-B616-4DB3-A89C-D4A99E9874F2}" dt="2026-05-11T05:31:33.616" v="140"/>
          <ac:spMkLst>
            <pc:docMk/>
            <pc:sldMk cId="3317666236" sldId="259"/>
            <ac:spMk id="13" creationId="{E95DA498-D9A2-4DA9-B9DA-B3776E08CF7E}"/>
          </ac:spMkLst>
        </pc:spChg>
        <pc:spChg chg="add">
          <ac:chgData name="Sládeček David" userId="S::sladecek@hradebni.cz::474d93f0-3a32-49cc-b837-47806091b590" providerId="AD" clId="Web-{D7E0498C-B616-4DB3-A89C-D4A99E9874F2}" dt="2026-05-11T05:31:33.616" v="140"/>
          <ac:spMkLst>
            <pc:docMk/>
            <pc:sldMk cId="3317666236" sldId="259"/>
            <ac:spMk id="15" creationId="{82A73093-4B9D-420D-B17E-52293703A1D4}"/>
          </ac:spMkLst>
        </pc:spChg>
        <pc:picChg chg="add mod">
          <ac:chgData name="Sládeček David" userId="S::sladecek@hradebni.cz::474d93f0-3a32-49cc-b837-47806091b590" providerId="AD" clId="Web-{D7E0498C-B616-4DB3-A89C-D4A99E9874F2}" dt="2026-05-11T05:31:33.616" v="140"/>
          <ac:picMkLst>
            <pc:docMk/>
            <pc:sldMk cId="3317666236" sldId="259"/>
            <ac:picMk id="4" creationId="{BD605E88-7864-1AB8-9D89-20A95EB23B95}"/>
          </ac:picMkLst>
        </pc:picChg>
        <pc:picChg chg="del">
          <ac:chgData name="Sládeček David" userId="S::sladecek@hradebni.cz::474d93f0-3a32-49cc-b837-47806091b590" providerId="AD" clId="Web-{D7E0498C-B616-4DB3-A89C-D4A99E9874F2}" dt="2026-05-11T05:31:21.647" v="134"/>
          <ac:picMkLst>
            <pc:docMk/>
            <pc:sldMk cId="3317666236" sldId="259"/>
            <ac:picMk id="5" creationId="{26329E1A-CE59-5BEF-71DC-7CBC2EB32AE5}"/>
          </ac:picMkLst>
        </pc:picChg>
        <pc:cxnChg chg="add">
          <ac:chgData name="Sládeček David" userId="S::sladecek@hradebni.cz::474d93f0-3a32-49cc-b837-47806091b590" providerId="AD" clId="Web-{D7E0498C-B616-4DB3-A89C-D4A99E9874F2}" dt="2026-05-11T05:31:33.616" v="140"/>
          <ac:cxnSpMkLst>
            <pc:docMk/>
            <pc:sldMk cId="3317666236" sldId="259"/>
            <ac:cxnSpMk id="11" creationId="{9C21570E-E159-49A6-9891-FA397B7A92D3}"/>
          </ac:cxnSpMkLst>
        </pc:cxnChg>
      </pc:sldChg>
      <pc:sldChg chg="addSp delSp modSp">
        <pc:chgData name="Sládeček David" userId="S::sladecek@hradebni.cz::474d93f0-3a32-49cc-b837-47806091b590" providerId="AD" clId="Web-{D7E0498C-B616-4DB3-A89C-D4A99E9874F2}" dt="2026-05-11T05:51:55.248" v="476" actId="20577"/>
        <pc:sldMkLst>
          <pc:docMk/>
          <pc:sldMk cId="3057740183" sldId="260"/>
        </pc:sldMkLst>
        <pc:spChg chg="mod">
          <ac:chgData name="Sládeček David" userId="S::sladecek@hradebni.cz::474d93f0-3a32-49cc-b837-47806091b590" providerId="AD" clId="Web-{D7E0498C-B616-4DB3-A89C-D4A99E9874F2}" dt="2026-05-11T05:51:48.686" v="472"/>
          <ac:spMkLst>
            <pc:docMk/>
            <pc:sldMk cId="3057740183" sldId="260"/>
            <ac:spMk id="2" creationId="{2A74109A-7326-7ED7-54D8-F272D8E6EE66}"/>
          </ac:spMkLst>
        </pc:spChg>
        <pc:spChg chg="add del mod">
          <ac:chgData name="Sládeček David" userId="S::sladecek@hradebni.cz::474d93f0-3a32-49cc-b837-47806091b590" providerId="AD" clId="Web-{D7E0498C-B616-4DB3-A89C-D4A99E9874F2}" dt="2026-05-11T05:36:33.404" v="169"/>
          <ac:spMkLst>
            <pc:docMk/>
            <pc:sldMk cId="3057740183" sldId="260"/>
            <ac:spMk id="5" creationId="{1DBD9FA2-9BCF-642F-F361-5D9BA02C5FB9}"/>
          </ac:spMkLst>
        </pc:spChg>
        <pc:spChg chg="add del mod ord">
          <ac:chgData name="Sládeček David" userId="S::sladecek@hradebni.cz::474d93f0-3a32-49cc-b837-47806091b590" providerId="AD" clId="Web-{D7E0498C-B616-4DB3-A89C-D4A99E9874F2}" dt="2026-05-11T05:51:55.248" v="476" actId="20577"/>
          <ac:spMkLst>
            <pc:docMk/>
            <pc:sldMk cId="3057740183" sldId="260"/>
            <ac:spMk id="7" creationId="{75B48A58-D82D-EC8D-8288-DD2C1F205BC5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51:48.686" v="472"/>
          <ac:spMkLst>
            <pc:docMk/>
            <pc:sldMk cId="3057740183" sldId="260"/>
            <ac:spMk id="13" creationId="{52ABB703-2B0E-4C3B-B4A2-F3973548E561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51:48.686" v="472"/>
          <ac:spMkLst>
            <pc:docMk/>
            <pc:sldMk cId="3057740183" sldId="260"/>
            <ac:spMk id="17" creationId="{E95DA498-D9A2-4DA9-B9DA-B3776E08CF7E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51:48.686" v="472"/>
          <ac:spMkLst>
            <pc:docMk/>
            <pc:sldMk cId="3057740183" sldId="260"/>
            <ac:spMk id="19" creationId="{82A73093-4B9D-420D-B17E-52293703A1D4}"/>
          </ac:spMkLst>
        </pc:spChg>
        <pc:graphicFrameChg chg="add del mod ord modGraphic">
          <ac:chgData name="Sládeček David" userId="S::sladecek@hradebni.cz::474d93f0-3a32-49cc-b837-47806091b590" providerId="AD" clId="Web-{D7E0498C-B616-4DB3-A89C-D4A99E9874F2}" dt="2026-05-11T05:36:33.419" v="170"/>
          <ac:graphicFrameMkLst>
            <pc:docMk/>
            <pc:sldMk cId="3057740183" sldId="260"/>
            <ac:graphicFrameMk id="4" creationId="{11E31091-0E21-6DFB-5A7A-65CC86A27714}"/>
          </ac:graphicFrameMkLst>
        </pc:graphicFrameChg>
        <pc:picChg chg="mod">
          <ac:chgData name="Sládeček David" userId="S::sladecek@hradebni.cz::474d93f0-3a32-49cc-b837-47806091b590" providerId="AD" clId="Web-{D7E0498C-B616-4DB3-A89C-D4A99E9874F2}" dt="2026-05-11T05:51:48.686" v="472"/>
          <ac:picMkLst>
            <pc:docMk/>
            <pc:sldMk cId="3057740183" sldId="260"/>
            <ac:picMk id="8" creationId="{D788D299-8B82-3493-60CE-21FEC210A489}"/>
          </ac:picMkLst>
        </pc:picChg>
        <pc:cxnChg chg="add del">
          <ac:chgData name="Sládeček David" userId="S::sladecek@hradebni.cz::474d93f0-3a32-49cc-b837-47806091b590" providerId="AD" clId="Web-{D7E0498C-B616-4DB3-A89C-D4A99E9874F2}" dt="2026-05-11T05:51:48.686" v="472"/>
          <ac:cxnSpMkLst>
            <pc:docMk/>
            <pc:sldMk cId="3057740183" sldId="260"/>
            <ac:cxnSpMk id="15" creationId="{9C21570E-E159-49A6-9891-FA397B7A92D3}"/>
          </ac:cxnSpMkLst>
        </pc:cxnChg>
      </pc:sldChg>
      <pc:sldChg chg="addSp delSp modSp mod modClrScheme chgLayout">
        <pc:chgData name="Sládeček David" userId="S::sladecek@hradebni.cz::474d93f0-3a32-49cc-b837-47806091b590" providerId="AD" clId="Web-{D7E0498C-B616-4DB3-A89C-D4A99E9874F2}" dt="2026-05-11T05:40:23.389" v="253" actId="1076"/>
        <pc:sldMkLst>
          <pc:docMk/>
          <pc:sldMk cId="3076287226" sldId="261"/>
        </pc:sldMkLst>
        <pc:spChg chg="mod ord">
          <ac:chgData name="Sládeček David" userId="S::sladecek@hradebni.cz::474d93f0-3a32-49cc-b837-47806091b590" providerId="AD" clId="Web-{D7E0498C-B616-4DB3-A89C-D4A99E9874F2}" dt="2026-05-11T05:39:33.808" v="223"/>
          <ac:spMkLst>
            <pc:docMk/>
            <pc:sldMk cId="3076287226" sldId="261"/>
            <ac:spMk id="2" creationId="{B36BF6F5-B1B9-A9E3-CF8E-00FC8C832D3B}"/>
          </ac:spMkLst>
        </pc:spChg>
        <pc:spChg chg="mod ord">
          <ac:chgData name="Sládeček David" userId="S::sladecek@hradebni.cz::474d93f0-3a32-49cc-b837-47806091b590" providerId="AD" clId="Web-{D7E0498C-B616-4DB3-A89C-D4A99E9874F2}" dt="2026-05-11T05:40:11.201" v="245" actId="20577"/>
          <ac:spMkLst>
            <pc:docMk/>
            <pc:sldMk cId="3076287226" sldId="261"/>
            <ac:spMk id="3" creationId="{071BBE7C-7868-A7A8-4104-A02E37AEF007}"/>
          </ac:spMkLst>
        </pc:spChg>
        <pc:spChg chg="add mod ord">
          <ac:chgData name="Sládeček David" userId="S::sladecek@hradebni.cz::474d93f0-3a32-49cc-b837-47806091b590" providerId="AD" clId="Web-{D7E0498C-B616-4DB3-A89C-D4A99E9874F2}" dt="2026-05-11T05:40:14.061" v="248" actId="20577"/>
          <ac:spMkLst>
            <pc:docMk/>
            <pc:sldMk cId="3076287226" sldId="261"/>
            <ac:spMk id="5" creationId="{3A0B7AE3-4E42-8D05-D52B-92F85C6C8971}"/>
          </ac:spMkLst>
        </pc:spChg>
        <pc:spChg chg="add mod">
          <ac:chgData name="Sládeček David" userId="S::sladecek@hradebni.cz::474d93f0-3a32-49cc-b837-47806091b590" providerId="AD" clId="Web-{D7E0498C-B616-4DB3-A89C-D4A99E9874F2}" dt="2026-05-11T05:40:23.389" v="253" actId="1076"/>
          <ac:spMkLst>
            <pc:docMk/>
            <pc:sldMk cId="3076287226" sldId="261"/>
            <ac:spMk id="6" creationId="{920E4D7E-1977-5416-6DCE-3534FA685987}"/>
          </ac:spMkLst>
        </pc:spChg>
        <pc:picChg chg="del">
          <ac:chgData name="Sládeček David" userId="S::sladecek@hradebni.cz::474d93f0-3a32-49cc-b837-47806091b590" providerId="AD" clId="Web-{D7E0498C-B616-4DB3-A89C-D4A99E9874F2}" dt="2026-05-11T05:37:44.629" v="186"/>
          <ac:picMkLst>
            <pc:docMk/>
            <pc:sldMk cId="3076287226" sldId="261"/>
            <ac:picMk id="4" creationId="{081E8628-48ED-E2BC-BA82-0463106BB6FC}"/>
          </ac:picMkLst>
        </pc:picChg>
      </pc:sldChg>
      <pc:sldChg chg="del">
        <pc:chgData name="Sládeček David" userId="S::sladecek@hradebni.cz::474d93f0-3a32-49cc-b837-47806091b590" providerId="AD" clId="Web-{D7E0498C-B616-4DB3-A89C-D4A99E9874F2}" dt="2026-05-11T05:40:38.702" v="254"/>
        <pc:sldMkLst>
          <pc:docMk/>
          <pc:sldMk cId="1243925975" sldId="262"/>
        </pc:sldMkLst>
      </pc:sldChg>
      <pc:sldChg chg="del">
        <pc:chgData name="Sládeček David" userId="S::sladecek@hradebni.cz::474d93f0-3a32-49cc-b837-47806091b590" providerId="AD" clId="Web-{D7E0498C-B616-4DB3-A89C-D4A99E9874F2}" dt="2026-05-11T05:40:40.140" v="255"/>
        <pc:sldMkLst>
          <pc:docMk/>
          <pc:sldMk cId="3903226095" sldId="263"/>
        </pc:sldMkLst>
      </pc:sldChg>
      <pc:sldChg chg="addSp delSp modSp new mod setBg">
        <pc:chgData name="Sládeček David" userId="S::sladecek@hradebni.cz::474d93f0-3a32-49cc-b837-47806091b590" providerId="AD" clId="Web-{D7E0498C-B616-4DB3-A89C-D4A99E9874F2}" dt="2026-05-11T05:23:57.525" v="63" actId="20577"/>
        <pc:sldMkLst>
          <pc:docMk/>
          <pc:sldMk cId="2085526438" sldId="264"/>
        </pc:sldMkLst>
        <pc:spChg chg="mod">
          <ac:chgData name="Sládeček David" userId="S::sladecek@hradebni.cz::474d93f0-3a32-49cc-b837-47806091b590" providerId="AD" clId="Web-{D7E0498C-B616-4DB3-A89C-D4A99E9874F2}" dt="2026-05-11T05:23:36.165" v="58"/>
          <ac:spMkLst>
            <pc:docMk/>
            <pc:sldMk cId="2085526438" sldId="264"/>
            <ac:spMk id="2" creationId="{E083AE44-C238-C3D3-205C-4182E04C5F69}"/>
          </ac:spMkLst>
        </pc:spChg>
        <pc:spChg chg="del">
          <ac:chgData name="Sládeček David" userId="S::sladecek@hradebni.cz::474d93f0-3a32-49cc-b837-47806091b590" providerId="AD" clId="Web-{D7E0498C-B616-4DB3-A89C-D4A99E9874F2}" dt="2026-05-11T05:22:51.975" v="30"/>
          <ac:spMkLst>
            <pc:docMk/>
            <pc:sldMk cId="2085526438" sldId="264"/>
            <ac:spMk id="3" creationId="{6BD902DF-1C4E-E34B-8CD4-DA6060938536}"/>
          </ac:spMkLst>
        </pc:spChg>
        <pc:spChg chg="add mod ord">
          <ac:chgData name="Sládeček David" userId="S::sladecek@hradebni.cz::474d93f0-3a32-49cc-b837-47806091b590" providerId="AD" clId="Web-{D7E0498C-B616-4DB3-A89C-D4A99E9874F2}" dt="2026-05-11T05:23:57.525" v="63" actId="20577"/>
          <ac:spMkLst>
            <pc:docMk/>
            <pc:sldMk cId="2085526438" sldId="264"/>
            <ac:spMk id="6" creationId="{F2320224-9F6A-B8D1-2A72-8EA6E92F70C3}"/>
          </ac:spMkLst>
        </pc:spChg>
        <pc:spChg chg="add">
          <ac:chgData name="Sládeček David" userId="S::sladecek@hradebni.cz::474d93f0-3a32-49cc-b837-47806091b590" providerId="AD" clId="Web-{D7E0498C-B616-4DB3-A89C-D4A99E9874F2}" dt="2026-05-11T05:23:36.165" v="58"/>
          <ac:spMkLst>
            <pc:docMk/>
            <pc:sldMk cId="2085526438" sldId="264"/>
            <ac:spMk id="12" creationId="{C33BF9DD-8A45-4EEE-B231-0A14D322E5F9}"/>
          </ac:spMkLst>
        </pc:spChg>
        <pc:spChg chg="add">
          <ac:chgData name="Sládeček David" userId="S::sladecek@hradebni.cz::474d93f0-3a32-49cc-b837-47806091b590" providerId="AD" clId="Web-{D7E0498C-B616-4DB3-A89C-D4A99E9874F2}" dt="2026-05-11T05:23:36.165" v="58"/>
          <ac:spMkLst>
            <pc:docMk/>
            <pc:sldMk cId="2085526438" sldId="264"/>
            <ac:spMk id="16" creationId="{D5FBCAC9-BD8B-4F3B-AD74-EF37D4211349}"/>
          </ac:spMkLst>
        </pc:spChg>
        <pc:spChg chg="add">
          <ac:chgData name="Sládeček David" userId="S::sladecek@hradebni.cz::474d93f0-3a32-49cc-b837-47806091b590" providerId="AD" clId="Web-{D7E0498C-B616-4DB3-A89C-D4A99E9874F2}" dt="2026-05-11T05:23:36.165" v="58"/>
          <ac:spMkLst>
            <pc:docMk/>
            <pc:sldMk cId="2085526438" sldId="264"/>
            <ac:spMk id="18" creationId="{9556C5A8-AD7E-4CE7-87BE-9EA3B5E1786F}"/>
          </ac:spMkLst>
        </pc:spChg>
        <pc:picChg chg="add del mod ord">
          <ac:chgData name="Sládeček David" userId="S::sladecek@hradebni.cz::474d93f0-3a32-49cc-b837-47806091b590" providerId="AD" clId="Web-{D7E0498C-B616-4DB3-A89C-D4A99E9874F2}" dt="2026-05-11T05:22:55.929" v="32"/>
          <ac:picMkLst>
            <pc:docMk/>
            <pc:sldMk cId="2085526438" sldId="264"/>
            <ac:picMk id="4" creationId="{79B5B106-4A71-3A25-13DB-1271F45996DA}"/>
          </ac:picMkLst>
        </pc:picChg>
        <pc:picChg chg="add mod">
          <ac:chgData name="Sládeček David" userId="S::sladecek@hradebni.cz::474d93f0-3a32-49cc-b837-47806091b590" providerId="AD" clId="Web-{D7E0498C-B616-4DB3-A89C-D4A99E9874F2}" dt="2026-05-11T05:23:45.697" v="60" actId="1076"/>
          <ac:picMkLst>
            <pc:docMk/>
            <pc:sldMk cId="2085526438" sldId="264"/>
            <ac:picMk id="7" creationId="{79B5B106-4A71-3A25-13DB-1271F45996DA}"/>
          </ac:picMkLst>
        </pc:picChg>
        <pc:cxnChg chg="add">
          <ac:chgData name="Sládeček David" userId="S::sladecek@hradebni.cz::474d93f0-3a32-49cc-b837-47806091b590" providerId="AD" clId="Web-{D7E0498C-B616-4DB3-A89C-D4A99E9874F2}" dt="2026-05-11T05:23:36.165" v="58"/>
          <ac:cxnSpMkLst>
            <pc:docMk/>
            <pc:sldMk cId="2085526438" sldId="264"/>
            <ac:cxnSpMk id="14" creationId="{9020DCC9-F851-4562-BB20-1AB3C51BFD08}"/>
          </ac:cxnSpMkLst>
        </pc:cxnChg>
      </pc:sldChg>
      <pc:sldChg chg="addSp delSp modSp new mod setBg modClrScheme chgLayout">
        <pc:chgData name="Sládeček David" userId="S::sladecek@hradebni.cz::474d93f0-3a32-49cc-b837-47806091b590" providerId="AD" clId="Web-{D7E0498C-B616-4DB3-A89C-D4A99E9874F2}" dt="2026-05-11T05:45:40.338" v="388"/>
        <pc:sldMkLst>
          <pc:docMk/>
          <pc:sldMk cId="2054844425" sldId="265"/>
        </pc:sldMkLst>
        <pc:spChg chg="mod ord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2" creationId="{806048B0-70FD-05E0-55BA-EFCBD70AA84D}"/>
          </ac:spMkLst>
        </pc:spChg>
        <pc:spChg chg="mod ord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3" creationId="{567A2BAD-C52A-5529-BCBC-9C5ECE33FC92}"/>
          </ac:spMkLst>
        </pc:spChg>
        <pc:spChg chg="del">
          <ac:chgData name="Sládeček David" userId="S::sladecek@hradebni.cz::474d93f0-3a32-49cc-b837-47806091b590" providerId="AD" clId="Web-{D7E0498C-B616-4DB3-A89C-D4A99E9874F2}" dt="2026-05-11T05:40:50.094" v="261"/>
          <ac:spMkLst>
            <pc:docMk/>
            <pc:sldMk cId="2054844425" sldId="265"/>
            <ac:spMk id="4" creationId="{80F75940-98D9-4B75-0C7E-CABD1908AC2B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10" creationId="{52ABB703-2B0E-4C3B-B4A2-F3973548E561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14" creationId="{E95DA498-D9A2-4DA9-B9DA-B3776E08CF7E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16" creationId="{82A73093-4B9D-420D-B17E-52293703A1D4}"/>
          </ac:spMkLst>
        </pc:spChg>
        <pc:spChg chg="add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21" creationId="{284B70D5-875B-433D-BDBD-1522A85D6C1D}"/>
          </ac:spMkLst>
        </pc:spChg>
        <pc:spChg chg="add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25" creationId="{1E299956-A9E7-4FC1-A0B1-D590CA9730E8}"/>
          </ac:spMkLst>
        </pc:spChg>
        <pc:spChg chg="add">
          <ac:chgData name="Sládeček David" userId="S::sladecek@hradebni.cz::474d93f0-3a32-49cc-b837-47806091b590" providerId="AD" clId="Web-{D7E0498C-B616-4DB3-A89C-D4A99E9874F2}" dt="2026-05-11T05:45:40.338" v="388"/>
          <ac:spMkLst>
            <pc:docMk/>
            <pc:sldMk cId="2054844425" sldId="265"/>
            <ac:spMk id="27" creationId="{17FC539C-B783-4B03-9F9E-D13430F3F64F}"/>
          </ac:spMkLst>
        </pc:spChg>
        <pc:picChg chg="add mod">
          <ac:chgData name="Sládeček David" userId="S::sladecek@hradebni.cz::474d93f0-3a32-49cc-b837-47806091b590" providerId="AD" clId="Web-{D7E0498C-B616-4DB3-A89C-D4A99E9874F2}" dt="2026-05-11T05:45:40.338" v="388"/>
          <ac:picMkLst>
            <pc:docMk/>
            <pc:sldMk cId="2054844425" sldId="265"/>
            <ac:picMk id="5" creationId="{503DCDC5-48C0-351C-DFEF-6C42B311F58F}"/>
          </ac:picMkLst>
        </pc:picChg>
        <pc:cxnChg chg="add">
          <ac:chgData name="Sládeček David" userId="S::sladecek@hradebni.cz::474d93f0-3a32-49cc-b837-47806091b590" providerId="AD" clId="Web-{D7E0498C-B616-4DB3-A89C-D4A99E9874F2}" dt="2026-05-11T05:43:01.896" v="348"/>
          <ac:cxnSpMkLst>
            <pc:docMk/>
            <pc:sldMk cId="2054844425" sldId="265"/>
            <ac:cxnSpMk id="12" creationId="{9C21570E-E159-49A6-9891-FA397B7A92D3}"/>
          </ac:cxnSpMkLst>
        </pc:cxnChg>
        <pc:cxnChg chg="add">
          <ac:chgData name="Sládeček David" userId="S::sladecek@hradebni.cz::474d93f0-3a32-49cc-b837-47806091b590" providerId="AD" clId="Web-{D7E0498C-B616-4DB3-A89C-D4A99E9874F2}" dt="2026-05-11T05:45:40.338" v="388"/>
          <ac:cxnSpMkLst>
            <pc:docMk/>
            <pc:sldMk cId="2054844425" sldId="265"/>
            <ac:cxnSpMk id="23" creationId="{C947DF4A-614C-4B4C-8B80-E5B9D8E8CFED}"/>
          </ac:cxnSpMkLst>
        </pc:cxnChg>
      </pc:sldChg>
      <pc:sldChg chg="addSp delSp modSp new mod setBg">
        <pc:chgData name="Sládeček David" userId="S::sladecek@hradebni.cz::474d93f0-3a32-49cc-b837-47806091b590" providerId="AD" clId="Web-{D7E0498C-B616-4DB3-A89C-D4A99E9874F2}" dt="2026-05-11T05:48:47.108" v="456"/>
        <pc:sldMkLst>
          <pc:docMk/>
          <pc:sldMk cId="973400768" sldId="266"/>
        </pc:sldMkLst>
        <pc:spChg chg="mod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2" creationId="{AF61D130-263F-C76E-4970-321FC41F5519}"/>
          </ac:spMkLst>
        </pc:spChg>
        <pc:spChg chg="del">
          <ac:chgData name="Sládeček David" userId="S::sladecek@hradebni.cz::474d93f0-3a32-49cc-b837-47806091b590" providerId="AD" clId="Web-{D7E0498C-B616-4DB3-A89C-D4A99E9874F2}" dt="2026-05-11T05:46:48.477" v="392"/>
          <ac:spMkLst>
            <pc:docMk/>
            <pc:sldMk cId="973400768" sldId="266"/>
            <ac:spMk id="3" creationId="{0B8CC872-FCF0-AD7D-9235-CCD63775C287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10" creationId="{4E4490D0-3672-446A-AC12-B4830333BDDD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12" creationId="{39CB82C2-DF65-4EC1-8280-F201D50F570B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16" creationId="{C4AAA502-5435-489E-9538-3A40E6C71461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20" creationId="{DE42378B-2E28-4810-8421-7A473A40E376}"/>
          </ac:spMkLst>
        </pc:spChg>
        <pc:spChg chg="add del">
          <ac:chgData name="Sládeček David" userId="S::sladecek@hradebni.cz::474d93f0-3a32-49cc-b837-47806091b590" providerId="AD" clId="Web-{D7E0498C-B616-4DB3-A89C-D4A99E9874F2}" dt="2026-05-11T05:47:10.761" v="396"/>
          <ac:spMkLst>
            <pc:docMk/>
            <pc:sldMk cId="973400768" sldId="266"/>
            <ac:spMk id="22" creationId="{0D91DD17-237F-4811-BC0E-128EB1BD7CFE}"/>
          </ac:spMkLst>
        </pc:spChg>
        <pc:graphicFrameChg chg="add mod ord modGraphic">
          <ac:chgData name="Sládeček David" userId="S::sladecek@hradebni.cz::474d93f0-3a32-49cc-b837-47806091b590" providerId="AD" clId="Web-{D7E0498C-B616-4DB3-A89C-D4A99E9874F2}" dt="2026-05-11T05:48:47.108" v="456"/>
          <ac:graphicFrameMkLst>
            <pc:docMk/>
            <pc:sldMk cId="973400768" sldId="266"/>
            <ac:graphicFrameMk id="5" creationId="{9A7A291D-1F3E-7ABB-C886-A1F9BDA02F20}"/>
          </ac:graphicFrameMkLst>
        </pc:graphicFrameChg>
        <pc:cxnChg chg="add del">
          <ac:chgData name="Sládeček David" userId="S::sladecek@hradebni.cz::474d93f0-3a32-49cc-b837-47806091b590" providerId="AD" clId="Web-{D7E0498C-B616-4DB3-A89C-D4A99E9874F2}" dt="2026-05-11T05:47:10.761" v="396"/>
          <ac:cxnSpMkLst>
            <pc:docMk/>
            <pc:sldMk cId="973400768" sldId="266"/>
            <ac:cxnSpMk id="14" creationId="{7E1D4427-852B-4B37-8E76-0E9F1810BA2A}"/>
          </ac:cxnSpMkLst>
        </pc:cxnChg>
        <pc:cxnChg chg="add del">
          <ac:chgData name="Sládeček David" userId="S::sladecek@hradebni.cz::474d93f0-3a32-49cc-b837-47806091b590" providerId="AD" clId="Web-{D7E0498C-B616-4DB3-A89C-D4A99E9874F2}" dt="2026-05-11T05:47:10.761" v="396"/>
          <ac:cxnSpMkLst>
            <pc:docMk/>
            <pc:sldMk cId="973400768" sldId="266"/>
            <ac:cxnSpMk id="18" creationId="{C9AC0290-4702-4519-B0F4-C2A46880997B}"/>
          </ac:cxnSpMkLst>
        </pc:cxnChg>
      </pc:sldChg>
      <pc:sldChg chg="delSp modSp add ord replId">
        <pc:chgData name="Sládeček David" userId="S::sladecek@hradebni.cz::474d93f0-3a32-49cc-b837-47806091b590" providerId="AD" clId="Web-{D7E0498C-B616-4DB3-A89C-D4A99E9874F2}" dt="2026-05-11T05:50:58.108" v="470" actId="20577"/>
        <pc:sldMkLst>
          <pc:docMk/>
          <pc:sldMk cId="799162546" sldId="267"/>
        </pc:sldMkLst>
        <pc:spChg chg="mod">
          <ac:chgData name="Sládeček David" userId="S::sladecek@hradebni.cz::474d93f0-3a32-49cc-b837-47806091b590" providerId="AD" clId="Web-{D7E0498C-B616-4DB3-A89C-D4A99E9874F2}" dt="2026-05-11T05:50:42.483" v="462"/>
          <ac:spMkLst>
            <pc:docMk/>
            <pc:sldMk cId="799162546" sldId="267"/>
            <ac:spMk id="2" creationId="{2CFC81E4-3CAF-8DBD-7390-519686D8B5F3}"/>
          </ac:spMkLst>
        </pc:spChg>
        <pc:spChg chg="mod">
          <ac:chgData name="Sládeček David" userId="S::sladecek@hradebni.cz::474d93f0-3a32-49cc-b837-47806091b590" providerId="AD" clId="Web-{D7E0498C-B616-4DB3-A89C-D4A99E9874F2}" dt="2026-05-11T05:50:58.108" v="470" actId="20577"/>
          <ac:spMkLst>
            <pc:docMk/>
            <pc:sldMk cId="799162546" sldId="267"/>
            <ac:spMk id="6" creationId="{70ED97EF-574A-F0AF-2111-8337C3F95FA9}"/>
          </ac:spMkLst>
        </pc:spChg>
        <pc:spChg chg="del">
          <ac:chgData name="Sládeček David" userId="S::sladecek@hradebni.cz::474d93f0-3a32-49cc-b837-47806091b590" providerId="AD" clId="Web-{D7E0498C-B616-4DB3-A89C-D4A99E9874F2}" dt="2026-05-11T05:50:42.483" v="462"/>
          <ac:spMkLst>
            <pc:docMk/>
            <pc:sldMk cId="799162546" sldId="267"/>
            <ac:spMk id="12" creationId="{06CE4529-CCA6-9F78-1EB5-2309AE813377}"/>
          </ac:spMkLst>
        </pc:spChg>
        <pc:spChg chg="del">
          <ac:chgData name="Sládeček David" userId="S::sladecek@hradebni.cz::474d93f0-3a32-49cc-b837-47806091b590" providerId="AD" clId="Web-{D7E0498C-B616-4DB3-A89C-D4A99E9874F2}" dt="2026-05-11T05:50:42.483" v="462"/>
          <ac:spMkLst>
            <pc:docMk/>
            <pc:sldMk cId="799162546" sldId="267"/>
            <ac:spMk id="16" creationId="{3D66380D-E9BB-EB22-1CF9-27B96EE626C3}"/>
          </ac:spMkLst>
        </pc:spChg>
        <pc:spChg chg="del">
          <ac:chgData name="Sládeček David" userId="S::sladecek@hradebni.cz::474d93f0-3a32-49cc-b837-47806091b590" providerId="AD" clId="Web-{D7E0498C-B616-4DB3-A89C-D4A99E9874F2}" dt="2026-05-11T05:50:42.483" v="462"/>
          <ac:spMkLst>
            <pc:docMk/>
            <pc:sldMk cId="799162546" sldId="267"/>
            <ac:spMk id="18" creationId="{4AFFBC06-7686-7A94-5329-FB05F83799BB}"/>
          </ac:spMkLst>
        </pc:spChg>
        <pc:picChg chg="mod ord">
          <ac:chgData name="Sládeček David" userId="S::sladecek@hradebni.cz::474d93f0-3a32-49cc-b837-47806091b590" providerId="AD" clId="Web-{D7E0498C-B616-4DB3-A89C-D4A99E9874F2}" dt="2026-05-11T05:50:42.483" v="462"/>
          <ac:picMkLst>
            <pc:docMk/>
            <pc:sldMk cId="799162546" sldId="267"/>
            <ac:picMk id="7" creationId="{57538E63-CA6D-2388-8D74-D92483AD2F19}"/>
          </ac:picMkLst>
        </pc:picChg>
        <pc:cxnChg chg="del">
          <ac:chgData name="Sládeček David" userId="S::sladecek@hradebni.cz::474d93f0-3a32-49cc-b837-47806091b590" providerId="AD" clId="Web-{D7E0498C-B616-4DB3-A89C-D4A99E9874F2}" dt="2026-05-11T05:50:42.483" v="462"/>
          <ac:cxnSpMkLst>
            <pc:docMk/>
            <pc:sldMk cId="799162546" sldId="267"/>
            <ac:cxnSpMk id="14" creationId="{191F86D6-85D7-CA34-C80A-5D1692AB551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10.05.2026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eznam.cz" TargetMode="Externa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hyperlink" Target="http://www.seznam.cz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/>
              <a:t>Síťové protokoly a komunikace v síti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083AE44-C238-C3D3-205C-4182E04C5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První klik v prohlížeči</a:t>
            </a:r>
            <a:endParaRPr lang="cs-CZ"/>
          </a:p>
        </p:txBody>
      </p:sp>
      <p:pic>
        <p:nvPicPr>
          <p:cNvPr id="7" name="Zástupný obsah 3" descr="Dog Sniffing Sticker by Seznam.cz">
            <a:extLst>
              <a:ext uri="{FF2B5EF4-FFF2-40B4-BE49-F238E27FC236}">
                <a16:creationId xmlns:a16="http://schemas.microsoft.com/office/drawing/2014/main" id="{79B5B106-4A71-3A25-13DB-1271F45996DA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03369" y="126890"/>
            <a:ext cx="6073420" cy="608010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F2320224-9F6A-B8D1-2A72-8EA6E92F7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Calibri"/>
                <a:cs typeface="Calibri"/>
              </a:rPr>
              <a:t>Co se stane, když v prohlížeči zadáte </a:t>
            </a:r>
            <a:r>
              <a:rPr lang="cs-CZ" b="1" dirty="0">
                <a:ea typeface="Calibri"/>
                <a:cs typeface="Calibri"/>
                <a:hlinkClick r:id="rId3"/>
              </a:rPr>
              <a:t>www.seznam.cz</a:t>
            </a:r>
            <a:r>
              <a:rPr lang="cs-CZ">
                <a:ea typeface="Calibri"/>
                <a:cs typeface="Calibri"/>
              </a:rPr>
              <a:t>?</a:t>
            </a:r>
          </a:p>
          <a:p>
            <a:r>
              <a:rPr lang="cs-CZ">
                <a:ea typeface="+mn-lt"/>
                <a:cs typeface="+mn-lt"/>
              </a:rPr>
              <a:t>Jak počítač zjistí adresu serveru? </a:t>
            </a:r>
            <a:endParaRPr lang="cs-CZ" dirty="0">
              <a:ea typeface="+mn-lt"/>
              <a:cs typeface="+mn-lt"/>
            </a:endParaRPr>
          </a:p>
          <a:p>
            <a:r>
              <a:rPr lang="cs-CZ">
                <a:ea typeface="+mn-lt"/>
                <a:cs typeface="+mn-lt"/>
              </a:rPr>
              <a:t>Jak rozdělí data? </a:t>
            </a:r>
          </a:p>
          <a:p>
            <a:r>
              <a:rPr lang="cs-CZ">
                <a:ea typeface="+mn-lt"/>
                <a:cs typeface="+mn-lt"/>
              </a:rPr>
              <a:t>Jak je odešle? </a:t>
            </a:r>
          </a:p>
          <a:p>
            <a:r>
              <a:rPr lang="cs-CZ">
                <a:ea typeface="+mn-lt"/>
                <a:cs typeface="+mn-lt"/>
              </a:rPr>
              <a:t>Jak je druhá strana znovu složí?</a:t>
            </a: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85526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F940B70-C107-2AC4-52CC-EAE22EB8A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Protokol</a:t>
            </a:r>
            <a:endParaRPr lang="cs-CZ"/>
          </a:p>
        </p:txBody>
      </p:sp>
      <p:pic>
        <p:nvPicPr>
          <p:cNvPr id="22" name="Picture 4" descr="Mobilní zařízení s aplikacemi">
            <a:extLst>
              <a:ext uri="{FF2B5EF4-FFF2-40B4-BE49-F238E27FC236}">
                <a16:creationId xmlns:a16="http://schemas.microsoft.com/office/drawing/2014/main" id="{264A36DE-62D4-EBB1-6B23-78F9AC2E9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11" r="25034" b="2"/>
          <a:stretch>
            <a:fillRect/>
          </a:stretch>
        </p:blipFill>
        <p:spPr>
          <a:xfrm>
            <a:off x="1076432" y="1916318"/>
            <a:ext cx="3094997" cy="3471012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26EF9B7-A28A-7BE2-55F7-231840550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b="1"/>
              <a:t>Protokol</a:t>
            </a:r>
            <a:r>
              <a:rPr lang="cs-CZ"/>
              <a:t> = pravidla komunikace</a:t>
            </a:r>
          </a:p>
          <a:p>
            <a:r>
              <a:rPr lang="cs-CZ">
                <a:ea typeface="+mn-lt"/>
                <a:cs typeface="+mn-lt"/>
              </a:rPr>
              <a:t>Stejně jako lidé potřebují společný jazyk a pravidla, i počítače musí komunikovat podle přesně definovaných pravidel.</a:t>
            </a:r>
            <a:endParaRPr lang="cs-CZ"/>
          </a:p>
          <a:p>
            <a:r>
              <a:rPr lang="cs-CZ" u="sng"/>
              <a:t>Příklady síťových protokolů:</a:t>
            </a:r>
            <a:endParaRPr lang="cs-CZ" u="sng">
              <a:ea typeface="Calibri"/>
              <a:cs typeface="Calibri"/>
            </a:endParaRPr>
          </a:p>
          <a:p>
            <a:r>
              <a:rPr lang="cs-CZ">
                <a:ea typeface="+mn-lt"/>
                <a:cs typeface="+mn-lt"/>
              </a:rPr>
              <a:t>HTTP / HTTPS – přenos webových stránek </a:t>
            </a:r>
            <a:endParaRPr lang="cs-CZ"/>
          </a:p>
          <a:p>
            <a:r>
              <a:rPr lang="cs-CZ">
                <a:ea typeface="+mn-lt"/>
                <a:cs typeface="+mn-lt"/>
              </a:rPr>
              <a:t>DNS – překlad názvu webu na IP adresu </a:t>
            </a:r>
            <a:endParaRPr lang="cs-CZ"/>
          </a:p>
          <a:p>
            <a:r>
              <a:rPr lang="cs-CZ">
                <a:ea typeface="+mn-lt"/>
                <a:cs typeface="+mn-lt"/>
              </a:rPr>
              <a:t>TCP – spolehlivý přenos dat </a:t>
            </a:r>
            <a:endParaRPr lang="cs-CZ"/>
          </a:p>
          <a:p>
            <a:r>
              <a:rPr lang="cs-CZ">
                <a:ea typeface="+mn-lt"/>
                <a:cs typeface="+mn-lt"/>
              </a:rPr>
              <a:t>UDP – rychlý přenos dat </a:t>
            </a:r>
            <a:endParaRPr lang="cs-CZ"/>
          </a:p>
          <a:p>
            <a:r>
              <a:rPr lang="cs-CZ">
                <a:ea typeface="+mn-lt"/>
                <a:cs typeface="+mn-lt"/>
              </a:rPr>
              <a:t>IP – adresování zařízení</a:t>
            </a:r>
            <a:endParaRPr lang="cs-CZ"/>
          </a:p>
          <a:p>
            <a:endParaRPr lang="cs-CZ" dirty="0">
              <a:ea typeface="Calibri"/>
              <a:cs typeface="Calibri"/>
            </a:endParaRPr>
          </a:p>
          <a:p>
            <a:endParaRPr lang="cs-CZ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3910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3667AF1-F395-4340-1C71-22F7335F6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Proč jsou sítě rozdělené do vrstev?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6BEAE7B-19E2-78D5-E24D-1932169A0A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>
                <a:ea typeface="+mn-lt"/>
                <a:cs typeface="+mn-lt"/>
              </a:rPr>
              <a:t>Při komunikaci je potřeba vyřešit několik různých úkolů:</a:t>
            </a:r>
          </a:p>
          <a:p>
            <a:r>
              <a:rPr lang="cs-CZ">
                <a:ea typeface="+mn-lt"/>
                <a:cs typeface="+mn-lt"/>
              </a:rPr>
              <a:t>vytvořit zprávu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rozdělit ji na menší části</a:t>
            </a:r>
          </a:p>
          <a:p>
            <a:r>
              <a:rPr lang="cs-CZ">
                <a:ea typeface="+mn-lt"/>
                <a:cs typeface="+mn-lt"/>
              </a:rPr>
              <a:t>přidat adresu příjemce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přenést data kabelem nebo Wi-Fi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zkontrolovat správnost doručení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Řešit vše najednou by bylo velmi složité</a:t>
            </a:r>
          </a:p>
          <a:p>
            <a:r>
              <a:rPr lang="cs-CZ">
                <a:ea typeface="+mn-lt"/>
                <a:cs typeface="+mn-lt"/>
              </a:rPr>
              <a:t>Proto je komunikace rozdělena do vrstev, kde každá vrstva má svůj konkrétní </a:t>
            </a:r>
            <a:r>
              <a:rPr lang="cs-CZ">
                <a:ea typeface="Calibri"/>
                <a:cs typeface="Calibri"/>
              </a:rPr>
              <a:t>úkol</a:t>
            </a:r>
          </a:p>
          <a:p>
            <a:r>
              <a:rPr lang="cs-CZ" b="1">
                <a:ea typeface="Calibri"/>
                <a:cs typeface="Calibri"/>
              </a:rPr>
              <a:t>Lze si to představit jako zaslání dopisu</a:t>
            </a: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534A6737-A813-30BC-F2BC-7495AAD8D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49" r="31646" b="2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295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53B18D4-1D34-A8A9-0839-3714B0353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ISO/OSI model</a:t>
            </a:r>
            <a:endParaRPr lang="cs-CZ"/>
          </a:p>
        </p:txBody>
      </p:sp>
      <p:pic>
        <p:nvPicPr>
          <p:cNvPr id="4" name="Obrázek 3" descr="undefined">
            <a:extLst>
              <a:ext uri="{FF2B5EF4-FFF2-40B4-BE49-F238E27FC236}">
                <a16:creationId xmlns:a16="http://schemas.microsoft.com/office/drawing/2014/main" id="{BD605E88-7864-1AB8-9D89-20A95EB23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13" y="645106"/>
            <a:ext cx="4460584" cy="524774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D4DCCD2-7A5C-274D-8376-F9954AAB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/>
              <a:t>Zjednodušený pohled na nejdůležitější vrstvy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Aplikační vrstva</a:t>
            </a:r>
            <a:r>
              <a:rPr lang="cs-CZ">
                <a:ea typeface="+mn-lt"/>
                <a:cs typeface="+mn-lt"/>
              </a:rPr>
              <a:t> – komunikace programů (např. prohlížeč) 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Transportní vrstva </a:t>
            </a:r>
            <a:r>
              <a:rPr lang="cs-CZ">
                <a:ea typeface="+mn-lt"/>
                <a:cs typeface="+mn-lt"/>
              </a:rPr>
              <a:t>– rozdělení dat a kontrola doručení 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Síťová vrstva</a:t>
            </a:r>
            <a:r>
              <a:rPr lang="cs-CZ">
                <a:ea typeface="+mn-lt"/>
                <a:cs typeface="+mn-lt"/>
              </a:rPr>
              <a:t> – práce s IP adresami 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Linková vrstva </a:t>
            </a:r>
            <a:r>
              <a:rPr lang="cs-CZ">
                <a:ea typeface="+mn-lt"/>
                <a:cs typeface="+mn-lt"/>
              </a:rPr>
              <a:t>– komunikace v lokální síti 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Fyzická vrstva</a:t>
            </a:r>
            <a:r>
              <a:rPr lang="cs-CZ">
                <a:ea typeface="+mn-lt"/>
                <a:cs typeface="+mn-lt"/>
              </a:rPr>
              <a:t> – přenos signálu kabelem nebo vzduchem</a:t>
            </a:r>
            <a:endParaRPr lang="cs-CZ"/>
          </a:p>
          <a:p>
            <a:endParaRPr lang="cs-CZ" sz="1600" dirty="0">
              <a:ea typeface="Calibri"/>
              <a:cs typeface="Calibri"/>
            </a:endParaRPr>
          </a:p>
          <a:p>
            <a:endParaRPr lang="cs-CZ" sz="1600">
              <a:ea typeface="Calibri"/>
              <a:cs typeface="Calibri"/>
            </a:endParaRPr>
          </a:p>
          <a:p>
            <a:endParaRPr lang="cs-CZ" sz="1600"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17666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A74109A-7326-7ED7-54D8-F272D8E6E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TCP/IP</a:t>
            </a:r>
            <a:endParaRPr lang="cs-CZ"/>
          </a:p>
        </p:txBody>
      </p:sp>
      <p:sp>
        <p:nvSpPr>
          <p:cNvPr id="7" name="Zástupný obsah 2">
            <a:extLst>
              <a:ext uri="{FF2B5EF4-FFF2-40B4-BE49-F238E27FC236}">
                <a16:creationId xmlns:a16="http://schemas.microsoft.com/office/drawing/2014/main" id="{75B48A58-D82D-EC8D-8288-DD2C1F205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/>
              <a:t>Zjednodušený model používaný v praxi</a:t>
            </a:r>
            <a:endParaRPr lang="cs-CZ">
              <a:ea typeface="+mn-lt"/>
              <a:cs typeface="+mn-lt"/>
            </a:endParaRPr>
          </a:p>
          <a:p>
            <a:r>
              <a:rPr lang="cs-CZ">
                <a:ea typeface="+mn-lt"/>
                <a:cs typeface="+mn-lt"/>
              </a:rPr>
              <a:t>Internet ve skutečnosti využívá jednodušší model než ISO/OSI</a:t>
            </a:r>
            <a:endParaRPr lang="cs-CZ">
              <a:ea typeface="Calibri"/>
              <a:cs typeface="Calibri"/>
            </a:endParaRPr>
          </a:p>
          <a:p>
            <a:r>
              <a:rPr lang="cs-CZ"/>
              <a:t>4 vrstvy TCP/IP modelu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Application (Aplikační vrstva)</a:t>
            </a:r>
            <a:br>
              <a:rPr lang="cs-CZ" b="1" dirty="0">
                <a:ea typeface="+mn-lt"/>
                <a:cs typeface="+mn-lt"/>
              </a:rPr>
            </a:br>
            <a:r>
              <a:rPr lang="cs-CZ" b="1" dirty="0">
                <a:ea typeface="+mn-lt"/>
                <a:cs typeface="+mn-lt"/>
              </a:rPr>
              <a:t> </a:t>
            </a:r>
            <a:r>
              <a:rPr lang="cs-CZ">
                <a:ea typeface="+mn-lt"/>
                <a:cs typeface="+mn-lt"/>
              </a:rPr>
              <a:t>Programy a služby, které používáme (HTTP, HTTPS, DNS) 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Transport (Transportní vrstva)</a:t>
            </a:r>
            <a:br>
              <a:rPr lang="cs-CZ" b="1" dirty="0">
                <a:ea typeface="+mn-lt"/>
                <a:cs typeface="+mn-lt"/>
              </a:rPr>
            </a:br>
            <a:r>
              <a:rPr lang="cs-CZ" b="1" dirty="0">
                <a:ea typeface="+mn-lt"/>
                <a:cs typeface="+mn-lt"/>
              </a:rPr>
              <a:t> </a:t>
            </a:r>
            <a:r>
              <a:rPr lang="cs-CZ">
                <a:ea typeface="+mn-lt"/>
                <a:cs typeface="+mn-lt"/>
              </a:rPr>
              <a:t>Přenos dat mezi aplikacemi (TCP, UDP)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Internet (Internetová vrstva)</a:t>
            </a:r>
            <a:br>
              <a:rPr lang="cs-CZ" b="1" dirty="0">
                <a:ea typeface="+mn-lt"/>
                <a:cs typeface="+mn-lt"/>
              </a:rPr>
            </a:br>
            <a:r>
              <a:rPr lang="cs-CZ" b="1" dirty="0">
                <a:ea typeface="+mn-lt"/>
                <a:cs typeface="+mn-lt"/>
              </a:rPr>
              <a:t> </a:t>
            </a:r>
            <a:r>
              <a:rPr lang="cs-CZ">
                <a:ea typeface="+mn-lt"/>
                <a:cs typeface="+mn-lt"/>
              </a:rPr>
              <a:t>Adresování a směrování dat (IP)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Network Access (Přístup k síti)</a:t>
            </a:r>
            <a:br>
              <a:rPr lang="cs-CZ" b="1" dirty="0">
                <a:ea typeface="+mn-lt"/>
                <a:cs typeface="+mn-lt"/>
              </a:rPr>
            </a:br>
            <a:r>
              <a:rPr lang="cs-CZ" b="1" dirty="0">
                <a:ea typeface="+mn-lt"/>
                <a:cs typeface="+mn-lt"/>
              </a:rPr>
              <a:t> </a:t>
            </a:r>
            <a:r>
              <a:rPr lang="cs-CZ">
                <a:ea typeface="+mn-lt"/>
                <a:cs typeface="+mn-lt"/>
              </a:rPr>
              <a:t>Přenos dat po kabelu nebo Wi-Fi (Ethernet, Wi-Fi)</a:t>
            </a:r>
            <a:endParaRPr lang="cs-CZ"/>
          </a:p>
          <a:p>
            <a:endParaRPr lang="cs-CZ" sz="1700">
              <a:ea typeface="+mn-lt"/>
              <a:cs typeface="+mn-lt"/>
            </a:endParaRPr>
          </a:p>
        </p:txBody>
      </p:sp>
      <p:pic>
        <p:nvPicPr>
          <p:cNvPr id="8" name="Picture 4" descr="Ethernetové kabely připojené k síťovým rozhraním">
            <a:extLst>
              <a:ext uri="{FF2B5EF4-FFF2-40B4-BE49-F238E27FC236}">
                <a16:creationId xmlns:a16="http://schemas.microsoft.com/office/drawing/2014/main" id="{D788D299-8B82-3493-60CE-21FEC210A4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4" r="9298" b="5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740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36BF6F5-B1B9-A9E3-CF8E-00FC8C83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TCP vs UDP</a:t>
            </a:r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71BBE7C-7868-A7A8-4104-A02E37AEF0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64496" cy="2011413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 sz="2800" b="1"/>
              <a:t>TCP</a:t>
            </a:r>
            <a:r>
              <a:rPr lang="cs-CZ" sz="2800"/>
              <a:t> – spolehlivý přenos</a:t>
            </a:r>
            <a:endParaRPr lang="cs-CZ" sz="2800">
              <a:ea typeface="Calibri"/>
              <a:cs typeface="Calibri"/>
            </a:endParaRPr>
          </a:p>
          <a:p>
            <a:r>
              <a:rPr lang="cs-CZ" sz="2800">
                <a:ea typeface="+mn-lt"/>
                <a:cs typeface="+mn-lt"/>
              </a:rPr>
              <a:t>potvrzuje doručení dat</a:t>
            </a:r>
          </a:p>
          <a:p>
            <a:r>
              <a:rPr lang="cs-CZ" sz="2800">
                <a:ea typeface="+mn-lt"/>
                <a:cs typeface="+mn-lt"/>
              </a:rPr>
              <a:t>hlídá správné pořadí</a:t>
            </a:r>
          </a:p>
          <a:p>
            <a:r>
              <a:rPr lang="cs-CZ" sz="2800">
                <a:ea typeface="+mn-lt"/>
                <a:cs typeface="+mn-lt"/>
              </a:rPr>
              <a:t>znovu posílá ztracené části</a:t>
            </a:r>
          </a:p>
          <a:p>
            <a:endParaRPr lang="cs-CZ" dirty="0">
              <a:ea typeface="Calibri"/>
              <a:cs typeface="Calibri"/>
            </a:endParaRPr>
          </a:p>
          <a:p>
            <a:endParaRPr lang="cs-CZ" i="1" dirty="0">
              <a:solidFill>
                <a:srgbClr val="404040"/>
              </a:solidFill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5" name="Zástupný obsah 4">
            <a:extLst>
              <a:ext uri="{FF2B5EF4-FFF2-40B4-BE49-F238E27FC236}">
                <a16:creationId xmlns:a16="http://schemas.microsoft.com/office/drawing/2014/main" id="{3A0B7AE3-4E42-8D05-D52B-92F85C6C89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2004729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 sz="2800" b="1">
                <a:ea typeface="Calibri"/>
                <a:cs typeface="Calibri"/>
              </a:rPr>
              <a:t>UDP</a:t>
            </a:r>
            <a:r>
              <a:rPr lang="cs-CZ" sz="2800">
                <a:ea typeface="Calibri"/>
                <a:cs typeface="Calibri"/>
              </a:rPr>
              <a:t> – rychlý přenos</a:t>
            </a:r>
            <a:endParaRPr lang="en-US" sz="280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2800">
                <a:ea typeface="Calibri"/>
                <a:cs typeface="Calibri"/>
              </a:rPr>
              <a:t>nepotvrzuje doručení</a:t>
            </a:r>
            <a:endParaRPr lang="cs-CZ" sz="280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2800">
                <a:ea typeface="Calibri"/>
                <a:cs typeface="Calibri"/>
              </a:rPr>
              <a:t>neřeší pořadí</a:t>
            </a:r>
            <a:endParaRPr lang="en-US" sz="280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2800">
                <a:ea typeface="Calibri"/>
                <a:cs typeface="Calibri"/>
              </a:rPr>
              <a:t>klade důraz na rychlost</a:t>
            </a:r>
            <a:endParaRPr lang="cs-CZ">
              <a:ea typeface="Calibri" panose="020F0502020204030204"/>
              <a:cs typeface="Calibri" panose="020F0502020204030204"/>
            </a:endParaRPr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920E4D7E-1977-5416-6DCE-3534FA685987}"/>
              </a:ext>
            </a:extLst>
          </p:cNvPr>
          <p:cNvSpPr txBox="1"/>
          <p:nvPr/>
        </p:nvSpPr>
        <p:spPr>
          <a:xfrm>
            <a:off x="1209842" y="4852736"/>
            <a:ext cx="983915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 sz="2400" i="1">
                <a:solidFill>
                  <a:srgbClr val="000000"/>
                </a:solidFill>
                <a:ea typeface="Calibri"/>
                <a:cs typeface="Calibri"/>
              </a:rPr>
              <a:t>Kdy by nevadilo, kdyby se ztratilo několik dat a kdy by to bylo nepřijatelné?</a:t>
            </a:r>
            <a:endParaRPr lang="cs-CZ" sz="2400" i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28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06048B0-70FD-05E0-55BA-EFCBD70AA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Zapouzdření dat</a:t>
            </a:r>
            <a:endParaRPr lang="cs-CZ"/>
          </a:p>
        </p:txBody>
      </p:sp>
      <p:pic>
        <p:nvPicPr>
          <p:cNvPr id="5" name="Obrázek 4" descr="undefined">
            <a:extLst>
              <a:ext uri="{FF2B5EF4-FFF2-40B4-BE49-F238E27FC236}">
                <a16:creationId xmlns:a16="http://schemas.microsoft.com/office/drawing/2014/main" id="{503DCDC5-48C0-351C-DFEF-6C42B311F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45266"/>
            <a:ext cx="6909801" cy="3904036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67A2BAD-C52A-5529-BCBC-9C5ECE33F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>
                <a:ea typeface="Calibri"/>
                <a:cs typeface="Calibri"/>
              </a:rPr>
              <a:t>Data se postupně zabalují, jak prochází jednotlivými vrstvami</a:t>
            </a:r>
            <a:endParaRPr lang="cs-CZ"/>
          </a:p>
          <a:p>
            <a:r>
              <a:rPr lang="cs-CZ">
                <a:ea typeface="+mn-lt"/>
                <a:cs typeface="+mn-lt"/>
              </a:rPr>
              <a:t>Každá vrstva přidává informace potřebné pro přenost</a:t>
            </a:r>
            <a:endParaRPr lang="cs-CZ" dirty="0">
              <a:ea typeface="+mn-lt"/>
              <a:cs typeface="+mn-lt"/>
            </a:endParaRPr>
          </a:p>
          <a:p>
            <a:r>
              <a:rPr lang="cs-CZ">
                <a:ea typeface="+mn-lt"/>
                <a:cs typeface="+mn-lt"/>
              </a:rPr>
              <a:t>Data -&gt; Segment -&gt; Paket -&gt; Rámec -&gt; Bity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Calibri" panose="020F0502020204030204"/>
                <a:cs typeface="Calibri" panose="020F0502020204030204"/>
              </a:rPr>
              <a:t>Na stráně příjemce probíhá obrácený proces "rozbalování"</a:t>
            </a:r>
            <a:endParaRPr lang="cs-CZ" dirty="0">
              <a:ea typeface="Calibri"/>
              <a:cs typeface="Calibri"/>
            </a:endParaRPr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54844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61D130-263F-C76E-4970-321FC41F5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>
                <a:ea typeface="Calibri Light"/>
                <a:cs typeface="Calibri Light"/>
              </a:rPr>
              <a:t>Příklady protokolů</a:t>
            </a:r>
            <a:endParaRPr lang="cs-CZ"/>
          </a:p>
        </p:txBody>
      </p:sp>
      <p:graphicFrame>
        <p:nvGraphicFramePr>
          <p:cNvPr id="5" name="Zástupný obsah 4">
            <a:extLst>
              <a:ext uri="{FF2B5EF4-FFF2-40B4-BE49-F238E27FC236}">
                <a16:creationId xmlns:a16="http://schemas.microsoft.com/office/drawing/2014/main" id="{9A7A291D-1F3E-7ABB-C886-A1F9BDA02F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036198"/>
              </p:ext>
            </p:extLst>
          </p:nvPr>
        </p:nvGraphicFramePr>
        <p:xfrm>
          <a:off x="1042736" y="1844842"/>
          <a:ext cx="10109200" cy="34747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985135">
                  <a:extLst>
                    <a:ext uri="{9D8B030D-6E8A-4147-A177-3AD203B41FA5}">
                      <a16:colId xmlns:a16="http://schemas.microsoft.com/office/drawing/2014/main" val="2525128971"/>
                    </a:ext>
                  </a:extLst>
                </a:gridCol>
                <a:gridCol w="5124065">
                  <a:extLst>
                    <a:ext uri="{9D8B030D-6E8A-4147-A177-3AD203B41FA5}">
                      <a16:colId xmlns:a16="http://schemas.microsoft.com/office/drawing/2014/main" val="9383732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Situace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Protokol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8765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Webové stránky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HTTP / HTTPS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9530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Překlad názvu na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DNS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588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E-mail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SMTP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4293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Videohovor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UDP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7897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Přenos souborů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3200"/>
                        <a:t>FTP / SFTP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4502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3400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289CD-8AAC-3A85-BD30-BF2AA73C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CFC81E4-3CAF-8DBD-7390-519686D8B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Druhý klik v prohlížeči</a:t>
            </a:r>
            <a:endParaRPr lang="cs-CZ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70ED97EF-574A-F0AF-2111-8337C3F95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Calibri"/>
                <a:cs typeface="Calibri"/>
              </a:rPr>
              <a:t>Co se stane, když v prohlížeči zadáte </a:t>
            </a:r>
            <a:r>
              <a:rPr lang="cs-CZ" b="1" dirty="0">
                <a:ea typeface="Calibri"/>
                <a:cs typeface="Calibri"/>
                <a:hlinkClick r:id="rId2"/>
              </a:rPr>
              <a:t>www.seznam.cz</a:t>
            </a:r>
            <a:r>
              <a:rPr lang="cs-CZ">
                <a:ea typeface="Calibri"/>
                <a:cs typeface="Calibri"/>
              </a:rPr>
              <a:t>?</a:t>
            </a:r>
          </a:p>
          <a:p>
            <a:r>
              <a:rPr lang="cs-CZ">
                <a:ea typeface="+mn-lt"/>
                <a:cs typeface="+mn-lt"/>
              </a:rPr>
              <a:t>Prohlížeč vytvoří HTTP požadavek</a:t>
            </a:r>
            <a:endParaRPr lang="cs-CZ" dirty="0">
              <a:ea typeface="+mn-lt"/>
              <a:cs typeface="+mn-lt"/>
            </a:endParaRPr>
          </a:p>
          <a:p>
            <a:r>
              <a:rPr lang="cs-CZ">
                <a:ea typeface="+mn-lt"/>
                <a:cs typeface="+mn-lt"/>
              </a:rPr>
              <a:t>DNS zjistí IP adresu serveru</a:t>
            </a:r>
          </a:p>
          <a:p>
            <a:r>
              <a:rPr lang="cs-CZ">
                <a:ea typeface="+mn-lt"/>
                <a:cs typeface="+mn-lt"/>
              </a:rPr>
              <a:t>TCP rozdělí data a zajistí spolehlivý přenos</a:t>
            </a:r>
            <a:endParaRPr lang="cs-CZ"/>
          </a:p>
          <a:p>
            <a:r>
              <a:rPr lang="cs-CZ">
                <a:ea typeface="+mn-lt"/>
                <a:cs typeface="+mn-lt"/>
              </a:rPr>
              <a:t>IP přidá adresu cílového serveru</a:t>
            </a:r>
            <a:endParaRPr lang="cs-CZ"/>
          </a:p>
          <a:p>
            <a:r>
              <a:rPr lang="cs-CZ">
                <a:ea typeface="+mn-lt"/>
                <a:cs typeface="+mn-lt"/>
              </a:rPr>
              <a:t>Ethernet nebo Wi-Fi vytvoří rámec</a:t>
            </a:r>
            <a:endParaRPr lang="cs-CZ"/>
          </a:p>
          <a:p>
            <a:r>
              <a:rPr lang="cs-CZ">
                <a:ea typeface="+mn-lt"/>
                <a:cs typeface="+mn-lt"/>
              </a:rPr>
              <a:t>Data jsou odeslána jako bity</a:t>
            </a:r>
            <a:endParaRPr lang="cs-CZ"/>
          </a:p>
          <a:p>
            <a:r>
              <a:rPr lang="cs-CZ">
                <a:ea typeface="+mn-lt"/>
                <a:cs typeface="+mn-lt"/>
              </a:rPr>
              <a:t>Server požadavek zpracuje a odešle odpověď</a:t>
            </a:r>
            <a:endParaRPr lang="cs-CZ"/>
          </a:p>
          <a:p>
            <a:r>
              <a:rPr lang="cs-CZ">
                <a:ea typeface="+mn-lt"/>
                <a:cs typeface="+mn-lt"/>
              </a:rPr>
              <a:t>Prohlížeč zobrazí webovou stránku</a:t>
            </a:r>
            <a:endParaRPr lang="cs-CZ"/>
          </a:p>
          <a:p>
            <a:endParaRPr lang="cs-CZ" dirty="0">
              <a:ea typeface="+mn-lt"/>
              <a:cs typeface="+mn-lt"/>
            </a:endParaRPr>
          </a:p>
          <a:p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pic>
        <p:nvPicPr>
          <p:cNvPr id="7" name="Zástupný obsah 3" descr="Dog Sniffing Sticker by Seznam.cz">
            <a:extLst>
              <a:ext uri="{FF2B5EF4-FFF2-40B4-BE49-F238E27FC236}">
                <a16:creationId xmlns:a16="http://schemas.microsoft.com/office/drawing/2014/main" id="{57538E63-CA6D-2388-8D74-D92483AD2F19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16254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360afebd84136be89cf7ed5911c04be8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520b6e59c8e59b4daf6c7654b04c196b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3eb61919-e7f8-4a11-8db4-9145fbd21da9"/>
  </ds:schemaRefs>
</ds:datastoreItem>
</file>

<file path=customXml/itemProps2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A62961-BBE3-4503-9633-1B961F9182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10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10</vt:i4>
      </vt:variant>
    </vt:vector>
  </HeadingPairs>
  <TitlesOfParts>
    <vt:vector size="11" baseType="lpstr">
      <vt:lpstr>Retrospect</vt:lpstr>
      <vt:lpstr>Síťové protokoly a komunikace v síti</vt:lpstr>
      <vt:lpstr>První klik v prohlížeči</vt:lpstr>
      <vt:lpstr>Protokol</vt:lpstr>
      <vt:lpstr>Proč jsou sítě rozdělené do vrstev?</vt:lpstr>
      <vt:lpstr>ISO/OSI model</vt:lpstr>
      <vt:lpstr>TCP/IP</vt:lpstr>
      <vt:lpstr>TCP vs UDP</vt:lpstr>
      <vt:lpstr>Zapouzdření dat</vt:lpstr>
      <vt:lpstr>Příklady protokolů</vt:lpstr>
      <vt:lpstr>Druhý klik v prohlížeči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628</cp:revision>
  <dcterms:created xsi:type="dcterms:W3CDTF">2025-10-12T16:48:06Z</dcterms:created>
  <dcterms:modified xsi:type="dcterms:W3CDTF">2026-05-11T05:52:26Z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