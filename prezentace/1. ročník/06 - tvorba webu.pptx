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C793BD-EBA0-47C4-81EE-C1B345EE8EE1}" v="684" dt="2025-12-03T06:07:47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FCC793BD-EBA0-47C4-81EE-C1B345EE8EE1}"/>
    <pc:docChg chg="addSld delSld modSld">
      <pc:chgData name="Sládeček David" userId="S::sladecek@hradebni.cz::474d93f0-3a32-49cc-b837-47806091b590" providerId="AD" clId="Web-{FCC793BD-EBA0-47C4-81EE-C1B345EE8EE1}" dt="2025-12-03T06:07:47.564" v="672" actId="20577"/>
      <pc:docMkLst>
        <pc:docMk/>
      </pc:docMkLst>
      <pc:sldChg chg="addSp delSp modSp mod setBg modClrScheme chgLayout">
        <pc:chgData name="Sládeček David" userId="S::sladecek@hradebni.cz::474d93f0-3a32-49cc-b837-47806091b590" providerId="AD" clId="Web-{FCC793BD-EBA0-47C4-81EE-C1B345EE8EE1}" dt="2025-12-03T05:24:01.096" v="120" actId="20577"/>
        <pc:sldMkLst>
          <pc:docMk/>
          <pc:sldMk cId="0" sldId="257"/>
        </pc:sldMkLst>
        <pc:spChg chg="mod">
          <ac:chgData name="Sládeček David" userId="S::sladecek@hradebni.cz::474d93f0-3a32-49cc-b837-47806091b590" providerId="AD" clId="Web-{FCC793BD-EBA0-47C4-81EE-C1B345EE8EE1}" dt="2025-12-03T05:23:09.580" v="101"/>
          <ac:spMkLst>
            <pc:docMk/>
            <pc:sldMk cId="0" sldId="257"/>
            <ac:spMk id="99" creationId="{00000000-0000-0000-0000-000000000000}"/>
          </ac:spMkLst>
        </pc:spChg>
        <pc:spChg chg="add del mod">
          <ac:chgData name="Sládeček David" userId="S::sladecek@hradebni.cz::474d93f0-3a32-49cc-b837-47806091b590" providerId="AD" clId="Web-{FCC793BD-EBA0-47C4-81EE-C1B345EE8EE1}" dt="2025-12-03T05:23:00.174" v="97"/>
          <ac:spMkLst>
            <pc:docMk/>
            <pc:sldMk cId="0" sldId="257"/>
            <ac:spMk id="101" creationId="{00000000-0000-0000-0000-000000000000}"/>
          </ac:spMkLst>
        </pc:spChg>
        <pc:spChg chg="add del mod">
          <ac:chgData name="Sládeček David" userId="S::sladecek@hradebni.cz::474d93f0-3a32-49cc-b837-47806091b590" providerId="AD" clId="Web-{FCC793BD-EBA0-47C4-81EE-C1B345EE8EE1}" dt="2025-12-03T05:23:00.174" v="97"/>
          <ac:spMkLst>
            <pc:docMk/>
            <pc:sldMk cId="0" sldId="257"/>
            <ac:spMk id="106" creationId="{6CF249A8-0FCD-1EA6-1CF1-3B4EEEA1A9E8}"/>
          </ac:spMkLst>
        </pc:spChg>
        <pc:picChg chg="add del mod">
          <ac:chgData name="Sládeček David" userId="S::sladecek@hradebni.cz::474d93f0-3a32-49cc-b837-47806091b590" providerId="AD" clId="Web-{FCC793BD-EBA0-47C4-81EE-C1B345EE8EE1}" dt="2025-12-03T05:23:10.174" v="103"/>
          <ac:picMkLst>
            <pc:docMk/>
            <pc:sldMk cId="0" sldId="257"/>
            <ac:picMk id="2" creationId="{4816B95B-D1E5-07E9-E22D-13AF11DEE50A}"/>
          </ac:picMkLst>
        </pc:picChg>
        <pc:picChg chg="add mod">
          <ac:chgData name="Sládeček David" userId="S::sladecek@hradebni.cz::474d93f0-3a32-49cc-b837-47806091b590" providerId="AD" clId="Web-{FCC793BD-EBA0-47C4-81EE-C1B345EE8EE1}" dt="2025-12-03T05:23:37.612" v="110" actId="1076"/>
          <ac:picMkLst>
            <pc:docMk/>
            <pc:sldMk cId="0" sldId="257"/>
            <ac:picMk id="3" creationId="{81045F52-EA8A-4810-EFF2-0975DB140701}"/>
          </ac:picMkLst>
        </pc:picChg>
        <pc:picChg chg="del">
          <ac:chgData name="Sládeček David" userId="S::sladecek@hradebni.cz::474d93f0-3a32-49cc-b837-47806091b590" providerId="AD" clId="Web-{FCC793BD-EBA0-47C4-81EE-C1B345EE8EE1}" dt="2025-12-03T05:19:31.796" v="0"/>
          <ac:picMkLst>
            <pc:docMk/>
            <pc:sldMk cId="0" sldId="257"/>
            <ac:picMk id="100" creationId="{00000000-0000-0000-0000-000000000000}"/>
          </ac:picMkLst>
        </pc:picChg>
      </pc:sldChg>
      <pc:sldChg chg="delSp del">
        <pc:chgData name="Sládeček David" userId="S::sladecek@hradebni.cz::474d93f0-3a32-49cc-b837-47806091b590" providerId="AD" clId="Web-{FCC793BD-EBA0-47C4-81EE-C1B345EE8EE1}" dt="2025-12-03T05:19:43.843" v="10"/>
        <pc:sldMkLst>
          <pc:docMk/>
          <pc:sldMk cId="0" sldId="258"/>
        </pc:sldMkLst>
        <pc:picChg chg="del">
          <ac:chgData name="Sládeček David" userId="S::sladecek@hradebni.cz::474d93f0-3a32-49cc-b837-47806091b590" providerId="AD" clId="Web-{FCC793BD-EBA0-47C4-81EE-C1B345EE8EE1}" dt="2025-12-03T05:19:33.218" v="1"/>
          <ac:picMkLst>
            <pc:docMk/>
            <pc:sldMk cId="0" sldId="258"/>
            <ac:picMk id="104" creationId="{00000000-0000-0000-0000-000000000000}"/>
          </ac:picMkLst>
        </pc:picChg>
      </pc:sldChg>
      <pc:sldChg chg="addSp delSp modSp new">
        <pc:chgData name="Sládeček David" userId="S::sladecek@hradebni.cz::474d93f0-3a32-49cc-b837-47806091b590" providerId="AD" clId="Web-{FCC793BD-EBA0-47C4-81EE-C1B345EE8EE1}" dt="2025-12-03T05:34:06.840" v="397" actId="20577"/>
        <pc:sldMkLst>
          <pc:docMk/>
          <pc:sldMk cId="3284753241" sldId="258"/>
        </pc:sldMkLst>
        <pc:spChg chg="mod">
          <ac:chgData name="Sládeček David" userId="S::sladecek@hradebni.cz::474d93f0-3a32-49cc-b837-47806091b590" providerId="AD" clId="Web-{FCC793BD-EBA0-47C4-81EE-C1B345EE8EE1}" dt="2025-12-03T05:29:20.939" v="268" actId="20577"/>
          <ac:spMkLst>
            <pc:docMk/>
            <pc:sldMk cId="3284753241" sldId="258"/>
            <ac:spMk id="2" creationId="{EB05ED29-D26E-DF8A-78B5-3572954D01CD}"/>
          </ac:spMkLst>
        </pc:spChg>
        <pc:spChg chg="mod">
          <ac:chgData name="Sládeček David" userId="S::sladecek@hradebni.cz::474d93f0-3a32-49cc-b837-47806091b590" providerId="AD" clId="Web-{FCC793BD-EBA0-47C4-81EE-C1B345EE8EE1}" dt="2025-12-03T05:34:06.840" v="397" actId="20577"/>
          <ac:spMkLst>
            <pc:docMk/>
            <pc:sldMk cId="3284753241" sldId="258"/>
            <ac:spMk id="3" creationId="{DDD038B0-E4F9-FBFB-EB3C-2C4ACF6E1B41}"/>
          </ac:spMkLst>
        </pc:spChg>
        <pc:picChg chg="add del mod">
          <ac:chgData name="Sládeček David" userId="S::sladecek@hradebni.cz::474d93f0-3a32-49cc-b837-47806091b590" providerId="AD" clId="Web-{FCC793BD-EBA0-47C4-81EE-C1B345EE8EE1}" dt="2025-12-03T05:24:53.445" v="136"/>
          <ac:picMkLst>
            <pc:docMk/>
            <pc:sldMk cId="3284753241" sldId="258"/>
            <ac:picMk id="4" creationId="{229EA368-707F-83D6-5328-E96C94E3B704}"/>
          </ac:picMkLst>
        </pc:picChg>
        <pc:picChg chg="add mod">
          <ac:chgData name="Sládeček David" userId="S::sladecek@hradebni.cz::474d93f0-3a32-49cc-b837-47806091b590" providerId="AD" clId="Web-{FCC793BD-EBA0-47C4-81EE-C1B345EE8EE1}" dt="2025-12-03T05:29:02.312" v="266" actId="1076"/>
          <ac:picMkLst>
            <pc:docMk/>
            <pc:sldMk cId="3284753241" sldId="258"/>
            <ac:picMk id="5" creationId="{430ABEB4-AEAC-D30E-6D6F-DC0E9B86ED81}"/>
          </ac:picMkLst>
        </pc:picChg>
      </pc:sldChg>
      <pc:sldChg chg="delSp del">
        <pc:chgData name="Sládeček David" userId="S::sladecek@hradebni.cz::474d93f0-3a32-49cc-b837-47806091b590" providerId="AD" clId="Web-{FCC793BD-EBA0-47C4-81EE-C1B345EE8EE1}" dt="2025-12-03T05:19:43.843" v="9"/>
        <pc:sldMkLst>
          <pc:docMk/>
          <pc:sldMk cId="0" sldId="259"/>
        </pc:sldMkLst>
        <pc:picChg chg="del">
          <ac:chgData name="Sládeček David" userId="S::sladecek@hradebni.cz::474d93f0-3a32-49cc-b837-47806091b590" providerId="AD" clId="Web-{FCC793BD-EBA0-47C4-81EE-C1B345EE8EE1}" dt="2025-12-03T05:19:34.671" v="2"/>
          <ac:picMkLst>
            <pc:docMk/>
            <pc:sldMk cId="0" sldId="259"/>
            <ac:picMk id="107" creationId="{00000000-0000-0000-0000-000000000000}"/>
          </ac:picMkLst>
        </pc:picChg>
      </pc:sldChg>
      <pc:sldChg chg="addSp modSp new">
        <pc:chgData name="Sládeček David" userId="S::sladecek@hradebni.cz::474d93f0-3a32-49cc-b837-47806091b590" providerId="AD" clId="Web-{FCC793BD-EBA0-47C4-81EE-C1B345EE8EE1}" dt="2025-12-03T06:07:42.095" v="671" actId="20577"/>
        <pc:sldMkLst>
          <pc:docMk/>
          <pc:sldMk cId="1429144306" sldId="259"/>
        </pc:sldMkLst>
        <pc:spChg chg="mod">
          <ac:chgData name="Sládeček David" userId="S::sladecek@hradebni.cz::474d93f0-3a32-49cc-b837-47806091b590" providerId="AD" clId="Web-{FCC793BD-EBA0-47C4-81EE-C1B345EE8EE1}" dt="2025-12-03T06:07:42.095" v="671" actId="20577"/>
          <ac:spMkLst>
            <pc:docMk/>
            <pc:sldMk cId="1429144306" sldId="259"/>
            <ac:spMk id="2" creationId="{AFDC5D58-A1FA-7AE0-135F-60A18B7508B7}"/>
          </ac:spMkLst>
        </pc:spChg>
        <pc:spChg chg="mod">
          <ac:chgData name="Sládeček David" userId="S::sladecek@hradebni.cz::474d93f0-3a32-49cc-b837-47806091b590" providerId="AD" clId="Web-{FCC793BD-EBA0-47C4-81EE-C1B345EE8EE1}" dt="2025-12-03T05:34:55.764" v="409" actId="20577"/>
          <ac:spMkLst>
            <pc:docMk/>
            <pc:sldMk cId="1429144306" sldId="259"/>
            <ac:spMk id="3" creationId="{BDB3E9AF-C82D-9545-2866-558B143C03D5}"/>
          </ac:spMkLst>
        </pc:spChg>
        <pc:picChg chg="add mod">
          <ac:chgData name="Sládeček David" userId="S::sladecek@hradebni.cz::474d93f0-3a32-49cc-b837-47806091b590" providerId="AD" clId="Web-{FCC793BD-EBA0-47C4-81EE-C1B345EE8EE1}" dt="2025-12-03T05:34:23.903" v="403" actId="1076"/>
          <ac:picMkLst>
            <pc:docMk/>
            <pc:sldMk cId="1429144306" sldId="259"/>
            <ac:picMk id="5" creationId="{19C2481D-585C-729C-7455-0857D0C630F3}"/>
          </ac:picMkLst>
        </pc:picChg>
      </pc:sldChg>
      <pc:sldChg chg="delSp del">
        <pc:chgData name="Sládeček David" userId="S::sladecek@hradebni.cz::474d93f0-3a32-49cc-b837-47806091b590" providerId="AD" clId="Web-{FCC793BD-EBA0-47C4-81EE-C1B345EE8EE1}" dt="2025-12-03T05:19:43.843" v="8"/>
        <pc:sldMkLst>
          <pc:docMk/>
          <pc:sldMk cId="0" sldId="260"/>
        </pc:sldMkLst>
        <pc:picChg chg="del">
          <ac:chgData name="Sládeček David" userId="S::sladecek@hradebni.cz::474d93f0-3a32-49cc-b837-47806091b590" providerId="AD" clId="Web-{FCC793BD-EBA0-47C4-81EE-C1B345EE8EE1}" dt="2025-12-03T05:19:36.687" v="3"/>
          <ac:picMkLst>
            <pc:docMk/>
            <pc:sldMk cId="0" sldId="260"/>
            <ac:picMk id="110" creationId="{00000000-0000-0000-0000-000000000000}"/>
          </ac:picMkLst>
        </pc:picChg>
      </pc:sldChg>
      <pc:sldChg chg="addSp modSp new">
        <pc:chgData name="Sládeček David" userId="S::sladecek@hradebni.cz::474d93f0-3a32-49cc-b837-47806091b590" providerId="AD" clId="Web-{FCC793BD-EBA0-47C4-81EE-C1B345EE8EE1}" dt="2025-12-03T06:07:47.564" v="672" actId="20577"/>
        <pc:sldMkLst>
          <pc:docMk/>
          <pc:sldMk cId="3027154479" sldId="260"/>
        </pc:sldMkLst>
        <pc:spChg chg="mod">
          <ac:chgData name="Sládeček David" userId="S::sladecek@hradebni.cz::474d93f0-3a32-49cc-b837-47806091b590" providerId="AD" clId="Web-{FCC793BD-EBA0-47C4-81EE-C1B345EE8EE1}" dt="2025-12-03T06:07:47.564" v="672" actId="20577"/>
          <ac:spMkLst>
            <pc:docMk/>
            <pc:sldMk cId="3027154479" sldId="260"/>
            <ac:spMk id="2" creationId="{8F87BD9D-326B-8912-84C1-B04EE852AC98}"/>
          </ac:spMkLst>
        </pc:spChg>
        <pc:spChg chg="mod">
          <ac:chgData name="Sládeček David" userId="S::sladecek@hradebni.cz::474d93f0-3a32-49cc-b837-47806091b590" providerId="AD" clId="Web-{FCC793BD-EBA0-47C4-81EE-C1B345EE8EE1}" dt="2025-12-03T05:41:31.479" v="599" actId="20577"/>
          <ac:spMkLst>
            <pc:docMk/>
            <pc:sldMk cId="3027154479" sldId="260"/>
            <ac:spMk id="3" creationId="{01682D07-607F-DAEE-E82F-56977D80D057}"/>
          </ac:spMkLst>
        </pc:spChg>
        <pc:picChg chg="add mod">
          <ac:chgData name="Sládeček David" userId="S::sladecek@hradebni.cz::474d93f0-3a32-49cc-b837-47806091b590" providerId="AD" clId="Web-{FCC793BD-EBA0-47C4-81EE-C1B345EE8EE1}" dt="2025-12-03T05:40:12.554" v="597" actId="1076"/>
          <ac:picMkLst>
            <pc:docMk/>
            <pc:sldMk cId="3027154479" sldId="260"/>
            <ac:picMk id="4" creationId="{CF6D85F4-4B78-0DB6-4879-338AD9CE69BD}"/>
          </ac:picMkLst>
        </pc:picChg>
      </pc:sldChg>
      <pc:sldChg chg="delSp del">
        <pc:chgData name="Sládeček David" userId="S::sladecek@hradebni.cz::474d93f0-3a32-49cc-b837-47806091b590" providerId="AD" clId="Web-{FCC793BD-EBA0-47C4-81EE-C1B345EE8EE1}" dt="2025-12-03T05:19:43.843" v="7"/>
        <pc:sldMkLst>
          <pc:docMk/>
          <pc:sldMk cId="0" sldId="261"/>
        </pc:sldMkLst>
        <pc:picChg chg="del">
          <ac:chgData name="Sládeček David" userId="S::sladecek@hradebni.cz::474d93f0-3a32-49cc-b837-47806091b590" providerId="AD" clId="Web-{FCC793BD-EBA0-47C4-81EE-C1B345EE8EE1}" dt="2025-12-03T05:19:38.359" v="4"/>
          <ac:picMkLst>
            <pc:docMk/>
            <pc:sldMk cId="0" sldId="261"/>
            <ac:picMk id="113" creationId="{00000000-0000-0000-0000-000000000000}"/>
          </ac:picMkLst>
        </pc:picChg>
      </pc:sldChg>
      <pc:sldChg chg="addSp delSp modSp new mod modClrScheme chgLayout">
        <pc:chgData name="Sládeček David" userId="S::sladecek@hradebni.cz::474d93f0-3a32-49cc-b837-47806091b590" providerId="AD" clId="Web-{FCC793BD-EBA0-47C4-81EE-C1B345EE8EE1}" dt="2025-12-03T06:07:10.954" v="668" actId="14100"/>
        <pc:sldMkLst>
          <pc:docMk/>
          <pc:sldMk cId="2691622078" sldId="261"/>
        </pc:sldMkLst>
        <pc:spChg chg="del mod ord">
          <ac:chgData name="Sládeček David" userId="S::sladecek@hradebni.cz::474d93f0-3a32-49cc-b837-47806091b590" providerId="AD" clId="Web-{FCC793BD-EBA0-47C4-81EE-C1B345EE8EE1}" dt="2025-12-03T06:05:52.153" v="645"/>
          <ac:spMkLst>
            <pc:docMk/>
            <pc:sldMk cId="2691622078" sldId="261"/>
            <ac:spMk id="2" creationId="{11D951F7-1FF7-A16C-C01D-41DE17A1A76C}"/>
          </ac:spMkLst>
        </pc:spChg>
        <pc:spChg chg="del mod">
          <ac:chgData name="Sládeček David" userId="S::sladecek@hradebni.cz::474d93f0-3a32-49cc-b837-47806091b590" providerId="AD" clId="Web-{FCC793BD-EBA0-47C4-81EE-C1B345EE8EE1}" dt="2025-12-03T06:04:23.566" v="627"/>
          <ac:spMkLst>
            <pc:docMk/>
            <pc:sldMk cId="2691622078" sldId="261"/>
            <ac:spMk id="3" creationId="{AEC95AEF-03D6-F299-CFB5-10E803C222A8}"/>
          </ac:spMkLst>
        </pc:spChg>
        <pc:spChg chg="add del mod">
          <ac:chgData name="Sládeček David" userId="S::sladecek@hradebni.cz::474d93f0-3a32-49cc-b837-47806091b590" providerId="AD" clId="Web-{FCC793BD-EBA0-47C4-81EE-C1B345EE8EE1}" dt="2025-12-03T06:01:32.490" v="612"/>
          <ac:spMkLst>
            <pc:docMk/>
            <pc:sldMk cId="2691622078" sldId="261"/>
            <ac:spMk id="4" creationId="{F8200D17-F00B-D38E-34AF-8C70B74B2947}"/>
          </ac:spMkLst>
        </pc:spChg>
        <pc:spChg chg="add del">
          <ac:chgData name="Sládeček David" userId="S::sladecek@hradebni.cz::474d93f0-3a32-49cc-b837-47806091b590" providerId="AD" clId="Web-{FCC793BD-EBA0-47C4-81EE-C1B345EE8EE1}" dt="2025-12-03T06:06:55.203" v="665"/>
          <ac:spMkLst>
            <pc:docMk/>
            <pc:sldMk cId="2691622078" sldId="261"/>
            <ac:spMk id="9" creationId="{DEA5F193-F044-4424-11BF-417894E228B3}"/>
          </ac:spMkLst>
        </pc:spChg>
        <pc:spChg chg="add mod">
          <ac:chgData name="Sládeček David" userId="S::sladecek@hradebni.cz::474d93f0-3a32-49cc-b837-47806091b590" providerId="AD" clId="Web-{FCC793BD-EBA0-47C4-81EE-C1B345EE8EE1}" dt="2025-12-03T06:07:10.954" v="668" actId="14100"/>
          <ac:spMkLst>
            <pc:docMk/>
            <pc:sldMk cId="2691622078" sldId="261"/>
            <ac:spMk id="10" creationId="{1ACC55EB-D5A3-A5C5-A4EC-3174B6B443AD}"/>
          </ac:spMkLst>
        </pc:spChg>
        <pc:picChg chg="add del mod ord">
          <ac:chgData name="Sládeček David" userId="S::sladecek@hradebni.cz::474d93f0-3a32-49cc-b837-47806091b590" providerId="AD" clId="Web-{FCC793BD-EBA0-47C4-81EE-C1B345EE8EE1}" dt="2025-12-03T06:01:20.145" v="610"/>
          <ac:picMkLst>
            <pc:docMk/>
            <pc:sldMk cId="2691622078" sldId="261"/>
            <ac:picMk id="5" creationId="{A3054FD2-78C1-3E1D-C974-EFA7FBE1C374}"/>
          </ac:picMkLst>
        </pc:picChg>
        <pc:picChg chg="add mod">
          <ac:chgData name="Sládeček David" userId="S::sladecek@hradebni.cz::474d93f0-3a32-49cc-b837-47806091b590" providerId="AD" clId="Web-{FCC793BD-EBA0-47C4-81EE-C1B345EE8EE1}" dt="2025-12-03T06:06:38.984" v="662" actId="1076"/>
          <ac:picMkLst>
            <pc:docMk/>
            <pc:sldMk cId="2691622078" sldId="261"/>
            <ac:picMk id="6" creationId="{950251E4-D677-9AD7-F7BA-940FE13434CD}"/>
          </ac:picMkLst>
        </pc:picChg>
        <pc:picChg chg="add mod">
          <ac:chgData name="Sládeček David" userId="S::sladecek@hradebni.cz::474d93f0-3a32-49cc-b837-47806091b590" providerId="AD" clId="Web-{FCC793BD-EBA0-47C4-81EE-C1B345EE8EE1}" dt="2025-12-03T06:06:41.515" v="663" actId="1076"/>
          <ac:picMkLst>
            <pc:docMk/>
            <pc:sldMk cId="2691622078" sldId="261"/>
            <ac:picMk id="7" creationId="{1BC37A4D-5CA1-F532-F07A-D68153BF19CC}"/>
          </ac:picMkLst>
        </pc:picChg>
        <pc:picChg chg="add del mod">
          <ac:chgData name="Sládeček David" userId="S::sladecek@hradebni.cz::474d93f0-3a32-49cc-b837-47806091b590" providerId="AD" clId="Web-{FCC793BD-EBA0-47C4-81EE-C1B345EE8EE1}" dt="2025-12-03T06:05:21.646" v="638"/>
          <ac:picMkLst>
            <pc:docMk/>
            <pc:sldMk cId="2691622078" sldId="261"/>
            <ac:picMk id="8" creationId="{755A5827-26F3-DC62-DB6B-F86594B4E05A}"/>
          </ac:picMkLst>
        </pc:picChg>
      </pc:sldChg>
      <pc:sldChg chg="del">
        <pc:chgData name="Sládeček David" userId="S::sladecek@hradebni.cz::474d93f0-3a32-49cc-b837-47806091b590" providerId="AD" clId="Web-{FCC793BD-EBA0-47C4-81EE-C1B345EE8EE1}" dt="2025-12-03T05:19:43.843" v="6"/>
        <pc:sldMkLst>
          <pc:docMk/>
          <pc:sldMk cId="0" sldId="262"/>
        </pc:sldMkLst>
      </pc:sldChg>
      <pc:sldChg chg="del">
        <pc:chgData name="Sládeček David" userId="S::sladecek@hradebni.cz::474d93f0-3a32-49cc-b837-47806091b590" providerId="AD" clId="Web-{FCC793BD-EBA0-47C4-81EE-C1B345EE8EE1}" dt="2025-12-03T05:19:43.843" v="5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cs-CZ" sz="1800" b="0" strike="noStrike" spc="-1">
                <a:solidFill>
                  <a:srgbClr val="000000"/>
                </a:solidFill>
                <a:latin typeface="Calibri"/>
              </a:rPr>
              <a:t>Klikněte pro přesun snímku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cs-CZ" sz="2000" b="0" strike="noStrike" spc="-1">
                <a:latin typeface="Arial"/>
              </a:rPr>
              <a:t>Klikněte pro úpravu formátu komentářů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cs-CZ" sz="1400" b="0" strike="noStrike" spc="-1">
                <a:latin typeface="Times New Roman"/>
              </a:rPr>
              <a:t>&lt;záhlaví&gt;</a:t>
            </a:r>
          </a:p>
        </p:txBody>
      </p:sp>
      <p:sp>
        <p:nvSpPr>
          <p:cNvPr id="94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cs-CZ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cs-CZ" sz="1400" b="0" strike="noStrike" spc="-1">
                <a:latin typeface="Times New Roman"/>
              </a:rPr>
              <a:t>&lt;datum/čas&gt;</a:t>
            </a:r>
          </a:p>
        </p:txBody>
      </p:sp>
      <p:sp>
        <p:nvSpPr>
          <p:cNvPr id="95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cs-CZ" sz="1400" b="0" strike="noStrike" spc="-1">
                <a:latin typeface="Times New Roman"/>
              </a:defRPr>
            </a:lvl1pPr>
          </a:lstStyle>
          <a:p>
            <a:r>
              <a:rPr lang="cs-CZ" sz="1400" b="0" strike="noStrike" spc="-1">
                <a:latin typeface="Times New Roman"/>
              </a:rPr>
              <a:t>&lt;zápatí&gt;</a:t>
            </a:r>
          </a:p>
        </p:txBody>
      </p:sp>
      <p:sp>
        <p:nvSpPr>
          <p:cNvPr id="96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cs-CZ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EBE0CF7E-F6B0-4551-9EC6-6676C2557A52}" type="slidenum">
              <a:rPr lang="cs-CZ" sz="1400" b="0" strike="noStrike" spc="-1">
                <a:latin typeface="Times New Roman"/>
              </a:rPr>
              <a:t>‹#›</a:t>
            </a:fld>
            <a:endParaRPr lang="cs-CZ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latin typeface="Calibri"/>
                <a:ea typeface="Calibri"/>
              </a:rPr>
              <a:t>Svět bez inernetu. Jaký by byl?</a:t>
            </a:r>
            <a:endParaRPr lang="cs-CZ" sz="2000" b="0" strike="noStrike" spc="-1"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cs-CZ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BBEE64-8309-42E3-9AA7-037F102B9B03}" type="slidenum">
              <a:rPr lang="cs-CZ" sz="1200" b="0" strike="noStrike" spc="-1">
                <a:latin typeface="Times New Roman"/>
              </a:rPr>
              <a:t>1</a:t>
            </a:fld>
            <a:endParaRPr lang="cs-CZ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0410CC5-2F82-4277-BB57-FA4850BA62E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cs-CZ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B449D35-D153-4BF1-A3FE-5BA94AC5DD6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709FF9C-2ED7-40FC-88A0-F36D1E9E7DC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613418B-C9AC-4CC5-A0D3-ECBC9029AC7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7DC7DCE-1C3F-4D66-BD7F-90C48309857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cs-CZ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2767BF4-89A3-4481-B3E1-9CBEFC16F70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774DD48-3895-41D3-8568-4FD393EB191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1EB5854-95BF-441E-9AE6-FE113DDB081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87F1EE3-3CF3-48D3-BB5A-8E7ED2A6AAE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3DD2213-730D-4133-A458-E9867BBBD55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E3295E5-982A-4999-9007-BD96B2D1AB7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F635761-6988-48A5-B8FE-EF265ECCD34D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93756FF-4643-46A6-A77C-07CC7EE9AD3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cs-CZ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BA8C3E4-CE3C-44F1-8A8C-72F7B09EE16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D984768-59EE-4745-B16E-9AF362C1017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CB4CDEF-A7BD-413B-A819-B7102CCB63E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7229D41-536F-4EB5-870B-C1C70A11F68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cs-CZ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C6E41BE-A8DA-479F-9ED1-F1A085BB4C4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3FEA2C8-A05E-48E0-84C5-1D476267561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E35C1F7-5D4D-4317-B379-FCF3EADAD80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8272A3-05B6-4E5D-8623-E50353AECFF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23DA2C-FDF8-4A6B-BEA0-5EFF615ACDC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9EEA516-1B65-431E-A1ED-4E35CD82DEE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1A86797-41E0-4189-8AF0-F3C5AEB9EEB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Straight Connector 9"/>
          <p:cNvSpPr/>
          <p:nvPr/>
        </p:nvSpPr>
        <p:spPr>
          <a:xfrm>
            <a:off x="1193400" y="1737720"/>
            <a:ext cx="9966960" cy="360"/>
          </a:xfrm>
          <a:prstGeom prst="line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8000" b="0" strike="noStrike" spc="-52">
                <a:solidFill>
                  <a:srgbClr val="262626"/>
                </a:solidFill>
                <a:latin typeface="Calibri Light"/>
              </a:rPr>
              <a:t>Click to edit Master title style</a:t>
            </a:r>
            <a:endParaRPr lang="cs-CZ" sz="8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Calibri"/>
              </a:rPr>
              <a:t>&lt;datum/čas&gt;</a:t>
            </a:r>
            <a:endParaRPr lang="cs-CZ" sz="900" b="0" strike="noStrike" spc="-1"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cs-CZ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cs-CZ" sz="1400" b="0" strike="noStrike" spc="-1">
                <a:latin typeface="Times New Roman"/>
              </a:rPr>
              <a:t>&lt;zápatí&gt;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885186-6E1A-4492-9D88-B900D33527E9}" type="slidenum">
              <a:rPr lang="en-US" sz="105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cs-CZ" sz="1050" b="0" strike="noStrike" spc="-1">
              <a:latin typeface="Times New Roman"/>
            </a:endParaRPr>
          </a:p>
        </p:txBody>
      </p:sp>
      <p:sp>
        <p:nvSpPr>
          <p:cNvPr id="9" name="Straight Connector 8"/>
          <p:cNvSpPr/>
          <p:nvPr/>
        </p:nvSpPr>
        <p:spPr>
          <a:xfrm>
            <a:off x="1207440" y="4343400"/>
            <a:ext cx="9875520" cy="360"/>
          </a:xfrm>
          <a:prstGeom prst="line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2000" b="0" strike="noStrike" spc="-1">
                <a:solidFill>
                  <a:srgbClr val="404040"/>
                </a:solidFill>
                <a:latin typeface="Calibri"/>
              </a:rPr>
              <a:t>Klikněte pro úpravu formátu textu osnovy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s-CZ" sz="1400" b="0" strike="noStrike" spc="-1">
                <a:solidFill>
                  <a:srgbClr val="404040"/>
                </a:solidFill>
                <a:latin typeface="Calibri"/>
              </a:rPr>
              <a:t>Druhá úroveň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1400" b="0" strike="noStrike" spc="-1">
                <a:solidFill>
                  <a:srgbClr val="404040"/>
                </a:solidFill>
                <a:latin typeface="Calibri"/>
              </a:rPr>
              <a:t>Třetí úroveň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s-CZ" sz="1400" b="0" strike="noStrike" spc="-1">
                <a:solidFill>
                  <a:srgbClr val="404040"/>
                </a:solidFill>
                <a:latin typeface="Calibri"/>
              </a:rPr>
              <a:t>Čtvrtá úroveň osnovy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2000" b="0" strike="noStrike" spc="-1">
                <a:solidFill>
                  <a:srgbClr val="404040"/>
                </a:solidFill>
                <a:latin typeface="Calibri"/>
              </a:rPr>
              <a:t>Pátá úroveň osnovy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2000" b="0" strike="noStrike" spc="-1">
                <a:solidFill>
                  <a:srgbClr val="404040"/>
                </a:solidFill>
                <a:latin typeface="Calibri"/>
              </a:rPr>
              <a:t>Šestá úroveň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2000" b="0" strike="noStrike" spc="-1">
                <a:solidFill>
                  <a:srgbClr val="404040"/>
                </a:solidFill>
                <a:latin typeface="Calibri"/>
              </a:rPr>
              <a:t>Sedmá úroveň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Straight Connector 9"/>
          <p:cNvSpPr/>
          <p:nvPr/>
        </p:nvSpPr>
        <p:spPr>
          <a:xfrm>
            <a:off x="1193400" y="1737720"/>
            <a:ext cx="9966960" cy="360"/>
          </a:xfrm>
          <a:prstGeom prst="line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4800" b="0" strike="noStrike" spc="-52">
                <a:solidFill>
                  <a:srgbClr val="404040"/>
                </a:solidFill>
                <a:latin typeface="Calibri Light"/>
              </a:rPr>
              <a:t>Click to edit Master title style</a:t>
            </a:r>
            <a:endParaRPr lang="cs-CZ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Click to edit Master text styles</a:t>
            </a:r>
            <a:endParaRPr lang="cs-CZ" sz="2000" b="0" strike="noStrike" spc="-1">
              <a:solidFill>
                <a:srgbClr val="404040"/>
              </a:solidFill>
              <a:latin typeface="Calibri"/>
            </a:endParaRP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Second level</a:t>
            </a:r>
            <a:endParaRPr lang="cs-CZ" sz="1800" b="0" strike="noStrike" spc="-1">
              <a:solidFill>
                <a:srgbClr val="404040"/>
              </a:solidFill>
              <a:latin typeface="Calibri"/>
            </a:endParaRPr>
          </a:p>
          <a:p>
            <a:pPr marL="567000" lvl="2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Third level</a:t>
            </a:r>
            <a:endParaRPr lang="cs-CZ" sz="1400" b="0" strike="noStrike" spc="-1">
              <a:solidFill>
                <a:srgbClr val="404040"/>
              </a:solidFill>
              <a:latin typeface="Calibri"/>
            </a:endParaRPr>
          </a:p>
          <a:p>
            <a:pPr marL="749880" lvl="3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Fourth level</a:t>
            </a:r>
            <a:endParaRPr lang="cs-CZ" sz="1400" b="0" strike="noStrike" spc="-1">
              <a:solidFill>
                <a:srgbClr val="404040"/>
              </a:solidFill>
              <a:latin typeface="Calibri"/>
            </a:endParaRPr>
          </a:p>
          <a:p>
            <a:pPr marL="932760" lvl="4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Fifth level</a:t>
            </a:r>
            <a:endParaRPr lang="cs-CZ" sz="1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Calibri"/>
              </a:rPr>
              <a:t>&lt;datum/čas&gt;</a:t>
            </a:r>
            <a:endParaRPr lang="cs-CZ" sz="900" b="0" strike="noStrike" spc="-1"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cs-CZ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cs-CZ" sz="1400" b="0" strike="noStrike" spc="-1">
                <a:latin typeface="Times New Roman"/>
              </a:rPr>
              <a:t>&lt;zápatí&gt;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04634F2-8ACA-40BA-92BE-229DFF1F5DC2}" type="slidenum">
              <a:rPr lang="en-US" sz="105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cs-CZ" sz="105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cs-CZ" sz="8000" b="0" strike="noStrike" spc="-52">
                <a:solidFill>
                  <a:srgbClr val="262626"/>
                </a:solidFill>
                <a:latin typeface="Calibri Light"/>
              </a:rPr>
              <a:t>Tvorba webu</a:t>
            </a:r>
            <a:endParaRPr lang="cs-CZ" sz="8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cs-CZ" sz="2400" b="0" strike="noStrike" cap="all" spc="199">
                <a:solidFill>
                  <a:srgbClr val="637052"/>
                </a:solidFill>
                <a:latin typeface="Calibri Light"/>
              </a:rPr>
              <a:t>Digitální a mediální gramotnost</a:t>
            </a:r>
            <a:endParaRPr lang="cs-CZ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cs-CZ" sz="4800" spc="-52" dirty="0">
                <a:solidFill>
                  <a:srgbClr val="404040"/>
                </a:solidFill>
                <a:latin typeface="Calibri Light"/>
                <a:ea typeface="Calibri Light"/>
              </a:rPr>
              <a:t>Webová stránka</a:t>
            </a:r>
            <a:endParaRPr lang="cs-CZ" dirty="0"/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1258976" y="2189156"/>
            <a:ext cx="6075612" cy="2477536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rmAutofit/>
          </a:bodyPr>
          <a:lstStyle/>
          <a:p>
            <a:pPr marL="91440" indent="-91440">
              <a:spcBef>
                <a:spcPts val="1199"/>
              </a:spcBef>
              <a:spcAft>
                <a:spcPts val="200"/>
              </a:spcAft>
              <a:buClr>
                <a:srgbClr val="E48312"/>
              </a:buClr>
              <a:buFont typeface="Arial"/>
              <a:buChar char="•"/>
            </a:pPr>
            <a:r>
              <a:rPr lang="cs-CZ" sz="2000" b="1" spc="-1" dirty="0">
                <a:solidFill>
                  <a:srgbClr val="404040"/>
                </a:solidFill>
                <a:latin typeface="Calibri"/>
                <a:ea typeface="Calibri"/>
                <a:cs typeface="+mn-lt"/>
              </a:rPr>
              <a:t> Web </a:t>
            </a:r>
            <a:r>
              <a:rPr lang="cs-CZ" sz="2000" spc="-1" dirty="0">
                <a:solidFill>
                  <a:srgbClr val="404040"/>
                </a:solidFill>
                <a:latin typeface="Calibri"/>
                <a:ea typeface="Calibri"/>
                <a:cs typeface="+mn-lt"/>
              </a:rPr>
              <a:t>= dokument v jazyce HTML dostupný přes internet</a:t>
            </a:r>
          </a:p>
          <a:p>
            <a:pPr marL="91440" indent="-91440">
              <a:spcBef>
                <a:spcPts val="1199"/>
              </a:spcBef>
              <a:spcAft>
                <a:spcPts val="200"/>
              </a:spcAft>
              <a:buClr>
                <a:srgbClr val="E48312"/>
              </a:buClr>
              <a:buFont typeface="Arial"/>
              <a:buChar char="•"/>
            </a:pPr>
            <a:r>
              <a:rPr lang="cs-CZ" sz="2000" spc="-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Oddělení obsahu (HTML) a vzhledu (CSS)</a:t>
            </a:r>
            <a:endParaRPr lang="cs-CZ" dirty="0"/>
          </a:p>
          <a:p>
            <a:pPr marL="91440" indent="-91440">
              <a:spcBef>
                <a:spcPts val="1199"/>
              </a:spcBef>
              <a:spcAft>
                <a:spcPts val="200"/>
              </a:spcAft>
              <a:buClr>
                <a:srgbClr val="E48312"/>
              </a:buClr>
              <a:buFont typeface="Arial"/>
              <a:buChar char="•"/>
            </a:pPr>
            <a:r>
              <a:rPr lang="cs-CZ" sz="2000" spc="-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Prohlížeč jako interpret - médium pro zobrazení</a:t>
            </a:r>
            <a:endParaRPr lang="cs-CZ"/>
          </a:p>
          <a:p>
            <a:pPr marL="91440" indent="-91440">
              <a:spcBef>
                <a:spcPts val="1199"/>
              </a:spcBef>
              <a:spcAft>
                <a:spcPts val="200"/>
              </a:spcAft>
              <a:buClr>
                <a:srgbClr val="E48312"/>
              </a:buClr>
              <a:buFont typeface="Arial"/>
              <a:buChar char="•"/>
            </a:pPr>
            <a:r>
              <a:rPr lang="cs-CZ" sz="2000" spc="-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cs-CZ" sz="2000" b="1" spc="-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HTML </a:t>
            </a:r>
            <a:r>
              <a:rPr lang="cs-CZ" sz="2000" spc="-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= Hyper Text </a:t>
            </a:r>
            <a:r>
              <a:rPr lang="cs-CZ" sz="2000" spc="-1" dirty="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Markup</a:t>
            </a:r>
            <a:r>
              <a:rPr lang="cs-CZ" sz="2000" spc="-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cs-CZ" sz="2000" spc="-1" dirty="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Language</a:t>
            </a:r>
            <a:endParaRPr lang="cs-CZ" sz="2000" strike="noStrike" spc="-1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marL="91440" indent="-91440">
              <a:spcBef>
                <a:spcPts val="1199"/>
              </a:spcBef>
              <a:spcAft>
                <a:spcPts val="200"/>
              </a:spcAft>
              <a:buClr>
                <a:srgbClr val="E48312"/>
              </a:buClr>
              <a:buFont typeface="Arial"/>
              <a:buChar char="•"/>
            </a:pPr>
            <a:r>
              <a:rPr lang="cs-CZ" sz="2000" spc="-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cs-CZ" sz="2000" b="1" spc="-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CSS</a:t>
            </a:r>
            <a:r>
              <a:rPr lang="cs-CZ" sz="2000" spc="-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= </a:t>
            </a:r>
            <a:r>
              <a:rPr lang="cs-CZ" sz="2000" spc="-1" dirty="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Cascading</a:t>
            </a:r>
            <a:r>
              <a:rPr lang="cs-CZ" sz="2000" spc="-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Style </a:t>
            </a:r>
            <a:r>
              <a:rPr lang="cs-CZ" sz="2000" spc="-1" dirty="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Sheet</a:t>
            </a:r>
            <a:endParaRPr lang="cs-CZ" sz="2000" spc="-1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0"/>
              </a:spcAft>
              <a:buClr>
                <a:srgbClr val="E48312"/>
              </a:buClr>
              <a:buFont typeface="Arial"/>
              <a:buChar char="•"/>
            </a:pPr>
            <a:endParaRPr lang="cs-CZ" sz="2000" b="1" strike="noStrike" spc="-1" dirty="0">
              <a:solidFill>
                <a:srgbClr val="404040"/>
              </a:solidFill>
              <a:latin typeface="Calibri"/>
              <a:ea typeface="Calibri"/>
            </a:endParaRPr>
          </a:p>
          <a:p>
            <a:pPr>
              <a:spcBef>
                <a:spcPts val="1199"/>
              </a:spcBef>
              <a:spcAft>
                <a:spcPts val="201"/>
              </a:spcAft>
              <a:buNone/>
            </a:pPr>
            <a:endParaRPr lang="cs-CZ" sz="2000" spc="-1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3" name="Obrázek 2" descr="Zpravodajské weby 2020: Na čele Novinky, v TOP 10 i nový web CNN Prima |  MediaGuru">
            <a:extLst>
              <a:ext uri="{FF2B5EF4-FFF2-40B4-BE49-F238E27FC236}">
                <a16:creationId xmlns:a16="http://schemas.microsoft.com/office/drawing/2014/main" id="{81045F52-EA8A-4810-EFF2-0975DB140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0" y="2193298"/>
            <a:ext cx="3920008" cy="24714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05ED29-D26E-DF8A-78B5-3572954D0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Calibri Light"/>
              </a:rPr>
              <a:t>Základní struktura HTML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DD038B0-E4F9-FBFB-EB3C-2C4ACF6E1B4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97280" y="1834988"/>
            <a:ext cx="6301702" cy="4033732"/>
          </a:xfrm>
        </p:spPr>
        <p:txBody>
          <a:bodyPr/>
          <a:lstStyle/>
          <a:p>
            <a:r>
              <a:rPr lang="cs-CZ" sz="2000" dirty="0">
                <a:latin typeface="Calibri"/>
              </a:rPr>
              <a:t>Webová stránka je tvořena z HTML elementů</a:t>
            </a:r>
          </a:p>
          <a:p>
            <a:r>
              <a:rPr lang="cs-CZ" sz="2000" b="1" dirty="0">
                <a:latin typeface="Calibri"/>
              </a:rPr>
              <a:t>Element</a:t>
            </a:r>
            <a:r>
              <a:rPr lang="cs-CZ" sz="2000" dirty="0">
                <a:latin typeface="Calibri"/>
              </a:rPr>
              <a:t> = obsah ohraničený počátečním a koncovým tagem</a:t>
            </a:r>
          </a:p>
          <a:p>
            <a:r>
              <a:rPr lang="cs-CZ" sz="2000" b="1" dirty="0">
                <a:latin typeface="Calibri"/>
              </a:rPr>
              <a:t>Tag</a:t>
            </a:r>
            <a:r>
              <a:rPr lang="cs-CZ" sz="2000" dirty="0">
                <a:latin typeface="Calibri"/>
              </a:rPr>
              <a:t> = pomocný identifikátor určující typ obsahu pro lepší přehlednost</a:t>
            </a:r>
          </a:p>
          <a:p>
            <a:r>
              <a:rPr lang="cs-CZ" sz="2000" dirty="0">
                <a:latin typeface="Calibri"/>
              </a:rPr>
              <a:t>&lt;tag&gt; obsah &lt;/tag&gt;</a:t>
            </a:r>
          </a:p>
          <a:p>
            <a:r>
              <a:rPr lang="cs-CZ" sz="2000" dirty="0">
                <a:latin typeface="Calibri"/>
              </a:rPr>
              <a:t>Ne každý tag je párový</a:t>
            </a:r>
          </a:p>
        </p:txBody>
      </p:sp>
      <p:pic>
        <p:nvPicPr>
          <p:cNvPr id="5" name="Obrázek 4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430ABEB4-AEAC-D30E-6D6F-DC0E9B86E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004" y="2063704"/>
            <a:ext cx="4791880" cy="356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5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DC5D58-A1FA-7AE0-135F-60A18B75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Calibri Light"/>
              </a:rPr>
              <a:t>Základní elementy a atributy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DB3E9AF-C82D-9545-2866-558B143C03D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5346518" cy="4023000"/>
          </a:xfrm>
        </p:spPr>
        <p:txBody>
          <a:bodyPr/>
          <a:lstStyle/>
          <a:p>
            <a:r>
              <a:rPr lang="cs-CZ" sz="2000" b="1" dirty="0">
                <a:latin typeface="Calibri"/>
              </a:rPr>
              <a:t>Atribut</a:t>
            </a:r>
            <a:r>
              <a:rPr lang="cs-CZ" sz="2000" dirty="0">
                <a:latin typeface="Calibri"/>
              </a:rPr>
              <a:t> = dodatečná specifikace konkrétního elementu (barva, velikost, styl, odkaz, …)</a:t>
            </a:r>
          </a:p>
          <a:p>
            <a:r>
              <a:rPr lang="cs-CZ" sz="2000" b="1" dirty="0">
                <a:latin typeface="Calibri"/>
              </a:rPr>
              <a:t>&lt;h1&gt;</a:t>
            </a:r>
            <a:r>
              <a:rPr lang="cs-CZ" sz="2000" dirty="0">
                <a:latin typeface="Calibri"/>
              </a:rPr>
              <a:t> až </a:t>
            </a:r>
            <a:r>
              <a:rPr lang="cs-CZ" sz="2000" b="1" dirty="0">
                <a:latin typeface="Calibri"/>
              </a:rPr>
              <a:t>&lt;h6&gt;</a:t>
            </a:r>
            <a:r>
              <a:rPr lang="cs-CZ" sz="2000" dirty="0">
                <a:latin typeface="Calibri"/>
              </a:rPr>
              <a:t> Nadpisy úrovně 1 až 6</a:t>
            </a:r>
          </a:p>
          <a:p>
            <a:r>
              <a:rPr lang="cs-CZ" sz="2000" b="1" dirty="0">
                <a:latin typeface="Calibri"/>
              </a:rPr>
              <a:t>&lt;p&gt;</a:t>
            </a:r>
            <a:r>
              <a:rPr lang="cs-CZ" sz="2000" dirty="0">
                <a:latin typeface="Calibri"/>
              </a:rPr>
              <a:t> odstavec</a:t>
            </a:r>
          </a:p>
          <a:p>
            <a:r>
              <a:rPr lang="cs-CZ" sz="2000" b="1" dirty="0">
                <a:latin typeface="Calibri"/>
              </a:rPr>
              <a:t>&lt;a&gt;</a:t>
            </a:r>
            <a:r>
              <a:rPr lang="cs-CZ" sz="2000" dirty="0">
                <a:latin typeface="Calibri"/>
              </a:rPr>
              <a:t> odkaz / link</a:t>
            </a:r>
          </a:p>
          <a:p>
            <a:r>
              <a:rPr lang="cs-CZ" sz="2000" b="1" dirty="0">
                <a:latin typeface="Calibri"/>
              </a:rPr>
              <a:t>&lt;</a:t>
            </a:r>
            <a:r>
              <a:rPr lang="cs-CZ" sz="2000" b="1" dirty="0" err="1">
                <a:latin typeface="Calibri"/>
              </a:rPr>
              <a:t>img</a:t>
            </a:r>
            <a:r>
              <a:rPr lang="cs-CZ" sz="2000" b="1" dirty="0">
                <a:latin typeface="Calibri"/>
              </a:rPr>
              <a:t>&gt;</a:t>
            </a:r>
            <a:r>
              <a:rPr lang="cs-CZ" sz="2000" dirty="0">
                <a:latin typeface="Calibri"/>
              </a:rPr>
              <a:t> obrázek</a:t>
            </a:r>
          </a:p>
          <a:p>
            <a:r>
              <a:rPr lang="cs-CZ" sz="2000" b="1" dirty="0">
                <a:latin typeface="Calibri"/>
              </a:rPr>
              <a:t>&lt;div&gt;</a:t>
            </a:r>
            <a:r>
              <a:rPr lang="cs-CZ" sz="2000" dirty="0">
                <a:latin typeface="Calibri"/>
              </a:rPr>
              <a:t> blokový prvek</a:t>
            </a:r>
          </a:p>
          <a:p>
            <a:r>
              <a:rPr lang="cs-CZ" sz="2000" b="1" dirty="0">
                <a:latin typeface="Calibri"/>
              </a:rPr>
              <a:t>&lt;</a:t>
            </a:r>
            <a:r>
              <a:rPr lang="cs-CZ" sz="2000" b="1" dirty="0" err="1">
                <a:latin typeface="Calibri"/>
              </a:rPr>
              <a:t>span</a:t>
            </a:r>
            <a:r>
              <a:rPr lang="cs-CZ" sz="2000" b="1" dirty="0">
                <a:latin typeface="Calibri"/>
              </a:rPr>
              <a:t>&gt;</a:t>
            </a:r>
            <a:r>
              <a:rPr lang="cs-CZ" sz="2000" dirty="0">
                <a:latin typeface="Calibri"/>
              </a:rPr>
              <a:t> řádkový prvek</a:t>
            </a:r>
          </a:p>
        </p:txBody>
      </p:sp>
      <p:pic>
        <p:nvPicPr>
          <p:cNvPr id="5" name="Obrázek 4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19C2481D-585C-729C-7455-0857D0C63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596" y="2074436"/>
            <a:ext cx="4791880" cy="356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44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87BD9D-326B-8912-84C1-B04EE852A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Calibri Light"/>
              </a:rPr>
              <a:t>Oddělení obsahu od stylu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1682D07-607F-DAEE-E82F-56977D80D0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6076322" cy="4023000"/>
          </a:xfrm>
        </p:spPr>
        <p:txBody>
          <a:bodyPr/>
          <a:lstStyle/>
          <a:p>
            <a:r>
              <a:rPr lang="cs-CZ" sz="1800" i="1" dirty="0">
                <a:latin typeface="Calibri"/>
              </a:rPr>
              <a:t>Proč chceme oddělit obsah webu od jeho podoby?</a:t>
            </a:r>
            <a:br>
              <a:rPr lang="cs-CZ" sz="1800" i="1" dirty="0">
                <a:latin typeface="Calibri"/>
              </a:rPr>
            </a:br>
            <a:endParaRPr lang="cs-CZ" sz="1800" i="1" dirty="0">
              <a:latin typeface="Calibri"/>
            </a:endParaRPr>
          </a:p>
          <a:p>
            <a:r>
              <a:rPr lang="cs-CZ" sz="1800" dirty="0">
                <a:latin typeface="Calibri"/>
              </a:rPr>
              <a:t>CSS umožňuje nastavení stylů více stejných prvků na jednom místě</a:t>
            </a:r>
          </a:p>
          <a:p>
            <a:r>
              <a:rPr lang="cs-CZ" sz="1800" dirty="0">
                <a:latin typeface="Calibri"/>
              </a:rPr>
              <a:t>Prvkům lze nastavit atribut, který poslouží jako klíč k identifikaci</a:t>
            </a:r>
          </a:p>
          <a:p>
            <a:r>
              <a:rPr lang="cs-CZ" sz="1800" dirty="0">
                <a:latin typeface="Calibri"/>
              </a:rPr>
              <a:t>ID - jedinečný prvek</a:t>
            </a:r>
          </a:p>
          <a:p>
            <a:r>
              <a:rPr lang="cs-CZ" sz="1800" err="1">
                <a:latin typeface="Calibri"/>
              </a:rPr>
              <a:t>Class</a:t>
            </a:r>
            <a:r>
              <a:rPr lang="cs-CZ" sz="1800" dirty="0">
                <a:latin typeface="Calibri"/>
              </a:rPr>
              <a:t> - třída shlukující více různých instancí stejného typu</a:t>
            </a:r>
          </a:p>
          <a:p>
            <a:r>
              <a:rPr lang="cs-CZ" sz="1800" dirty="0">
                <a:latin typeface="Calibri"/>
              </a:rPr>
              <a:t>Záleží na pořadí v jakém styly definujeme</a:t>
            </a:r>
          </a:p>
          <a:p>
            <a:r>
              <a:rPr lang="cs-CZ" sz="1800" dirty="0">
                <a:latin typeface="Calibri"/>
              </a:rPr>
              <a:t>Využití předdefinovaných CSS - </a:t>
            </a:r>
            <a:r>
              <a:rPr lang="cs-CZ" sz="1800" b="1" dirty="0">
                <a:latin typeface="Calibri"/>
                <a:hlinkClick r:id="rId2"/>
              </a:rPr>
              <a:t>Bootstrap</a:t>
            </a:r>
            <a:endParaRPr lang="cs-CZ" sz="1800" b="1" dirty="0">
              <a:latin typeface="Calibri"/>
            </a:endParaRPr>
          </a:p>
        </p:txBody>
      </p:sp>
      <p:pic>
        <p:nvPicPr>
          <p:cNvPr id="4" name="Obrázek 3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CF6D85F4-4B78-0DB6-4879-338AD9CE6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292" y="2144332"/>
            <a:ext cx="3109979" cy="343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5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950251E4-D677-9AD7-F7BA-940FE1343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771" y="98961"/>
            <a:ext cx="3859232" cy="6105896"/>
          </a:xfrm>
          <a:prstGeom prst="rect">
            <a:avLst/>
          </a:prstGeom>
        </p:spPr>
      </p:pic>
      <p:pic>
        <p:nvPicPr>
          <p:cNvPr id="7" name="Obrázek 6" descr="Obsah obrázku text, snímek obrazovky, Písmo, dokument&#10;&#10;Obsah generovaný pomocí AI může být nesprávný.">
            <a:extLst>
              <a:ext uri="{FF2B5EF4-FFF2-40B4-BE49-F238E27FC236}">
                <a16:creationId xmlns:a16="http://schemas.microsoft.com/office/drawing/2014/main" id="{1BC37A4D-5CA1-F532-F07A-D68153BF1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27" y="98960"/>
            <a:ext cx="5889330" cy="6105897"/>
          </a:xfrm>
          <a:prstGeom prst="rect">
            <a:avLst/>
          </a:prstGeom>
        </p:spPr>
      </p:pic>
      <p:sp>
        <p:nvSpPr>
          <p:cNvPr id="10" name="Šipka: doprava 9">
            <a:extLst>
              <a:ext uri="{FF2B5EF4-FFF2-40B4-BE49-F238E27FC236}">
                <a16:creationId xmlns:a16="http://schemas.microsoft.com/office/drawing/2014/main" id="{1ACC55EB-D5A3-A5C5-A4EC-3174B6B443AD}"/>
              </a:ext>
            </a:extLst>
          </p:cNvPr>
          <p:cNvSpPr/>
          <p:nvPr/>
        </p:nvSpPr>
        <p:spPr>
          <a:xfrm>
            <a:off x="6275105" y="1043272"/>
            <a:ext cx="1849176" cy="1330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1622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cec7e99e499b1a399f5002d8f5cf0989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7040e20160986dd2b45602a8e4e840ef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3C07AC-380A-41AE-A7A8-9C7695F2B1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BB6F63-1972-4827-8BB0-330DBC2250D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61CD1BC-9787-4643-ACD0-8FE33D5FB9D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235</Words>
  <Application>Microsoft Office PowerPoint</Application>
  <PresentationFormat>Širokoúhlá obrazovka</PresentationFormat>
  <Paragraphs>54</Paragraphs>
  <Slides>6</Slides>
  <Notes>1</Notes>
  <HiddenSlides>0</HiddenSlides>
  <ScaleCrop>false</ScaleCrop>
  <HeadingPairs>
    <vt:vector size="4" baseType="variant">
      <vt:variant>
        <vt:lpstr>Motiv</vt:lpstr>
      </vt:variant>
      <vt:variant>
        <vt:i4>2</vt:i4>
      </vt:variant>
      <vt:variant>
        <vt:lpstr>Nadpisy snímků</vt:lpstr>
      </vt:variant>
      <vt:variant>
        <vt:i4>6</vt:i4>
      </vt:variant>
    </vt:vector>
  </HeadingPairs>
  <TitlesOfParts>
    <vt:vector size="8" baseType="lpstr">
      <vt:lpstr>Office Theme</vt:lpstr>
      <vt:lpstr>Office Theme</vt:lpstr>
      <vt:lpstr>Tvorba webu</vt:lpstr>
      <vt:lpstr>Webová stránka</vt:lpstr>
      <vt:lpstr>Základní struktura HTML</vt:lpstr>
      <vt:lpstr>Základní elementy a atributy</vt:lpstr>
      <vt:lpstr>Oddělení obsahu od stylu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</dc:title>
  <dc:subject/>
  <dc:creator>Sládeček David</dc:creator>
  <dc:description/>
  <cp:lastModifiedBy/>
  <cp:revision>675</cp:revision>
  <dcterms:created xsi:type="dcterms:W3CDTF">2025-10-12T16:48:06Z</dcterms:created>
  <dcterms:modified xsi:type="dcterms:W3CDTF">2025-12-03T06:07:55Z</dcterms:modified>
  <dc:language>cs-CZ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Notes">
    <vt:i4>1</vt:i4>
  </property>
  <property fmtid="{D5CDD505-2E9C-101B-9397-08002B2CF9AE}" pid="4" name="PresentationFormat">
    <vt:lpwstr>Širokoúhlá obrazovka</vt:lpwstr>
  </property>
  <property fmtid="{D5CDD505-2E9C-101B-9397-08002B2CF9AE}" pid="5" name="Slides">
    <vt:i4>8</vt:i4>
  </property>
</Properties>
</file>