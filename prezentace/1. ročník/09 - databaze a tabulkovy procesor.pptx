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4"/>
  </p:sldMasterIdLst>
  <p:notesMasterIdLst>
    <p:notesMasterId r:id="rId13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</p:sldIdLst>
  <p:sldSz cx="12192000" cy="6858000"/>
  <p:notesSz cx="6858000" cy="9144000"/>
  <p:defaultTextStyle>
    <a:defPPr>
      <a:defRPr lang="cs-CZ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800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426C101-17B6-4E24-8F6B-72F3B92A1ADF}" v="1190" dt="2025-12-16T10:14:28.751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řední styl 2 – zvýraznění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9012ECD-51FC-41F1-AA8D-1B2483CD663E}" styleName="Světlý styl 2 – zvýraznění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014" autoAdjust="0"/>
    <p:restoredTop sz="94660"/>
  </p:normalViewPr>
  <p:slideViewPr>
    <p:cSldViewPr snapToGrid="0">
      <p:cViewPr varScale="1">
        <p:scale>
          <a:sx n="150" d="100"/>
          <a:sy n="150" d="100"/>
        </p:scale>
        <p:origin x="624" y="132"/>
      </p:cViewPr>
      <p:guideLst/>
    </p:cSldViewPr>
  </p:slideViewPr>
  <p:notesTextViewPr>
    <p:cViewPr>
      <p:scale>
        <a:sx n="3" d="2"/>
        <a:sy n="3" d="2"/>
      </p:scale>
      <p:origin x="-6" y="-18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notesMaster" Target="notesMasters/notesMaster1.xml"/><Relationship Id="rId18" Type="http://schemas.microsoft.com/office/2016/11/relationships/changesInfo" Target="changesInfos/changesInfo1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tableStyles" Target="tableStyles.xml"/><Relationship Id="rId2" Type="http://schemas.openxmlformats.org/officeDocument/2006/relationships/customXml" Target="../customXml/item2.xml"/><Relationship Id="rId16" Type="http://schemas.openxmlformats.org/officeDocument/2006/relationships/theme" Target="theme/theme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viewProps" Target="viewProps.xml"/><Relationship Id="rId10" Type="http://schemas.openxmlformats.org/officeDocument/2006/relationships/slide" Target="slides/slide6.xml"/><Relationship Id="rId19" Type="http://schemas.microsoft.com/office/2015/10/relationships/revisionInfo" Target="revisionInfo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clId="Web-{1C166278-7D22-43E5-AA1D-C3A694423605}"/>
    <pc:docChg chg="modSld">
      <pc:chgData name="" userId="" providerId="" clId="Web-{1C166278-7D22-43E5-AA1D-C3A694423605}" dt="2025-12-12T05:57:04.021" v="4" actId="20577"/>
      <pc:docMkLst>
        <pc:docMk/>
      </pc:docMkLst>
      <pc:sldChg chg="modSp">
        <pc:chgData name="" userId="" providerId="" clId="Web-{1C166278-7D22-43E5-AA1D-C3A694423605}" dt="2025-12-12T05:57:04.021" v="4" actId="20577"/>
        <pc:sldMkLst>
          <pc:docMk/>
          <pc:sldMk cId="3799523001" sldId="256"/>
        </pc:sldMkLst>
        <pc:spChg chg="mod">
          <ac:chgData name="" userId="" providerId="" clId="Web-{1C166278-7D22-43E5-AA1D-C3A694423605}" dt="2025-12-12T05:57:04.021" v="4" actId="20577"/>
          <ac:spMkLst>
            <pc:docMk/>
            <pc:sldMk cId="3799523001" sldId="256"/>
            <ac:spMk id="2" creationId="{00000000-0000-0000-0000-000000000000}"/>
          </ac:spMkLst>
        </pc:spChg>
      </pc:sldChg>
    </pc:docChg>
  </pc:docChgLst>
  <pc:docChgLst>
    <pc:chgData name="Sládeček David" userId="S::sladecek@hradebni.cz::474d93f0-3a32-49cc-b837-47806091b590" providerId="AD" clId="Web-{1426C101-17B6-4E24-8F6B-72F3B92A1ADF}"/>
    <pc:docChg chg="addSld delSld modSld">
      <pc:chgData name="Sládeček David" userId="S::sladecek@hradebni.cz::474d93f0-3a32-49cc-b837-47806091b590" providerId="AD" clId="Web-{1426C101-17B6-4E24-8F6B-72F3B92A1ADF}" dt="2025-12-16T10:14:16.782" v="1171" actId="20577"/>
      <pc:docMkLst>
        <pc:docMk/>
      </pc:docMkLst>
      <pc:sldChg chg="modSp new">
        <pc:chgData name="Sládeček David" userId="S::sladecek@hradebni.cz::474d93f0-3a32-49cc-b837-47806091b590" providerId="AD" clId="Web-{1426C101-17B6-4E24-8F6B-72F3B92A1ADF}" dt="2025-12-16T09:20:12.332" v="168" actId="20577"/>
        <pc:sldMkLst>
          <pc:docMk/>
          <pc:sldMk cId="3023678982" sldId="257"/>
        </pc:sldMkLst>
        <pc:spChg chg="mod">
          <ac:chgData name="Sládeček David" userId="S::sladecek@hradebni.cz::474d93f0-3a32-49cc-b837-47806091b590" providerId="AD" clId="Web-{1426C101-17B6-4E24-8F6B-72F3B92A1ADF}" dt="2025-12-16T09:20:12.332" v="168" actId="20577"/>
          <ac:spMkLst>
            <pc:docMk/>
            <pc:sldMk cId="3023678982" sldId="257"/>
            <ac:spMk id="2" creationId="{CD8CF774-6A91-667F-8A45-4E2AA484E38B}"/>
          </ac:spMkLst>
        </pc:spChg>
        <pc:spChg chg="mod">
          <ac:chgData name="Sládeček David" userId="S::sladecek@hradebni.cz::474d93f0-3a32-49cc-b837-47806091b590" providerId="AD" clId="Web-{1426C101-17B6-4E24-8F6B-72F3B92A1ADF}" dt="2025-12-16T09:20:01.785" v="160" actId="20577"/>
          <ac:spMkLst>
            <pc:docMk/>
            <pc:sldMk cId="3023678982" sldId="257"/>
            <ac:spMk id="3" creationId="{F6F03276-38B6-E4DE-D6D7-A39AC3B6C415}"/>
          </ac:spMkLst>
        </pc:spChg>
      </pc:sldChg>
      <pc:sldChg chg="addSp modSp new mod setBg">
        <pc:chgData name="Sládeček David" userId="S::sladecek@hradebni.cz::474d93f0-3a32-49cc-b837-47806091b590" providerId="AD" clId="Web-{1426C101-17B6-4E24-8F6B-72F3B92A1ADF}" dt="2025-12-16T09:28:40.959" v="302"/>
        <pc:sldMkLst>
          <pc:docMk/>
          <pc:sldMk cId="1549851492" sldId="258"/>
        </pc:sldMkLst>
        <pc:spChg chg="mod">
          <ac:chgData name="Sládeček David" userId="S::sladecek@hradebni.cz::474d93f0-3a32-49cc-b837-47806091b590" providerId="AD" clId="Web-{1426C101-17B6-4E24-8F6B-72F3B92A1ADF}" dt="2025-12-16T09:28:40.959" v="302"/>
          <ac:spMkLst>
            <pc:docMk/>
            <pc:sldMk cId="1549851492" sldId="258"/>
            <ac:spMk id="2" creationId="{5070E31A-EBE5-99B7-D8D7-55E2E0BD16AE}"/>
          </ac:spMkLst>
        </pc:spChg>
        <pc:spChg chg="mod">
          <ac:chgData name="Sládeček David" userId="S::sladecek@hradebni.cz::474d93f0-3a32-49cc-b837-47806091b590" providerId="AD" clId="Web-{1426C101-17B6-4E24-8F6B-72F3B92A1ADF}" dt="2025-12-16T09:28:40.959" v="302"/>
          <ac:spMkLst>
            <pc:docMk/>
            <pc:sldMk cId="1549851492" sldId="258"/>
            <ac:spMk id="3" creationId="{1A73A195-937C-A84D-4941-E12415C50D22}"/>
          </ac:spMkLst>
        </pc:spChg>
        <pc:spChg chg="add">
          <ac:chgData name="Sládeček David" userId="S::sladecek@hradebni.cz::474d93f0-3a32-49cc-b837-47806091b590" providerId="AD" clId="Web-{1426C101-17B6-4E24-8F6B-72F3B92A1ADF}" dt="2025-12-16T09:28:40.959" v="302"/>
          <ac:spMkLst>
            <pc:docMk/>
            <pc:sldMk cId="1549851492" sldId="258"/>
            <ac:spMk id="9" creationId="{311973C2-EB8B-452A-A698-4A252FD3AE28}"/>
          </ac:spMkLst>
        </pc:spChg>
        <pc:spChg chg="add">
          <ac:chgData name="Sládeček David" userId="S::sladecek@hradebni.cz::474d93f0-3a32-49cc-b837-47806091b590" providerId="AD" clId="Web-{1426C101-17B6-4E24-8F6B-72F3B92A1ADF}" dt="2025-12-16T09:28:40.959" v="302"/>
          <ac:spMkLst>
            <pc:docMk/>
            <pc:sldMk cId="1549851492" sldId="258"/>
            <ac:spMk id="11" creationId="{10162E77-11AD-44A7-84EC-40C59EEFBD2E}"/>
          </ac:spMkLst>
        </pc:spChg>
        <pc:picChg chg="add">
          <ac:chgData name="Sládeček David" userId="S::sladecek@hradebni.cz::474d93f0-3a32-49cc-b837-47806091b590" providerId="AD" clId="Web-{1426C101-17B6-4E24-8F6B-72F3B92A1ADF}" dt="2025-12-16T09:28:40.959" v="302"/>
          <ac:picMkLst>
            <pc:docMk/>
            <pc:sldMk cId="1549851492" sldId="258"/>
            <ac:picMk id="5" creationId="{16AE8564-A43D-F201-9115-9C933BA9446A}"/>
          </ac:picMkLst>
        </pc:picChg>
        <pc:cxnChg chg="add">
          <ac:chgData name="Sládeček David" userId="S::sladecek@hradebni.cz::474d93f0-3a32-49cc-b837-47806091b590" providerId="AD" clId="Web-{1426C101-17B6-4E24-8F6B-72F3B92A1ADF}" dt="2025-12-16T09:28:40.959" v="302"/>
          <ac:cxnSpMkLst>
            <pc:docMk/>
            <pc:sldMk cId="1549851492" sldId="258"/>
            <ac:cxnSpMk id="13" creationId="{5AB158E9-1B40-4CD6-95F0-95CA11DF7B7A}"/>
          </ac:cxnSpMkLst>
        </pc:cxnChg>
      </pc:sldChg>
      <pc:sldChg chg="modSp new">
        <pc:chgData name="Sládeček David" userId="S::sladecek@hradebni.cz::474d93f0-3a32-49cc-b837-47806091b590" providerId="AD" clId="Web-{1426C101-17B6-4E24-8F6B-72F3B92A1ADF}" dt="2025-12-16T09:35:21.298" v="462" actId="20577"/>
        <pc:sldMkLst>
          <pc:docMk/>
          <pc:sldMk cId="2982307642" sldId="259"/>
        </pc:sldMkLst>
        <pc:spChg chg="mod">
          <ac:chgData name="Sládeček David" userId="S::sladecek@hradebni.cz::474d93f0-3a32-49cc-b837-47806091b590" providerId="AD" clId="Web-{1426C101-17B6-4E24-8F6B-72F3B92A1ADF}" dt="2025-12-16T09:29:08.835" v="320" actId="20577"/>
          <ac:spMkLst>
            <pc:docMk/>
            <pc:sldMk cId="2982307642" sldId="259"/>
            <ac:spMk id="2" creationId="{6919A92C-B167-C1D5-E332-24D909911E25}"/>
          </ac:spMkLst>
        </pc:spChg>
        <pc:spChg chg="mod">
          <ac:chgData name="Sládeček David" userId="S::sladecek@hradebni.cz::474d93f0-3a32-49cc-b837-47806091b590" providerId="AD" clId="Web-{1426C101-17B6-4E24-8F6B-72F3B92A1ADF}" dt="2025-12-16T09:35:21.298" v="462" actId="20577"/>
          <ac:spMkLst>
            <pc:docMk/>
            <pc:sldMk cId="2982307642" sldId="259"/>
            <ac:spMk id="3" creationId="{3FD8BA5C-17BF-4DAA-55C0-8BE66ECC22BA}"/>
          </ac:spMkLst>
        </pc:spChg>
      </pc:sldChg>
      <pc:sldChg chg="modSp new">
        <pc:chgData name="Sládeček David" userId="S::sladecek@hradebni.cz::474d93f0-3a32-49cc-b837-47806091b590" providerId="AD" clId="Web-{1426C101-17B6-4E24-8F6B-72F3B92A1ADF}" dt="2025-12-16T09:42:18.293" v="796" actId="20577"/>
        <pc:sldMkLst>
          <pc:docMk/>
          <pc:sldMk cId="646988460" sldId="260"/>
        </pc:sldMkLst>
        <pc:spChg chg="mod">
          <ac:chgData name="Sládeček David" userId="S::sladecek@hradebni.cz::474d93f0-3a32-49cc-b837-47806091b590" providerId="AD" clId="Web-{1426C101-17B6-4E24-8F6B-72F3B92A1ADF}" dt="2025-12-16T09:35:42.924" v="469" actId="20577"/>
          <ac:spMkLst>
            <pc:docMk/>
            <pc:sldMk cId="646988460" sldId="260"/>
            <ac:spMk id="2" creationId="{76304549-4669-A7F1-4021-3F534CC1BB87}"/>
          </ac:spMkLst>
        </pc:spChg>
        <pc:spChg chg="mod">
          <ac:chgData name="Sládeček David" userId="S::sladecek@hradebni.cz::474d93f0-3a32-49cc-b837-47806091b590" providerId="AD" clId="Web-{1426C101-17B6-4E24-8F6B-72F3B92A1ADF}" dt="2025-12-16T09:42:18.293" v="796" actId="20577"/>
          <ac:spMkLst>
            <pc:docMk/>
            <pc:sldMk cId="646988460" sldId="260"/>
            <ac:spMk id="3" creationId="{BE7C760D-2DA3-2009-89C3-FA75990E11BC}"/>
          </ac:spMkLst>
        </pc:spChg>
      </pc:sldChg>
      <pc:sldChg chg="addSp delSp modSp new mod setBg">
        <pc:chgData name="Sládeček David" userId="S::sladecek@hradebni.cz::474d93f0-3a32-49cc-b837-47806091b590" providerId="AD" clId="Web-{1426C101-17B6-4E24-8F6B-72F3B92A1ADF}" dt="2025-12-16T09:43:26.626" v="814"/>
        <pc:sldMkLst>
          <pc:docMk/>
          <pc:sldMk cId="2583340312" sldId="261"/>
        </pc:sldMkLst>
        <pc:spChg chg="mod">
          <ac:chgData name="Sládeček David" userId="S::sladecek@hradebni.cz::474d93f0-3a32-49cc-b837-47806091b590" providerId="AD" clId="Web-{1426C101-17B6-4E24-8F6B-72F3B92A1ADF}" dt="2025-12-16T09:43:26.626" v="814"/>
          <ac:spMkLst>
            <pc:docMk/>
            <pc:sldMk cId="2583340312" sldId="261"/>
            <ac:spMk id="2" creationId="{64369440-9825-FAB7-B851-7739BEE24398}"/>
          </ac:spMkLst>
        </pc:spChg>
        <pc:spChg chg="del">
          <ac:chgData name="Sládeček David" userId="S::sladecek@hradebni.cz::474d93f0-3a32-49cc-b837-47806091b590" providerId="AD" clId="Web-{1426C101-17B6-4E24-8F6B-72F3B92A1ADF}" dt="2025-12-16T09:42:30.060" v="803"/>
          <ac:spMkLst>
            <pc:docMk/>
            <pc:sldMk cId="2583340312" sldId="261"/>
            <ac:spMk id="3" creationId="{98D9247C-F07A-3F7A-00F3-5587907548CE}"/>
          </ac:spMkLst>
        </pc:spChg>
        <pc:spChg chg="add del">
          <ac:chgData name="Sládeček David" userId="S::sladecek@hradebni.cz::474d93f0-3a32-49cc-b837-47806091b590" providerId="AD" clId="Web-{1426C101-17B6-4E24-8F6B-72F3B92A1ADF}" dt="2025-12-16T09:43:26.626" v="814"/>
          <ac:spMkLst>
            <pc:docMk/>
            <pc:sldMk cId="2583340312" sldId="261"/>
            <ac:spMk id="9" creationId="{4E4490D0-3672-446A-AC12-B4830333BDDD}"/>
          </ac:spMkLst>
        </pc:spChg>
        <pc:spChg chg="add del">
          <ac:chgData name="Sládeček David" userId="S::sladecek@hradebni.cz::474d93f0-3a32-49cc-b837-47806091b590" providerId="AD" clId="Web-{1426C101-17B6-4E24-8F6B-72F3B92A1ADF}" dt="2025-12-16T09:43:26.626" v="814"/>
          <ac:spMkLst>
            <pc:docMk/>
            <pc:sldMk cId="2583340312" sldId="261"/>
            <ac:spMk id="11" creationId="{39CB82C2-DF65-4EC1-8280-F201D50F570B}"/>
          </ac:spMkLst>
        </pc:spChg>
        <pc:spChg chg="add del">
          <ac:chgData name="Sládeček David" userId="S::sladecek@hradebni.cz::474d93f0-3a32-49cc-b837-47806091b590" providerId="AD" clId="Web-{1426C101-17B6-4E24-8F6B-72F3B92A1ADF}" dt="2025-12-16T09:43:26.626" v="814"/>
          <ac:spMkLst>
            <pc:docMk/>
            <pc:sldMk cId="2583340312" sldId="261"/>
            <ac:spMk id="15" creationId="{FA4CD5CB-D209-4D70-8CA4-629731C59219}"/>
          </ac:spMkLst>
        </pc:spChg>
        <pc:spChg chg="add del">
          <ac:chgData name="Sládeček David" userId="S::sladecek@hradebni.cz::474d93f0-3a32-49cc-b837-47806091b590" providerId="AD" clId="Web-{1426C101-17B6-4E24-8F6B-72F3B92A1ADF}" dt="2025-12-16T09:43:26.626" v="814"/>
          <ac:spMkLst>
            <pc:docMk/>
            <pc:sldMk cId="2583340312" sldId="261"/>
            <ac:spMk id="19" creationId="{B4C27B90-DF2B-4D00-BA07-18ED774CD2F1}"/>
          </ac:spMkLst>
        </pc:spChg>
        <pc:spChg chg="add del">
          <ac:chgData name="Sládeček David" userId="S::sladecek@hradebni.cz::474d93f0-3a32-49cc-b837-47806091b590" providerId="AD" clId="Web-{1426C101-17B6-4E24-8F6B-72F3B92A1ADF}" dt="2025-12-16T09:43:26.626" v="814"/>
          <ac:spMkLst>
            <pc:docMk/>
            <pc:sldMk cId="2583340312" sldId="261"/>
            <ac:spMk id="21" creationId="{593ACC25-C262-417A-8AA9-0641C772BDB6}"/>
          </ac:spMkLst>
        </pc:spChg>
        <pc:picChg chg="add mod ord">
          <ac:chgData name="Sládeček David" userId="S::sladecek@hradebni.cz::474d93f0-3a32-49cc-b837-47806091b590" providerId="AD" clId="Web-{1426C101-17B6-4E24-8F6B-72F3B92A1ADF}" dt="2025-12-16T09:43:26.626" v="814"/>
          <ac:picMkLst>
            <pc:docMk/>
            <pc:sldMk cId="2583340312" sldId="261"/>
            <ac:picMk id="4" creationId="{12C4FAAF-AC95-1C35-6262-14BBF5AA4A72}"/>
          </ac:picMkLst>
        </pc:picChg>
        <pc:cxnChg chg="add del">
          <ac:chgData name="Sládeček David" userId="S::sladecek@hradebni.cz::474d93f0-3a32-49cc-b837-47806091b590" providerId="AD" clId="Web-{1426C101-17B6-4E24-8F6B-72F3B92A1ADF}" dt="2025-12-16T09:43:26.626" v="814"/>
          <ac:cxnSpMkLst>
            <pc:docMk/>
            <pc:sldMk cId="2583340312" sldId="261"/>
            <ac:cxnSpMk id="13" creationId="{7E1D4427-852B-4B37-8E76-0E9F1810BA2A}"/>
          </ac:cxnSpMkLst>
        </pc:cxnChg>
        <pc:cxnChg chg="add del">
          <ac:chgData name="Sládeček David" userId="S::sladecek@hradebni.cz::474d93f0-3a32-49cc-b837-47806091b590" providerId="AD" clId="Web-{1426C101-17B6-4E24-8F6B-72F3B92A1ADF}" dt="2025-12-16T09:43:26.626" v="814"/>
          <ac:cxnSpMkLst>
            <pc:docMk/>
            <pc:sldMk cId="2583340312" sldId="261"/>
            <ac:cxnSpMk id="17" creationId="{5C6A2BAE-B461-4B55-8E1F-0722ABDD1393}"/>
          </ac:cxnSpMkLst>
        </pc:cxnChg>
      </pc:sldChg>
      <pc:sldChg chg="addSp modSp new mod setBg">
        <pc:chgData name="Sládeček David" userId="S::sladecek@hradebni.cz::474d93f0-3a32-49cc-b837-47806091b590" providerId="AD" clId="Web-{1426C101-17B6-4E24-8F6B-72F3B92A1ADF}" dt="2025-12-16T10:14:16.782" v="1171" actId="20577"/>
        <pc:sldMkLst>
          <pc:docMk/>
          <pc:sldMk cId="4214831607" sldId="262"/>
        </pc:sldMkLst>
        <pc:spChg chg="mod">
          <ac:chgData name="Sládeček David" userId="S::sladecek@hradebni.cz::474d93f0-3a32-49cc-b837-47806091b590" providerId="AD" clId="Web-{1426C101-17B6-4E24-8F6B-72F3B92A1ADF}" dt="2025-12-16T09:46:01.321" v="847"/>
          <ac:spMkLst>
            <pc:docMk/>
            <pc:sldMk cId="4214831607" sldId="262"/>
            <ac:spMk id="2" creationId="{74AE5F8A-FD96-1643-2657-976305730247}"/>
          </ac:spMkLst>
        </pc:spChg>
        <pc:spChg chg="mod">
          <ac:chgData name="Sládeček David" userId="S::sladecek@hradebni.cz::474d93f0-3a32-49cc-b837-47806091b590" providerId="AD" clId="Web-{1426C101-17B6-4E24-8F6B-72F3B92A1ADF}" dt="2025-12-16T10:14:16.782" v="1171" actId="20577"/>
          <ac:spMkLst>
            <pc:docMk/>
            <pc:sldMk cId="4214831607" sldId="262"/>
            <ac:spMk id="3" creationId="{6EF3E969-BCF5-23AF-2D28-0F49951715B3}"/>
          </ac:spMkLst>
        </pc:spChg>
        <pc:spChg chg="add">
          <ac:chgData name="Sládeček David" userId="S::sladecek@hradebni.cz::474d93f0-3a32-49cc-b837-47806091b590" providerId="AD" clId="Web-{1426C101-17B6-4E24-8F6B-72F3B92A1ADF}" dt="2025-12-16T09:46:01.321" v="847"/>
          <ac:spMkLst>
            <pc:docMk/>
            <pc:sldMk cId="4214831607" sldId="262"/>
            <ac:spMk id="10" creationId="{52ABB703-2B0E-4C3B-B4A2-F3973548E561}"/>
          </ac:spMkLst>
        </pc:spChg>
        <pc:spChg chg="add">
          <ac:chgData name="Sládeček David" userId="S::sladecek@hradebni.cz::474d93f0-3a32-49cc-b837-47806091b590" providerId="AD" clId="Web-{1426C101-17B6-4E24-8F6B-72F3B92A1ADF}" dt="2025-12-16T09:46:01.321" v="847"/>
          <ac:spMkLst>
            <pc:docMk/>
            <pc:sldMk cId="4214831607" sldId="262"/>
            <ac:spMk id="14" creationId="{E95DA498-D9A2-4DA9-B9DA-B3776E08CF7E}"/>
          </ac:spMkLst>
        </pc:spChg>
        <pc:spChg chg="add">
          <ac:chgData name="Sládeček David" userId="S::sladecek@hradebni.cz::474d93f0-3a32-49cc-b837-47806091b590" providerId="AD" clId="Web-{1426C101-17B6-4E24-8F6B-72F3B92A1ADF}" dt="2025-12-16T09:46:01.321" v="847"/>
          <ac:spMkLst>
            <pc:docMk/>
            <pc:sldMk cId="4214831607" sldId="262"/>
            <ac:spMk id="16" creationId="{82A73093-4B9D-420D-B17E-52293703A1D4}"/>
          </ac:spMkLst>
        </pc:spChg>
        <pc:picChg chg="add">
          <ac:chgData name="Sládeček David" userId="S::sladecek@hradebni.cz::474d93f0-3a32-49cc-b837-47806091b590" providerId="AD" clId="Web-{1426C101-17B6-4E24-8F6B-72F3B92A1ADF}" dt="2025-12-16T09:46:01.321" v="847"/>
          <ac:picMkLst>
            <pc:docMk/>
            <pc:sldMk cId="4214831607" sldId="262"/>
            <ac:picMk id="7" creationId="{9306CF3C-DACE-2996-67E0-97F60850E662}"/>
          </ac:picMkLst>
        </pc:picChg>
        <pc:cxnChg chg="add">
          <ac:chgData name="Sládeček David" userId="S::sladecek@hradebni.cz::474d93f0-3a32-49cc-b837-47806091b590" providerId="AD" clId="Web-{1426C101-17B6-4E24-8F6B-72F3B92A1ADF}" dt="2025-12-16T09:46:01.321" v="847"/>
          <ac:cxnSpMkLst>
            <pc:docMk/>
            <pc:sldMk cId="4214831607" sldId="262"/>
            <ac:cxnSpMk id="12" creationId="{9C21570E-E159-49A6-9891-FA397B7A92D3}"/>
          </ac:cxnSpMkLst>
        </pc:cxnChg>
      </pc:sldChg>
      <pc:sldChg chg="modSp new">
        <pc:chgData name="Sládeček David" userId="S::sladecek@hradebni.cz::474d93f0-3a32-49cc-b837-47806091b590" providerId="AD" clId="Web-{1426C101-17B6-4E24-8F6B-72F3B92A1ADF}" dt="2025-12-16T10:10:39.591" v="1168" actId="20577"/>
        <pc:sldMkLst>
          <pc:docMk/>
          <pc:sldMk cId="802650893" sldId="263"/>
        </pc:sldMkLst>
        <pc:spChg chg="mod">
          <ac:chgData name="Sládeček David" userId="S::sladecek@hradebni.cz::474d93f0-3a32-49cc-b837-47806091b590" providerId="AD" clId="Web-{1426C101-17B6-4E24-8F6B-72F3B92A1ADF}" dt="2025-12-16T09:51:37.297" v="853" actId="20577"/>
          <ac:spMkLst>
            <pc:docMk/>
            <pc:sldMk cId="802650893" sldId="263"/>
            <ac:spMk id="2" creationId="{87EDAD4D-AA44-FF91-9A3F-F2FA96224BF7}"/>
          </ac:spMkLst>
        </pc:spChg>
        <pc:spChg chg="mod">
          <ac:chgData name="Sládeček David" userId="S::sladecek@hradebni.cz::474d93f0-3a32-49cc-b837-47806091b590" providerId="AD" clId="Web-{1426C101-17B6-4E24-8F6B-72F3B92A1ADF}" dt="2025-12-16T10:10:39.591" v="1168" actId="20577"/>
          <ac:spMkLst>
            <pc:docMk/>
            <pc:sldMk cId="802650893" sldId="263"/>
            <ac:spMk id="3" creationId="{87D909AD-E09B-6776-73F4-1CD7FB94CB46}"/>
          </ac:spMkLst>
        </pc:spChg>
      </pc:sldChg>
      <pc:sldChg chg="new del">
        <pc:chgData name="Sládeček David" userId="S::sladecek@hradebni.cz::474d93f0-3a32-49cc-b837-47806091b590" providerId="AD" clId="Web-{1426C101-17B6-4E24-8F6B-72F3B92A1ADF}" dt="2025-12-16T10:14:08.813" v="1170"/>
        <pc:sldMkLst>
          <pc:docMk/>
          <pc:sldMk cId="4031263467" sldId="264"/>
        </pc:sldMkLst>
      </pc:sldChg>
    </pc:docChg>
  </pc:docChgLst>
  <pc:docChgLst>
    <pc:chgData name="Sládeček David" userId="S::sladecek@hradebni.cz::474d93f0-3a32-49cc-b837-47806091b590" providerId="AD" clId="Web-{1C166278-7D22-43E5-AA1D-C3A694423605}"/>
    <pc:docChg chg="delSld modSld">
      <pc:chgData name="Sládeček David" userId="S::sladecek@hradebni.cz::474d93f0-3a32-49cc-b837-47806091b590" providerId="AD" clId="Web-{1C166278-7D22-43E5-AA1D-C3A694423605}" dt="2025-12-12T05:57:11.474" v="25"/>
      <pc:docMkLst>
        <pc:docMk/>
      </pc:docMkLst>
      <pc:sldChg chg="modSp">
        <pc:chgData name="Sládeček David" userId="S::sladecek@hradebni.cz::474d93f0-3a32-49cc-b837-47806091b590" providerId="AD" clId="Web-{1C166278-7D22-43E5-AA1D-C3A694423605}" dt="2025-12-12T05:57:08.755" v="18" actId="20577"/>
        <pc:sldMkLst>
          <pc:docMk/>
          <pc:sldMk cId="3799523001" sldId="256"/>
        </pc:sldMkLst>
        <pc:spChg chg="mod">
          <ac:chgData name="Sládeček David" userId="S::sladecek@hradebni.cz::474d93f0-3a32-49cc-b837-47806091b590" providerId="AD" clId="Web-{1C166278-7D22-43E5-AA1D-C3A694423605}" dt="2025-12-12T05:57:08.755" v="18" actId="20577"/>
          <ac:spMkLst>
            <pc:docMk/>
            <pc:sldMk cId="3799523001" sldId="256"/>
            <ac:spMk id="2" creationId="{00000000-0000-0000-0000-000000000000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symbol pro záhlaví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Zástupný symbol pro datum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D1C0AFD-19C8-4F60-A212-D1160A075A71}" type="datetimeFigureOut">
              <a:rPr lang="cs-CZ" smtClean="0"/>
              <a:t>05.01.2026</a:t>
            </a:fld>
            <a:endParaRPr lang="cs-CZ"/>
          </a:p>
        </p:txBody>
      </p:sp>
      <p:sp>
        <p:nvSpPr>
          <p:cNvPr id="4" name="Zástupný symbol pro obrázek snímku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Zástupný symbol pro poznámky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6" name="Zástupný symbol pro zápatí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Zástupný symbol pro číslo snímku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10485B9-29E6-4048-95BB-71D43105C69A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384275505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symbol pro obrázek snímku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Zástupný symbol pro poznámky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>
              <a:latin typeface="Calibri"/>
              <a:ea typeface="Calibri"/>
              <a:cs typeface="Calibri"/>
            </a:endParaRPr>
          </a:p>
        </p:txBody>
      </p:sp>
      <p:sp>
        <p:nvSpPr>
          <p:cNvPr id="4" name="Zástupný symbol pro číslo snímku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10485B9-29E6-4048-95BB-71D43105C69A}" type="slidenum">
              <a:rPr lang="cs-CZ" smtClean="0"/>
              <a:t>1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4406016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cs-CZ"/>
          </a:p>
        </p:txBody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cs-CZ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97280" y="758952"/>
            <a:ext cx="10058400" cy="3566160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8000" spc="-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00051" y="4455620"/>
            <a:ext cx="10058400" cy="114300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DF68E2-58F2-4D09-BE8B-E3BD06533059}" type="datetimeFigureOut">
              <a:rPr lang="en-US" dirty="0"/>
              <a:t>1/5/2026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28214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marL="0">
              <a:defRPr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8FC5F6-F338-4AE4-BB23-26385BCFC423}" type="datetimeFigureOut">
              <a:rPr lang="en-US" dirty="0"/>
              <a:t>1/5/2026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13E31D-E2AB-40D1-8B51-AFA5AFEF393A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6551942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758952"/>
            <a:ext cx="10058400" cy="3566160"/>
          </a:xfrm>
        </p:spPr>
        <p:txBody>
          <a:bodyPr anchor="b" anchorCtr="0">
            <a:normAutofit/>
          </a:bodyPr>
          <a:lstStyle>
            <a:lvl1pPr>
              <a:lnSpc>
                <a:spcPct val="85000"/>
              </a:lnSpc>
              <a:defRPr sz="80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4453128"/>
            <a:ext cx="10058400" cy="1143000"/>
          </a:xfrm>
        </p:spPr>
        <p:txBody>
          <a:bodyPr lIns="91440" rIns="91440" anchor="t" anchorCtr="0">
            <a:normAutofit/>
          </a:bodyPr>
          <a:lstStyle>
            <a:lvl1pPr marL="0" indent="0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EBB0C4-6273-4C6E-B9BD-2EDC30F1CD52}" type="datetimeFigureOut">
              <a:rPr lang="en-US" dirty="0"/>
              <a:t>1/5/2026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6183821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97279" y="1845734"/>
            <a:ext cx="4937760" cy="4023360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17920" y="1845735"/>
            <a:ext cx="4937760" cy="4023360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AB4D41-86C1-4908-B66A-0B50CEB3BF29}" type="datetimeFigureOut">
              <a:rPr lang="en-US" dirty="0"/>
              <a:t>1/5/2026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9721985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97280" y="2582334"/>
            <a:ext cx="4937760" cy="3378200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1792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17920" y="2582334"/>
            <a:ext cx="4937760" cy="3378200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426E2C-56C1-4E0D-A793-0088A7FDD37E}" type="datetimeFigureOut">
              <a:rPr lang="en-US" dirty="0"/>
              <a:t>1/5/2026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1820691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C39B41-D8B5-4052-B551-9B5525EAA8B6}" type="datetimeFigureOut">
              <a:rPr lang="en-US" dirty="0"/>
              <a:t>1/5/2026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2313603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" name="Rectangle 5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94136C-8742-45B2-AF27-D93DF72833A9}" type="datetimeFigureOut">
              <a:rPr lang="en-US" dirty="0"/>
              <a:t>1/5/2026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3450540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16" y="0"/>
            <a:ext cx="4050791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4040071" y="0"/>
            <a:ext cx="64008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94359"/>
            <a:ext cx="3200400" cy="2286000"/>
          </a:xfrm>
        </p:spPr>
        <p:txBody>
          <a:bodyPr anchor="b">
            <a:norm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00600" y="731520"/>
            <a:ext cx="6492240" cy="5257800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2926080"/>
            <a:ext cx="3200400" cy="3379124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65512" y="6459785"/>
            <a:ext cx="2618510" cy="365125"/>
          </a:xfrm>
        </p:spPr>
        <p:txBody>
          <a:bodyPr/>
          <a:lstStyle>
            <a:lvl1pPr algn="l">
              <a:defRPr/>
            </a:lvl1pPr>
          </a:lstStyle>
          <a:p>
            <a:fld id="{32ABBEA6-7C60-4B02-AE87-00D78D8422AF}" type="datetimeFigureOut">
              <a:rPr lang="en-US" dirty="0"/>
              <a:t>1/5/2026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800600" y="6459785"/>
            <a:ext cx="4648200" cy="365125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4FAB73BC-B049-4115-A692-8D63A059BFB8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3766419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4953000"/>
            <a:ext cx="12188825" cy="1905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5" y="491507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5074920"/>
            <a:ext cx="10113264" cy="822960"/>
          </a:xfrm>
        </p:spPr>
        <p:txBody>
          <a:bodyPr lIns="91440" tIns="0" rIns="91440" bIns="0" anchor="b">
            <a:no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5" y="0"/>
            <a:ext cx="12191985" cy="4915076"/>
          </a:xfrm>
          <a:blipFill>
            <a:blip r:embed="rId2"/>
            <a:stretch>
              <a:fillRect/>
            </a:stretch>
          </a:blipFill>
        </p:spPr>
        <p:txBody>
          <a:bodyPr lIns="457200" tIns="457200" anchor="t"/>
          <a:lstStyle>
            <a:lvl1pPr marL="0" indent="0">
              <a:buNone/>
              <a:defRPr sz="3200">
                <a:solidFill>
                  <a:schemeClr val="bg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97280" y="5907023"/>
            <a:ext cx="10113264" cy="594360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CAD897-D46E-4AD2-BD9B-49DD3E640873}" type="datetimeFigureOut">
              <a:rPr lang="en-US" dirty="0"/>
              <a:t>1/5/2026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9151938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lIns="45720" tIns="0" rIns="45720" bIns="0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2D6473-DF6D-4702-B328-E0DD40540A4E}" type="datetimeFigureOut">
              <a:rPr lang="en-US" dirty="0"/>
              <a:t>1/5/2026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4983641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414778"/>
            <a:ext cx="2628900" cy="5757421"/>
          </a:xfrm>
        </p:spPr>
        <p:txBody>
          <a:bodyPr vert="eaVert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414778"/>
            <a:ext cx="7734300" cy="5757422"/>
          </a:xfrm>
        </p:spPr>
        <p:txBody>
          <a:bodyPr vert="eaVert" lIns="45720" tIns="0" rIns="45720" bIns="0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6F7E3A-B166-407D-9866-32884E7D5B37}" type="datetimeFigureOut">
              <a:rPr lang="en-US" dirty="0"/>
              <a:t>1/5/2026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0920323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cs-CZ"/>
          </a:p>
        </p:txBody>
      </p:sp>
      <p:sp>
        <p:nvSpPr>
          <p:cNvPr id="9" name="Rectangle 8"/>
          <p:cNvSpPr/>
          <p:nvPr/>
        </p:nvSpPr>
        <p:spPr>
          <a:xfrm>
            <a:off x="0" y="6334316"/>
            <a:ext cx="12192001" cy="659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cs-CZ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5734"/>
            <a:ext cx="10058400" cy="402336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rgbClr val="FFFFFF"/>
                </a:solidFill>
              </a:defRPr>
            </a:lvl1pPr>
          </a:lstStyle>
          <a:p>
            <a:fld id="{98624D31-43A5-475A-80CF-332C9F6DCF35}" type="datetimeFigureOut">
              <a:rPr lang="en-US" dirty="0"/>
              <a:t>1/5/2026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cap="all" baseline="0">
                <a:solidFill>
                  <a:srgbClr val="FFFFFF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rgbClr val="FFFFFF"/>
                </a:solidFill>
              </a:defRPr>
            </a:lvl1pPr>
          </a:lstStyle>
          <a:p>
            <a:fld id="{4FAB73BC-B049-4115-A692-8D63A059BFB8}" type="slidenum">
              <a:rPr lang="en-US" dirty="0"/>
              <a:pPr/>
              <a:t>‹#›</a:t>
            </a:fld>
            <a:endParaRPr lang="en-US" dirty="0"/>
          </a:p>
        </p:txBody>
      </p:sp>
      <p:cxnSp>
        <p:nvCxnSpPr>
          <p:cNvPr id="10" name="Straight Connector 9"/>
          <p:cNvCxnSpPr/>
          <p:nvPr/>
        </p:nvCxnSpPr>
        <p:spPr>
          <a:xfrm>
            <a:off x="1193532" y="1737845"/>
            <a:ext cx="996696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4053876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hf sldNum="0" hdr="0" ftr="0" dt="0"/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4800" kern="1200" spc="-5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38404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56692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74980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93268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1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3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cs-CZ" dirty="0"/>
              <a:t>Databáze, tabulkový procesor</a:t>
            </a:r>
          </a:p>
        </p:txBody>
      </p:sp>
      <p:sp>
        <p:nvSpPr>
          <p:cNvPr id="3" name="Podnadpis 2"/>
          <p:cNvSpPr>
            <a:spLocks noGrp="1"/>
          </p:cNvSpPr>
          <p:nvPr>
            <p:ph type="subTitle"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cs-CZ"/>
              <a:t>Digitální a mediální gramotnost</a:t>
            </a:r>
          </a:p>
        </p:txBody>
      </p:sp>
    </p:spTree>
    <p:extLst>
      <p:ext uri="{BB962C8B-B14F-4D97-AF65-F5344CB8AC3E}">
        <p14:creationId xmlns:p14="http://schemas.microsoft.com/office/powerpoint/2010/main" val="379952300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CD8CF774-6A91-667F-8A45-4E2AA484E3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>
                <a:ea typeface="Calibri Light"/>
                <a:cs typeface="Calibri Light"/>
              </a:rPr>
              <a:t>Data kolem nás</a:t>
            </a:r>
            <a:endParaRPr lang="cs-CZ" dirty="0"/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F6F03276-38B6-E4DE-D6D7-A39AC3B6C41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0" tIns="45720" rIns="0" bIns="45720" rtlCol="0" anchor="t">
            <a:normAutofit/>
          </a:bodyPr>
          <a:lstStyle/>
          <a:p>
            <a:r>
              <a:rPr lang="cs-CZ" dirty="0">
                <a:ea typeface="Calibri"/>
                <a:cs typeface="Calibri"/>
              </a:rPr>
              <a:t>Ve světe se produkuje enormní množství dat každou sekundu</a:t>
            </a:r>
          </a:p>
          <a:p>
            <a:pPr marL="383540" lvl="1">
              <a:buFont typeface="Courier New" panose="020F0502020204030204" pitchFamily="34" charset="0"/>
              <a:buChar char="o"/>
            </a:pPr>
            <a:r>
              <a:rPr lang="cs-CZ" dirty="0">
                <a:ea typeface="Calibri"/>
                <a:cs typeface="Calibri"/>
              </a:rPr>
              <a:t>Teplota, poslaný packet, průchod přes turniket, uběhlý čas, …</a:t>
            </a:r>
          </a:p>
          <a:p>
            <a:r>
              <a:rPr lang="cs-CZ" dirty="0">
                <a:ea typeface="Calibri"/>
                <a:cs typeface="Calibri"/>
              </a:rPr>
              <a:t>Vzniká potřeba je ukládat ve vhodné podobě pro další zpracování</a:t>
            </a:r>
          </a:p>
          <a:p>
            <a:r>
              <a:rPr lang="cs-CZ" dirty="0">
                <a:ea typeface="Calibri"/>
                <a:cs typeface="Calibri"/>
              </a:rPr>
              <a:t>Získávání informací -&gt; vytváření znalosti</a:t>
            </a:r>
          </a:p>
          <a:p>
            <a:endParaRPr lang="cs-CZ" dirty="0">
              <a:ea typeface="Calibri"/>
              <a:cs typeface="Calibri"/>
            </a:endParaRPr>
          </a:p>
          <a:p>
            <a:r>
              <a:rPr lang="cs-CZ" dirty="0">
                <a:ea typeface="Calibri"/>
                <a:cs typeface="Calibri"/>
              </a:rPr>
              <a:t>Kam s nimi?</a:t>
            </a:r>
          </a:p>
          <a:p>
            <a:r>
              <a:rPr lang="cs-CZ" dirty="0">
                <a:ea typeface="Calibri"/>
                <a:cs typeface="Calibri"/>
              </a:rPr>
              <a:t>Pro malé množství dat nevyžadující velké množství souvislostí - </a:t>
            </a:r>
            <a:r>
              <a:rPr lang="cs-CZ" b="1" dirty="0">
                <a:ea typeface="Calibri"/>
                <a:cs typeface="Calibri"/>
              </a:rPr>
              <a:t>tabulkové procesory</a:t>
            </a:r>
          </a:p>
          <a:p>
            <a:r>
              <a:rPr lang="cs-CZ" dirty="0">
                <a:ea typeface="Calibri"/>
                <a:cs typeface="Calibri"/>
              </a:rPr>
              <a:t>Velké množství dat vyžadující komplexní návaznosti a odkazy - </a:t>
            </a:r>
            <a:r>
              <a:rPr lang="cs-CZ" b="1" dirty="0">
                <a:ea typeface="Calibri"/>
                <a:cs typeface="Calibri"/>
              </a:rPr>
              <a:t>databáze</a:t>
            </a:r>
          </a:p>
        </p:txBody>
      </p:sp>
    </p:spTree>
    <p:extLst>
      <p:ext uri="{BB962C8B-B14F-4D97-AF65-F5344CB8AC3E}">
        <p14:creationId xmlns:p14="http://schemas.microsoft.com/office/powerpoint/2010/main" val="302367898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311973C2-EB8B-452A-A698-4A252FD3AE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12192000" cy="6857999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10162E77-11AD-44A7-84EC-40C59EEFBD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1" cy="6334316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Nadpis 1">
            <a:extLst>
              <a:ext uri="{FF2B5EF4-FFF2-40B4-BE49-F238E27FC236}">
                <a16:creationId xmlns:a16="http://schemas.microsoft.com/office/drawing/2014/main" id="{5070E31A-EBE5-99B7-D8D7-55E2E0BD16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81601" y="634946"/>
            <a:ext cx="6368142" cy="1450757"/>
          </a:xfrm>
        </p:spPr>
        <p:txBody>
          <a:bodyPr>
            <a:normAutofit/>
          </a:bodyPr>
          <a:lstStyle/>
          <a:p>
            <a:r>
              <a:rPr lang="cs-CZ" dirty="0">
                <a:ea typeface="Calibri Light"/>
                <a:cs typeface="Calibri Light"/>
              </a:rPr>
              <a:t>Ukládání dat v historii</a:t>
            </a:r>
            <a:endParaRPr lang="cs-CZ" dirty="0"/>
          </a:p>
        </p:txBody>
      </p:sp>
      <p:pic>
        <p:nvPicPr>
          <p:cNvPr id="5" name="Picture 4" descr="Různé barevné organizátory">
            <a:extLst>
              <a:ext uri="{FF2B5EF4-FFF2-40B4-BE49-F238E27FC236}">
                <a16:creationId xmlns:a16="http://schemas.microsoft.com/office/drawing/2014/main" id="{16AE8564-A43D-F201-9115-9C933BA9446A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9715" r="29300" b="2"/>
          <a:stretch>
            <a:fillRect/>
          </a:stretch>
        </p:blipFill>
        <p:spPr>
          <a:xfrm>
            <a:off x="20" y="-12128"/>
            <a:ext cx="4654276" cy="6870127"/>
          </a:xfrm>
          <a:prstGeom prst="rect">
            <a:avLst/>
          </a:prstGeom>
        </p:spPr>
      </p:pic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5AB158E9-1B40-4CD6-95F0-95CA11DF7B7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5287617" y="2085703"/>
            <a:ext cx="6170686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  <a:alpha val="9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1A73A195-937C-A84D-4941-E12415C50D2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1601" y="2198914"/>
            <a:ext cx="6368142" cy="3670180"/>
          </a:xfrm>
        </p:spPr>
        <p:txBody>
          <a:bodyPr vert="horz" lIns="0" tIns="45720" rIns="0" bIns="45720" rtlCol="0">
            <a:normAutofit/>
          </a:bodyPr>
          <a:lstStyle/>
          <a:p>
            <a:r>
              <a:rPr lang="cs-CZ" dirty="0">
                <a:ea typeface="Calibri"/>
                <a:cs typeface="Calibri"/>
              </a:rPr>
              <a:t>Papírové záznamy, kartotéky, účetní knihy, ...</a:t>
            </a:r>
          </a:p>
          <a:p>
            <a:r>
              <a:rPr lang="cs-CZ" dirty="0">
                <a:ea typeface="Calibri"/>
                <a:cs typeface="Calibri"/>
              </a:rPr>
              <a:t>Výhoda</a:t>
            </a:r>
          </a:p>
          <a:p>
            <a:pPr marL="383540" lvl="1">
              <a:buFont typeface="Courier New" panose="020F0502020204030204" pitchFamily="34" charset="0"/>
              <a:buChar char="o"/>
            </a:pPr>
            <a:r>
              <a:rPr lang="cs-CZ" dirty="0">
                <a:ea typeface="Calibri"/>
                <a:cs typeface="Calibri"/>
              </a:rPr>
              <a:t>Trvanlivost záznamu</a:t>
            </a:r>
          </a:p>
          <a:p>
            <a:r>
              <a:rPr lang="cs-CZ" dirty="0">
                <a:ea typeface="Calibri"/>
                <a:cs typeface="Calibri"/>
              </a:rPr>
              <a:t>Nevýhoda </a:t>
            </a:r>
          </a:p>
          <a:p>
            <a:pPr marL="383540" lvl="1"/>
            <a:r>
              <a:rPr lang="cs-CZ" dirty="0">
                <a:ea typeface="Calibri"/>
                <a:cs typeface="Calibri"/>
              </a:rPr>
              <a:t>Obtížné vyhledávání</a:t>
            </a:r>
          </a:p>
          <a:p>
            <a:pPr marL="383540" lvl="1"/>
            <a:r>
              <a:rPr lang="cs-CZ" dirty="0">
                <a:ea typeface="Calibri"/>
                <a:cs typeface="Calibri"/>
              </a:rPr>
              <a:t>Náročné opravování chyb</a:t>
            </a:r>
          </a:p>
          <a:p>
            <a:pPr marL="383540" lvl="1"/>
            <a:r>
              <a:rPr lang="cs-CZ" dirty="0">
                <a:ea typeface="Calibri"/>
                <a:cs typeface="Calibri"/>
              </a:rPr>
              <a:t>Špatná přehlednost</a:t>
            </a:r>
          </a:p>
          <a:p>
            <a:endParaRPr lang="cs-CZ" dirty="0">
              <a:ea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54985149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6919A92C-B167-C1D5-E332-24D909911E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>
                <a:ea typeface="Calibri Light"/>
                <a:cs typeface="Calibri Light"/>
              </a:rPr>
              <a:t>Ukládání dat v současnosti</a:t>
            </a:r>
            <a:endParaRPr lang="cs-CZ" dirty="0" err="1"/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3FD8BA5C-17BF-4DAA-55C0-8BE66ECC22B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0" tIns="45720" rIns="0" bIns="45720" rtlCol="0" anchor="t">
            <a:normAutofit/>
          </a:bodyPr>
          <a:lstStyle/>
          <a:p>
            <a:r>
              <a:rPr lang="cs-CZ" dirty="0">
                <a:ea typeface="Calibri"/>
                <a:cs typeface="Calibri"/>
              </a:rPr>
              <a:t>S příchodem počítačů nastal velký převrat</a:t>
            </a:r>
          </a:p>
          <a:p>
            <a:r>
              <a:rPr lang="cs-CZ" dirty="0">
                <a:ea typeface="Calibri"/>
                <a:cs typeface="Calibri"/>
              </a:rPr>
              <a:t>Rychlejší vyhledávání, možnost oprav, přehlednost, možnost uložit větší množství dat</a:t>
            </a:r>
          </a:p>
          <a:p>
            <a:r>
              <a:rPr lang="cs-CZ" dirty="0">
                <a:ea typeface="Calibri"/>
                <a:cs typeface="Calibri"/>
              </a:rPr>
              <a:t>Nevýhodou je nemožnost nekonečné trvanlivosti - potřeba zálohovat data</a:t>
            </a:r>
          </a:p>
          <a:p>
            <a:r>
              <a:rPr lang="cs-CZ" b="1" dirty="0">
                <a:ea typeface="Calibri"/>
                <a:cs typeface="Calibri"/>
              </a:rPr>
              <a:t>Tabulkový procesor</a:t>
            </a:r>
          </a:p>
          <a:p>
            <a:pPr marL="383540" lvl="1">
              <a:buFont typeface="Courier New" panose="020F0502020204030204" pitchFamily="34" charset="0"/>
              <a:buChar char="o"/>
            </a:pPr>
            <a:r>
              <a:rPr lang="cs-CZ" dirty="0">
                <a:ea typeface="Calibri"/>
                <a:cs typeface="Calibri"/>
              </a:rPr>
              <a:t>Excel, Google </a:t>
            </a:r>
            <a:r>
              <a:rPr lang="cs-CZ" err="1">
                <a:ea typeface="Calibri"/>
                <a:cs typeface="Calibri"/>
              </a:rPr>
              <a:t>Sheets</a:t>
            </a:r>
            <a:r>
              <a:rPr lang="cs-CZ" dirty="0">
                <a:ea typeface="Calibri"/>
                <a:cs typeface="Calibri"/>
              </a:rPr>
              <a:t>, LibreOffice </a:t>
            </a:r>
            <a:r>
              <a:rPr lang="cs-CZ" err="1">
                <a:ea typeface="Calibri"/>
                <a:cs typeface="Calibri"/>
              </a:rPr>
              <a:t>Calc</a:t>
            </a:r>
            <a:endParaRPr lang="cs-CZ">
              <a:ea typeface="Calibri"/>
              <a:cs typeface="Calibri"/>
            </a:endParaRPr>
          </a:p>
          <a:p>
            <a:r>
              <a:rPr lang="cs-CZ" b="1" dirty="0">
                <a:ea typeface="Calibri"/>
                <a:cs typeface="Calibri"/>
              </a:rPr>
              <a:t>Databáze</a:t>
            </a:r>
          </a:p>
          <a:p>
            <a:pPr marL="383540" lvl="1">
              <a:buFont typeface="Courier New" panose="020F0502020204030204" pitchFamily="34" charset="0"/>
              <a:buChar char="o"/>
            </a:pPr>
            <a:r>
              <a:rPr lang="cs-CZ" dirty="0">
                <a:ea typeface="Calibri"/>
                <a:cs typeface="Calibri"/>
              </a:rPr>
              <a:t>Access, </a:t>
            </a:r>
            <a:r>
              <a:rPr lang="cs-CZ" err="1">
                <a:ea typeface="Calibri"/>
                <a:cs typeface="Calibri"/>
              </a:rPr>
              <a:t>MySQL</a:t>
            </a:r>
            <a:r>
              <a:rPr lang="cs-CZ" dirty="0">
                <a:ea typeface="Calibri"/>
                <a:cs typeface="Calibri"/>
              </a:rPr>
              <a:t>, </a:t>
            </a:r>
            <a:r>
              <a:rPr lang="cs-CZ" err="1">
                <a:ea typeface="Calibri"/>
                <a:cs typeface="Calibri"/>
              </a:rPr>
              <a:t>SQLite</a:t>
            </a:r>
            <a:r>
              <a:rPr lang="cs-CZ" dirty="0">
                <a:ea typeface="Calibri"/>
                <a:cs typeface="Calibri"/>
              </a:rPr>
              <a:t>, </a:t>
            </a:r>
            <a:r>
              <a:rPr lang="cs-CZ" err="1">
                <a:ea typeface="Calibri"/>
                <a:cs typeface="Calibri"/>
              </a:rPr>
              <a:t>MariaDB</a:t>
            </a:r>
            <a:r>
              <a:rPr lang="cs-CZ" dirty="0">
                <a:ea typeface="Calibri"/>
                <a:cs typeface="Calibri"/>
              </a:rPr>
              <a:t>, Oracle, </a:t>
            </a:r>
            <a:r>
              <a:rPr lang="cs-CZ" err="1">
                <a:ea typeface="Calibri"/>
                <a:cs typeface="Calibri"/>
              </a:rPr>
              <a:t>PostgreSQL</a:t>
            </a:r>
            <a:endParaRPr lang="cs-CZ">
              <a:ea typeface="Calibri"/>
              <a:cs typeface="Calibri"/>
            </a:endParaRPr>
          </a:p>
          <a:p>
            <a:endParaRPr lang="cs-CZ" dirty="0">
              <a:ea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98230764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76304549-4669-A7F1-4021-3F534CC1BB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>
                <a:ea typeface="Calibri Light"/>
                <a:cs typeface="Calibri Light"/>
              </a:rPr>
              <a:t>Tabulkový procesor</a:t>
            </a:r>
            <a:endParaRPr lang="cs-CZ" dirty="0"/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BE7C760D-2DA3-2009-89C3-FA75990E11B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0" tIns="45720" rIns="0" bIns="45720" rtlCol="0" anchor="t">
            <a:normAutofit/>
          </a:bodyPr>
          <a:lstStyle/>
          <a:p>
            <a:r>
              <a:rPr lang="cs-CZ" dirty="0">
                <a:ea typeface="Calibri"/>
                <a:cs typeface="Calibri"/>
              </a:rPr>
              <a:t>Program pro ukládání dat do tabulek</a:t>
            </a:r>
          </a:p>
          <a:p>
            <a:pPr marL="383540" lvl="1"/>
            <a:r>
              <a:rPr lang="cs-CZ" dirty="0">
                <a:ea typeface="Calibri"/>
                <a:cs typeface="Calibri"/>
              </a:rPr>
              <a:t>Tabulka je složena z buněk - prostor pro vložení hodnoty</a:t>
            </a:r>
            <a:endParaRPr lang="cs-CZ" dirty="0">
              <a:solidFill>
                <a:srgbClr val="000000"/>
              </a:solidFill>
              <a:ea typeface="Calibri"/>
              <a:cs typeface="Calibri"/>
            </a:endParaRPr>
          </a:p>
          <a:p>
            <a:pPr marL="383540" lvl="1"/>
            <a:r>
              <a:rPr lang="cs-CZ" dirty="0">
                <a:ea typeface="Calibri"/>
                <a:cs typeface="Calibri"/>
              </a:rPr>
              <a:t>Hodnotám lze nastavit formátování jejich podobu - číslo, datum, měna, …</a:t>
            </a:r>
            <a:endParaRPr lang="cs-CZ" dirty="0">
              <a:solidFill>
                <a:srgbClr val="000000"/>
              </a:solidFill>
              <a:ea typeface="Calibri"/>
              <a:cs typeface="Calibri"/>
            </a:endParaRPr>
          </a:p>
          <a:p>
            <a:r>
              <a:rPr lang="cs-CZ" dirty="0">
                <a:ea typeface="Calibri"/>
                <a:cs typeface="Calibri"/>
              </a:rPr>
              <a:t>Umožňuje využívat funkce operující s daty - součet, průměr, četnost, ...</a:t>
            </a:r>
          </a:p>
          <a:p>
            <a:r>
              <a:rPr lang="cs-CZ" dirty="0">
                <a:ea typeface="Calibri"/>
                <a:cs typeface="Calibri"/>
              </a:rPr>
              <a:t>Možnost vykreslení grafu nad daty a vytvořit přehledy</a:t>
            </a:r>
          </a:p>
          <a:p>
            <a:r>
              <a:rPr lang="cs-CZ" dirty="0">
                <a:ea typeface="Calibri"/>
                <a:cs typeface="Calibri"/>
              </a:rPr>
              <a:t>Podmíněné formátování buněk na základě hodnoty</a:t>
            </a:r>
          </a:p>
          <a:p>
            <a:endParaRPr lang="cs-CZ" dirty="0">
              <a:ea typeface="Calibri"/>
              <a:cs typeface="Calibri"/>
            </a:endParaRPr>
          </a:p>
          <a:p>
            <a:r>
              <a:rPr lang="cs-CZ" dirty="0">
                <a:ea typeface="Calibri"/>
                <a:cs typeface="Calibri"/>
              </a:rPr>
              <a:t>Vhodné pro menší množství dat, výpočty a jednoduché evidence</a:t>
            </a:r>
          </a:p>
        </p:txBody>
      </p:sp>
    </p:spTree>
    <p:extLst>
      <p:ext uri="{BB962C8B-B14F-4D97-AF65-F5344CB8AC3E}">
        <p14:creationId xmlns:p14="http://schemas.microsoft.com/office/powerpoint/2010/main" val="64698846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64369440-9825-FAB7-B851-7739BEE243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939278"/>
          </a:xfrm>
        </p:spPr>
        <p:txBody>
          <a:bodyPr/>
          <a:lstStyle/>
          <a:p>
            <a:r>
              <a:rPr lang="cs-CZ" dirty="0">
                <a:ea typeface="Calibri Light"/>
                <a:cs typeface="Calibri Light"/>
              </a:rPr>
              <a:t>MS </a:t>
            </a:r>
            <a:r>
              <a:rPr lang="cs-CZ" dirty="0" err="1">
                <a:ea typeface="Calibri Light"/>
                <a:cs typeface="Calibri Light"/>
              </a:rPr>
              <a:t>Excell</a:t>
            </a:r>
            <a:endParaRPr lang="cs-CZ" dirty="0" err="1"/>
          </a:p>
        </p:txBody>
      </p:sp>
      <p:pic>
        <p:nvPicPr>
          <p:cNvPr id="4" name="Zástupný obsah 3" descr="Obsah obrázku text, snímek obrazovky, Písmo, číslo&#10;&#10;Obsah generovaný pomocí AI může být nesprávný.">
            <a:extLst>
              <a:ext uri="{FF2B5EF4-FFF2-40B4-BE49-F238E27FC236}">
                <a16:creationId xmlns:a16="http://schemas.microsoft.com/office/drawing/2014/main" id="{12C4FAAF-AC95-1C35-6262-14BBF5AA4A7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89936" y="1229871"/>
            <a:ext cx="10873086" cy="56308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8334031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52ABB703-2B0E-4C3B-B4A2-F3973548E56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1" cy="6334316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Nadpis 1">
            <a:extLst>
              <a:ext uri="{FF2B5EF4-FFF2-40B4-BE49-F238E27FC236}">
                <a16:creationId xmlns:a16="http://schemas.microsoft.com/office/drawing/2014/main" id="{74AE5F8A-FD96-1643-2657-9763057302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11685" y="634946"/>
            <a:ext cx="5127171" cy="1450757"/>
          </a:xfrm>
        </p:spPr>
        <p:txBody>
          <a:bodyPr>
            <a:normAutofit/>
          </a:bodyPr>
          <a:lstStyle/>
          <a:p>
            <a:r>
              <a:rPr lang="cs-CZ" dirty="0">
                <a:ea typeface="Calibri Light"/>
                <a:cs typeface="Calibri Light"/>
              </a:rPr>
              <a:t>Databáze</a:t>
            </a:r>
            <a:endParaRPr lang="cs-CZ" dirty="0"/>
          </a:p>
        </p:txBody>
      </p:sp>
      <p:pic>
        <p:nvPicPr>
          <p:cNvPr id="7" name="Graphic 6" descr="Databáze">
            <a:extLst>
              <a:ext uri="{FF2B5EF4-FFF2-40B4-BE49-F238E27FC236}">
                <a16:creationId xmlns:a16="http://schemas.microsoft.com/office/drawing/2014/main" id="{9306CF3C-DACE-2996-67E0-97F60850E66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45132" y="645106"/>
            <a:ext cx="5247747" cy="5247747"/>
          </a:xfrm>
          <a:prstGeom prst="rect">
            <a:avLst/>
          </a:prstGeom>
        </p:spPr>
      </p:pic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9C21570E-E159-49A6-9891-FA397B7A92D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6411684" y="2086188"/>
            <a:ext cx="4748808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  <a:alpha val="9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6EF3E969-BCF5-23AF-2D28-0F49951715B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11684" y="2198914"/>
            <a:ext cx="5127172" cy="3670180"/>
          </a:xfrm>
        </p:spPr>
        <p:txBody>
          <a:bodyPr vert="horz" lIns="0" tIns="45720" rIns="0" bIns="45720" rtlCol="0" anchor="t">
            <a:normAutofit/>
          </a:bodyPr>
          <a:lstStyle/>
          <a:p>
            <a:r>
              <a:rPr lang="cs-CZ" dirty="0">
                <a:ea typeface="+mn-lt"/>
                <a:cs typeface="+mn-lt"/>
              </a:rPr>
              <a:t>Organizovaná kolekce vzájemně souvisejících dat</a:t>
            </a:r>
            <a:endParaRPr lang="cs-CZ" dirty="0"/>
          </a:p>
          <a:p>
            <a:r>
              <a:rPr lang="cs-CZ" dirty="0">
                <a:ea typeface="+mn-lt"/>
                <a:cs typeface="+mn-lt"/>
              </a:rPr>
              <a:t>Slouží k</a:t>
            </a:r>
            <a:endParaRPr lang="cs-CZ" dirty="0">
              <a:ea typeface="Calibri"/>
              <a:cs typeface="Calibri"/>
            </a:endParaRPr>
          </a:p>
          <a:p>
            <a:pPr marL="383540" lvl="1">
              <a:buFont typeface="Courier New" panose="020F0502020204030204" pitchFamily="34" charset="0"/>
              <a:buChar char="o"/>
            </a:pPr>
            <a:r>
              <a:rPr lang="cs-CZ" dirty="0">
                <a:ea typeface="+mn-lt"/>
                <a:cs typeface="+mn-lt"/>
              </a:rPr>
              <a:t>ukládání velkého množství dat</a:t>
            </a:r>
            <a:endParaRPr lang="cs-CZ" dirty="0">
              <a:ea typeface="Calibri"/>
              <a:cs typeface="Calibri"/>
            </a:endParaRPr>
          </a:p>
          <a:p>
            <a:pPr marL="383540" lvl="1">
              <a:buFont typeface="Courier New" panose="020F0502020204030204" pitchFamily="34" charset="0"/>
              <a:buChar char="o"/>
            </a:pPr>
            <a:r>
              <a:rPr lang="cs-CZ" dirty="0">
                <a:ea typeface="+mn-lt"/>
                <a:cs typeface="+mn-lt"/>
              </a:rPr>
              <a:t>přehledné správě dat</a:t>
            </a:r>
            <a:endParaRPr lang="cs-CZ" dirty="0">
              <a:ea typeface="Calibri" panose="020F0502020204030204"/>
              <a:cs typeface="Calibri" panose="020F0502020204030204"/>
            </a:endParaRPr>
          </a:p>
          <a:p>
            <a:pPr marL="383540" lvl="1">
              <a:buFont typeface="Courier New" panose="020F0502020204030204" pitchFamily="34" charset="0"/>
              <a:buChar char="o"/>
            </a:pPr>
            <a:r>
              <a:rPr lang="cs-CZ" dirty="0">
                <a:ea typeface="+mn-lt"/>
                <a:cs typeface="+mn-lt"/>
              </a:rPr>
              <a:t>práci více uživatelů najednou</a:t>
            </a:r>
            <a:endParaRPr lang="cs-CZ" dirty="0">
              <a:ea typeface="Calibri" panose="020F0502020204030204"/>
              <a:cs typeface="Calibri" panose="020F0502020204030204"/>
            </a:endParaRPr>
          </a:p>
          <a:p>
            <a:r>
              <a:rPr lang="cs-CZ" dirty="0">
                <a:ea typeface="+mn-lt"/>
                <a:cs typeface="+mn-lt"/>
              </a:rPr>
              <a:t>Databáze klade důraz na</a:t>
            </a:r>
            <a:endParaRPr lang="cs-CZ" dirty="0"/>
          </a:p>
          <a:p>
            <a:pPr marL="383540" lvl="1">
              <a:buFont typeface="Courier New" panose="020F0502020204030204" pitchFamily="34" charset="0"/>
              <a:buChar char="o"/>
            </a:pPr>
            <a:r>
              <a:rPr lang="cs-CZ" dirty="0">
                <a:ea typeface="+mn-lt"/>
                <a:cs typeface="+mn-lt"/>
              </a:rPr>
              <a:t>pořádek</a:t>
            </a:r>
            <a:endParaRPr lang="cs-CZ" dirty="0">
              <a:ea typeface="Calibri"/>
              <a:cs typeface="Calibri"/>
            </a:endParaRPr>
          </a:p>
          <a:p>
            <a:pPr marL="383540" lvl="1">
              <a:buFont typeface="Courier New" panose="020F0502020204030204" pitchFamily="34" charset="0"/>
              <a:buChar char="o"/>
            </a:pPr>
            <a:r>
              <a:rPr lang="cs-CZ" dirty="0">
                <a:ea typeface="+mn-lt"/>
                <a:cs typeface="+mn-lt"/>
              </a:rPr>
              <a:t>přesnost</a:t>
            </a:r>
            <a:endParaRPr lang="cs-CZ">
              <a:ea typeface="Calibri"/>
              <a:cs typeface="Calibri"/>
            </a:endParaRPr>
          </a:p>
          <a:p>
            <a:pPr marL="383540" lvl="1">
              <a:buFont typeface="Courier New" panose="020F0502020204030204" pitchFamily="34" charset="0"/>
              <a:buChar char="o"/>
            </a:pPr>
            <a:r>
              <a:rPr lang="cs-CZ" dirty="0">
                <a:ea typeface="+mn-lt"/>
                <a:cs typeface="+mn-lt"/>
              </a:rPr>
              <a:t>logické uspořádání</a:t>
            </a:r>
            <a:endParaRPr lang="cs-CZ" dirty="0">
              <a:ea typeface="Calibri"/>
              <a:cs typeface="Calibri"/>
            </a:endParaRP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E95DA498-D9A2-4DA9-B9DA-B3776E08CF7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" y="6334316"/>
            <a:ext cx="12191985" cy="6648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cs-CZ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82A73093-4B9D-420D-B17E-52293703A1D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421483160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87EDAD4D-AA44-FF91-9A3F-F2FA96224B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>
                <a:ea typeface="Calibri Light"/>
                <a:cs typeface="Calibri Light"/>
              </a:rPr>
              <a:t>Databázové pojmy</a:t>
            </a:r>
            <a:endParaRPr lang="cs-CZ" dirty="0"/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87D909AD-E09B-6776-73F4-1CD7FB94CB4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0" tIns="45720" rIns="0" bIns="45720" rtlCol="0" anchor="t">
            <a:normAutofit/>
          </a:bodyPr>
          <a:lstStyle/>
          <a:p>
            <a:r>
              <a:rPr lang="cs-CZ" b="1" dirty="0">
                <a:ea typeface="Calibri"/>
                <a:cs typeface="Calibri"/>
              </a:rPr>
              <a:t>Databázový systém</a:t>
            </a:r>
            <a:r>
              <a:rPr lang="cs-CZ" dirty="0">
                <a:ea typeface="Calibri"/>
                <a:cs typeface="Calibri"/>
              </a:rPr>
              <a:t> (DBMS) - program pracující s daty</a:t>
            </a:r>
          </a:p>
          <a:p>
            <a:r>
              <a:rPr lang="cs-CZ" b="1" dirty="0">
                <a:ea typeface="Calibri"/>
                <a:cs typeface="Calibri"/>
              </a:rPr>
              <a:t>Tabulka</a:t>
            </a:r>
            <a:r>
              <a:rPr lang="cs-CZ" dirty="0">
                <a:ea typeface="Calibri"/>
                <a:cs typeface="Calibri"/>
              </a:rPr>
              <a:t> - základní struktura databáze, relace</a:t>
            </a:r>
            <a:endParaRPr lang="cs-CZ">
              <a:ea typeface="Calibri" panose="020F0502020204030204"/>
              <a:cs typeface="Calibri" panose="020F0502020204030204"/>
            </a:endParaRPr>
          </a:p>
          <a:p>
            <a:r>
              <a:rPr lang="cs-CZ" b="1" dirty="0">
                <a:ea typeface="Calibri"/>
                <a:cs typeface="Calibri"/>
              </a:rPr>
              <a:t>Záznam</a:t>
            </a:r>
            <a:r>
              <a:rPr lang="cs-CZ" dirty="0">
                <a:ea typeface="Calibri"/>
                <a:cs typeface="Calibri"/>
              </a:rPr>
              <a:t> - jeden řádek v databází popisující jeden objekt (např.: žák)</a:t>
            </a:r>
          </a:p>
          <a:p>
            <a:r>
              <a:rPr lang="cs-CZ" b="1" dirty="0">
                <a:ea typeface="Calibri"/>
                <a:cs typeface="Calibri"/>
              </a:rPr>
              <a:t>Pole</a:t>
            </a:r>
            <a:r>
              <a:rPr lang="cs-CZ" dirty="0">
                <a:ea typeface="Calibri"/>
                <a:cs typeface="Calibri"/>
              </a:rPr>
              <a:t> – sloupec v tabulce popisující vlastnost pro záznamy (např.: jméno)</a:t>
            </a:r>
          </a:p>
          <a:p>
            <a:r>
              <a:rPr lang="cs-CZ" b="1" dirty="0">
                <a:ea typeface="Calibri"/>
                <a:cs typeface="Calibri"/>
              </a:rPr>
              <a:t>Hodnota</a:t>
            </a:r>
            <a:r>
              <a:rPr lang="cs-CZ" dirty="0">
                <a:ea typeface="Calibri"/>
                <a:cs typeface="Calibri"/>
              </a:rPr>
              <a:t> - konkrétní údaj v poli některého záznamu</a:t>
            </a:r>
          </a:p>
          <a:p>
            <a:r>
              <a:rPr lang="cs-CZ" b="1" dirty="0">
                <a:ea typeface="Calibri"/>
                <a:cs typeface="Calibri"/>
              </a:rPr>
              <a:t>Datový typ </a:t>
            </a:r>
            <a:r>
              <a:rPr lang="cs-CZ" dirty="0">
                <a:ea typeface="Calibri"/>
                <a:cs typeface="Calibri"/>
              </a:rPr>
              <a:t>- určuje, jakou hodnotu lze pro dané pole ukládat</a:t>
            </a:r>
          </a:p>
          <a:p>
            <a:r>
              <a:rPr lang="cs-CZ" b="1" dirty="0">
                <a:ea typeface="Calibri"/>
                <a:cs typeface="Calibri"/>
              </a:rPr>
              <a:t>Primární klíč </a:t>
            </a:r>
            <a:r>
              <a:rPr lang="cs-CZ" dirty="0">
                <a:ea typeface="Calibri"/>
                <a:cs typeface="Calibri"/>
              </a:rPr>
              <a:t>- jedinečný identifikátor záznamu</a:t>
            </a:r>
          </a:p>
          <a:p>
            <a:pPr marL="383540" lvl="1">
              <a:buFont typeface="Courier New" panose="020F0502020204030204" pitchFamily="34" charset="0"/>
              <a:buChar char="o"/>
            </a:pPr>
            <a:r>
              <a:rPr lang="cs-CZ" dirty="0">
                <a:ea typeface="Calibri"/>
                <a:cs typeface="Calibri"/>
              </a:rPr>
              <a:t>Obvykle je využito jedinečné ID případě kombinace více hodnot, která jednoznačně určí záznam</a:t>
            </a:r>
            <a:endParaRPr lang="cs-CZ" sz="2000">
              <a:ea typeface="Calibri"/>
              <a:cs typeface="Calibri"/>
            </a:endParaRPr>
          </a:p>
          <a:p>
            <a:r>
              <a:rPr lang="cs-CZ" b="1" dirty="0">
                <a:ea typeface="Calibri"/>
                <a:cs typeface="Calibri"/>
              </a:rPr>
              <a:t>SQL</a:t>
            </a:r>
            <a:r>
              <a:rPr lang="cs-CZ" dirty="0">
                <a:ea typeface="Calibri"/>
                <a:cs typeface="Calibri"/>
              </a:rPr>
              <a:t> – jazyk sloužící k vyhledávání a dotazování nad tabulkami</a:t>
            </a:r>
          </a:p>
          <a:p>
            <a:pPr marL="383540" lvl="1">
              <a:buFont typeface="Courier New" panose="020F0502020204030204" pitchFamily="34" charset="0"/>
              <a:buChar char="o"/>
            </a:pPr>
            <a:endParaRPr lang="cs-CZ" dirty="0">
              <a:ea typeface="Calibri"/>
              <a:cs typeface="Calibri"/>
            </a:endParaRPr>
          </a:p>
          <a:p>
            <a:pPr marL="383540" lvl="1">
              <a:buFont typeface="Courier New" panose="020F0502020204030204" pitchFamily="34" charset="0"/>
              <a:buChar char="o"/>
            </a:pPr>
            <a:endParaRPr lang="cs-CZ" dirty="0">
              <a:ea typeface="Calibri"/>
              <a:cs typeface="Calibri"/>
            </a:endParaRPr>
          </a:p>
          <a:p>
            <a:pPr marL="200660" lvl="1" indent="0">
              <a:buNone/>
            </a:pPr>
            <a:endParaRPr lang="cs-CZ" dirty="0">
              <a:ea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802650893"/>
      </p:ext>
    </p:extLst>
  </p:cSld>
  <p:clrMapOvr>
    <a:masterClrMapping/>
  </p:clrMapOvr>
</p:sld>
</file>

<file path=ppt/theme/theme1.xml><?xml version="1.0" encoding="utf-8"?>
<a:theme xmlns:a="http://schemas.openxmlformats.org/drawingml/2006/main" name="Retrospect">
  <a:themeElements>
    <a:clrScheme name="Retrospect">
      <a:dk1>
        <a:srgbClr val="000000"/>
      </a:dk1>
      <a:lt1>
        <a:sysClr val="window" lastClr="FFFFFF"/>
      </a:lt1>
      <a:dk2>
        <a:srgbClr val="637052"/>
      </a:dk2>
      <a:lt2>
        <a:srgbClr val="CCDDEA"/>
      </a:lt2>
      <a:accent1>
        <a:srgbClr val="E48312"/>
      </a:accent1>
      <a:accent2>
        <a:srgbClr val="BD582C"/>
      </a:accent2>
      <a:accent3>
        <a:srgbClr val="865640"/>
      </a:accent3>
      <a:accent4>
        <a:srgbClr val="9B8357"/>
      </a:accent4>
      <a:accent5>
        <a:srgbClr val="C2BC80"/>
      </a:accent5>
      <a:accent6>
        <a:srgbClr val="94A088"/>
      </a:accent6>
      <a:hlink>
        <a:srgbClr val="2998E3"/>
      </a:hlink>
      <a:folHlink>
        <a:srgbClr val="8C8C8C"/>
      </a:folHlink>
    </a:clrScheme>
    <a:fontScheme name="Retrospect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Retrospec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Retrospect" id="{5F128B03-DCCA-4EEB-AB3B-CF2899314A46}" vid="{3F1AAB62-24C6-49D2-8E01-B56FAC9A3DCD}"/>
    </a:ext>
  </a:extLst>
</a:theme>
</file>

<file path=ppt/theme/theme2.xml><?xml version="1.0" encoding="utf-8"?>
<a:theme xmlns:a="http://schemas.openxmlformats.org/drawingml/2006/main" name="Motiv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kument" ma:contentTypeID="0x01010052F7ECDF1E614946A5A39D5552BFC522" ma:contentTypeVersion="9" ma:contentTypeDescription="Vytvoří nový dokument" ma:contentTypeScope="" ma:versionID="cec7e99e499b1a399f5002d8f5cf0989">
  <xsd:schema xmlns:xsd="http://www.w3.org/2001/XMLSchema" xmlns:xs="http://www.w3.org/2001/XMLSchema" xmlns:p="http://schemas.microsoft.com/office/2006/metadata/properties" xmlns:ns2="09a37b55-a4d7-45bd-a73f-33c2b1d41898" xmlns:ns3="3eb61919-e7f8-4a11-8db4-9145fbd21da9" targetNamespace="http://schemas.microsoft.com/office/2006/metadata/properties" ma:root="true" ma:fieldsID="7040e20160986dd2b45602a8e4e840ef" ns2:_="" ns3:_="">
    <xsd:import namespace="09a37b55-a4d7-45bd-a73f-33c2b1d41898"/>
    <xsd:import namespace="3eb61919-e7f8-4a11-8db4-9145fbd21da9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DateTaken" minOccurs="0"/>
                <xsd:element ref="ns2:lcf76f155ced4ddcb4097134ff3c332f" minOccurs="0"/>
                <xsd:element ref="ns3:TaxCatchAll" minOccurs="0"/>
                <xsd:element ref="ns2:MediaServiceGenerationTime" minOccurs="0"/>
                <xsd:element ref="ns2:MediaServiceEventHashCode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09a37b55-a4d7-45bd-a73f-33c2b1d41898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1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lcf76f155ced4ddcb4097134ff3c332f" ma:index="13" nillable="true" ma:taxonomy="true" ma:internalName="lcf76f155ced4ddcb4097134ff3c332f" ma:taxonomyFieldName="MediaServiceImageTags" ma:displayName="Značky obrázků" ma:readOnly="false" ma:fieldId="{5cf76f15-5ced-4ddc-b409-7134ff3c332f}" ma:taxonomyMulti="true" ma:sspId="ebb97977-59de-4a56-a93a-a55cc960f67b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GenerationTime" ma:index="15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6" nillable="true" ma:displayName="MediaServiceEventHashCode" ma:hidden="true" ma:internalName="MediaServiceEventHashCode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3eb61919-e7f8-4a11-8db4-9145fbd21da9" elementFormDefault="qualified">
    <xsd:import namespace="http://schemas.microsoft.com/office/2006/documentManagement/types"/>
    <xsd:import namespace="http://schemas.microsoft.com/office/infopath/2007/PartnerControls"/>
    <xsd:element name="TaxCatchAll" ma:index="14" nillable="true" ma:displayName="Taxonomy Catch All Column" ma:hidden="true" ma:list="{b81dadd1-d650-44b3-88bb-a397f6058a88}" ma:internalName="TaxCatchAll" ma:showField="CatchAllData" ma:web="3eb61919-e7f8-4a11-8db4-9145fbd21da9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yp obsahu"/>
        <xsd:element ref="dc:title" minOccurs="0" maxOccurs="1" ma:index="4" ma:displayName="Nadpis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3eb61919-e7f8-4a11-8db4-9145fbd21da9" xsi:nil="true"/>
    <lcf76f155ced4ddcb4097134ff3c332f xmlns="09a37b55-a4d7-45bd-a73f-33c2b1d41898">
      <Terms xmlns="http://schemas.microsoft.com/office/infopath/2007/PartnerControls"/>
    </lcf76f155ced4ddcb4097134ff3c332f>
  </documentManagement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2AFF94DF-1C38-4816-907F-B1A47A0C4762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09a37b55-a4d7-45bd-a73f-33c2b1d41898"/>
    <ds:schemaRef ds:uri="3eb61919-e7f8-4a11-8db4-9145fbd21da9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7CF52871-FF00-4D4A-8396-DA8C6A507140}">
  <ds:schemaRefs>
    <ds:schemaRef ds:uri="http://purl.org/dc/dcmitype/"/>
    <ds:schemaRef ds:uri="http://schemas.microsoft.com/office/2006/documentManagement/types"/>
    <ds:schemaRef ds:uri="http://schemas.openxmlformats.org/package/2006/metadata/core-properties"/>
    <ds:schemaRef ds:uri="http://schemas.microsoft.com/office/2006/metadata/properties"/>
    <ds:schemaRef ds:uri="09a37b55-a4d7-45bd-a73f-33c2b1d41898"/>
    <ds:schemaRef ds:uri="http://purl.org/dc/terms/"/>
    <ds:schemaRef ds:uri="http://purl.org/dc/elements/1.1/"/>
    <ds:schemaRef ds:uri="http://schemas.microsoft.com/office/infopath/2007/PartnerControls"/>
    <ds:schemaRef ds:uri="http://www.w3.org/XML/1998/namespace"/>
    <ds:schemaRef ds:uri="3eb61919-e7f8-4a11-8db4-9145fbd21da9"/>
  </ds:schemaRefs>
</ds:datastoreItem>
</file>

<file path=customXml/itemProps3.xml><?xml version="1.0" encoding="utf-8"?>
<ds:datastoreItem xmlns:ds="http://schemas.openxmlformats.org/officeDocument/2006/customXml" ds:itemID="{3022C7D1-EE9E-4242-B577-CD53C439A66F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148</TotalTime>
  <Words>347</Words>
  <Application>Microsoft Office PowerPoint</Application>
  <PresentationFormat>Širokoúhlá obrazovka</PresentationFormat>
  <Paragraphs>59</Paragraphs>
  <Slides>8</Slides>
  <Notes>1</Notes>
  <HiddenSlides>0</HiddenSlides>
  <MMClips>0</MMClips>
  <ScaleCrop>false</ScaleCrop>
  <HeadingPairs>
    <vt:vector size="6" baseType="variant">
      <vt:variant>
        <vt:lpstr>Použitá písma</vt:lpstr>
      </vt:variant>
      <vt:variant>
        <vt:i4>4</vt:i4>
      </vt:variant>
      <vt:variant>
        <vt:lpstr>Motiv</vt:lpstr>
      </vt:variant>
      <vt:variant>
        <vt:i4>1</vt:i4>
      </vt:variant>
      <vt:variant>
        <vt:lpstr>Nadpisy snímků</vt:lpstr>
      </vt:variant>
      <vt:variant>
        <vt:i4>8</vt:i4>
      </vt:variant>
    </vt:vector>
  </HeadingPairs>
  <TitlesOfParts>
    <vt:vector size="13" baseType="lpstr">
      <vt:lpstr>Aptos</vt:lpstr>
      <vt:lpstr>Calibri</vt:lpstr>
      <vt:lpstr>Calibri Light</vt:lpstr>
      <vt:lpstr>Courier New</vt:lpstr>
      <vt:lpstr>Retrospect</vt:lpstr>
      <vt:lpstr>Databáze, tabulkový procesor</vt:lpstr>
      <vt:lpstr>Data kolem nás</vt:lpstr>
      <vt:lpstr>Ukládání dat v historii</vt:lpstr>
      <vt:lpstr>Ukládání dat v současnosti</vt:lpstr>
      <vt:lpstr>Tabulkový procesor</vt:lpstr>
      <vt:lpstr>MS Excell</vt:lpstr>
      <vt:lpstr>Databáze</vt:lpstr>
      <vt:lpstr>Databázové pojmy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Hardware</dc:title>
  <dc:creator>Sládeček David</dc:creator>
  <cp:lastModifiedBy>Sládeček David</cp:lastModifiedBy>
  <cp:revision>718</cp:revision>
  <dcterms:created xsi:type="dcterms:W3CDTF">2025-10-12T16:48:06Z</dcterms:created>
  <dcterms:modified xsi:type="dcterms:W3CDTF">2026-01-05T11:46:48Z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0x01010052F7ECDF1E614946A5A39D5552BFC522</vt:lpwstr>
  </property>
  <property fmtid="{D5CDD505-2E9C-101B-9397-08002B2CF9AE}" pid="3" name="MediaServiceImageTags">
    <vt:lpwstr/>
  </property>
</Properties>
</file>