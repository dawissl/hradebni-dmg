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8A175-0E9F-E0DB-71DF-ACAA98AFC257}" v="391" dt="2026-09-16T19:04:25.486"/>
    <p1510:client id="{62B2CD2F-4117-FC7D-F5D6-7ECDE9A81173}" v="66" dt="2026-09-16T19:21:14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C88A175-0E9F-E0DB-71DF-ACAA98AFC257}"/>
    <pc:docChg chg="addSld delSld modSld">
      <pc:chgData name="Sládeček David" userId="S::sladecek@hradebni.cz::474d93f0-3a32-49cc-b837-47806091b590" providerId="AD" clId="Web-{0C88A175-0E9F-E0DB-71DF-ACAA98AFC257}" dt="2026-09-16T19:04:25.486" v="378"/>
      <pc:docMkLst>
        <pc:docMk/>
      </pc:docMkLst>
      <pc:sldChg chg="modSp">
        <pc:chgData name="Sládeček David" userId="S::sladecek@hradebni.cz::474d93f0-3a32-49cc-b837-47806091b590" providerId="AD" clId="Web-{0C88A175-0E9F-E0DB-71DF-ACAA98AFC257}" dt="2026-09-16T18:51:02.330" v="23" actId="20577"/>
        <pc:sldMkLst>
          <pc:docMk/>
          <pc:sldMk cId="3799523001" sldId="256"/>
        </pc:sldMkLst>
        <pc:spChg chg="mod">
          <ac:chgData name="Sládeček David" userId="S::sladecek@hradebni.cz::474d93f0-3a32-49cc-b837-47806091b590" providerId="AD" clId="Web-{0C88A175-0E9F-E0DB-71DF-ACAA98AFC257}" dt="2026-09-16T18:51:02.330" v="23" actId="20577"/>
          <ac:spMkLst>
            <pc:docMk/>
            <pc:sldMk cId="3799523001" sldId="256"/>
            <ac:spMk id="2" creationId="{00000000-0000-0000-0000-000000000000}"/>
          </ac:spMkLst>
        </pc:spChg>
      </pc:sldChg>
      <pc:sldChg chg="delSp modSp">
        <pc:chgData name="Sládeček David" userId="S::sladecek@hradebni.cz::474d93f0-3a32-49cc-b837-47806091b590" providerId="AD" clId="Web-{0C88A175-0E9F-E0DB-71DF-ACAA98AFC257}" dt="2026-09-16T18:53:40.492" v="57" actId="14100"/>
        <pc:sldMkLst>
          <pc:docMk/>
          <pc:sldMk cId="3264579588" sldId="257"/>
        </pc:sldMkLst>
        <pc:spChg chg="mod">
          <ac:chgData name="Sládeček David" userId="S::sladecek@hradebni.cz::474d93f0-3a32-49cc-b837-47806091b590" providerId="AD" clId="Web-{0C88A175-0E9F-E0DB-71DF-ACAA98AFC257}" dt="2026-09-16T18:52:23.177" v="36" actId="20577"/>
          <ac:spMkLst>
            <pc:docMk/>
            <pc:sldMk cId="3264579588" sldId="257"/>
            <ac:spMk id="2" creationId="{FD211D60-1435-BCF6-6F5D-1A31507B4E1E}"/>
          </ac:spMkLst>
        </pc:spChg>
        <pc:spChg chg="mod">
          <ac:chgData name="Sládeček David" userId="S::sladecek@hradebni.cz::474d93f0-3a32-49cc-b837-47806091b590" providerId="AD" clId="Web-{0C88A175-0E9F-E0DB-71DF-ACAA98AFC257}" dt="2026-09-16T18:53:40.492" v="57" actId="14100"/>
          <ac:spMkLst>
            <pc:docMk/>
            <pc:sldMk cId="3264579588" sldId="257"/>
            <ac:spMk id="3" creationId="{3FEDFD70-7467-F003-755E-645B76F56463}"/>
          </ac:spMkLst>
        </pc:spChg>
        <pc:picChg chg="del">
          <ac:chgData name="Sládeček David" userId="S::sladecek@hradebni.cz::474d93f0-3a32-49cc-b837-47806091b590" providerId="AD" clId="Web-{0C88A175-0E9F-E0DB-71DF-ACAA98AFC257}" dt="2026-09-16T18:51:45.550" v="24"/>
          <ac:picMkLst>
            <pc:docMk/>
            <pc:sldMk cId="3264579588" sldId="257"/>
            <ac:picMk id="7" creationId="{C2CBE0EE-C67A-FECE-3D57-521B00E7C424}"/>
          </ac:picMkLst>
        </pc:picChg>
        <pc:picChg chg="del">
          <ac:chgData name="Sládeček David" userId="S::sladecek@hradebni.cz::474d93f0-3a32-49cc-b837-47806091b590" providerId="AD" clId="Web-{0C88A175-0E9F-E0DB-71DF-ACAA98AFC257}" dt="2026-09-16T18:51:46.363" v="25"/>
          <ac:picMkLst>
            <pc:docMk/>
            <pc:sldMk cId="3264579588" sldId="257"/>
            <ac:picMk id="8" creationId="{E8816613-299C-C331-73BE-12F26C1026C3}"/>
          </ac:picMkLst>
        </pc:picChg>
      </pc:sldChg>
      <pc:sldChg chg="addSp delSp modSp">
        <pc:chgData name="Sládeček David" userId="S::sladecek@hradebni.cz::474d93f0-3a32-49cc-b837-47806091b590" providerId="AD" clId="Web-{0C88A175-0E9F-E0DB-71DF-ACAA98AFC257}" dt="2026-09-16T18:53:32.586" v="54" actId="14100"/>
        <pc:sldMkLst>
          <pc:docMk/>
          <pc:sldMk cId="821989882" sldId="258"/>
        </pc:sldMkLst>
        <pc:spChg chg="mod">
          <ac:chgData name="Sládeček David" userId="S::sladecek@hradebni.cz::474d93f0-3a32-49cc-b837-47806091b590" providerId="AD" clId="Web-{0C88A175-0E9F-E0DB-71DF-ACAA98AFC257}" dt="2026-09-16T18:53:00.741" v="48" actId="20577"/>
          <ac:spMkLst>
            <pc:docMk/>
            <pc:sldMk cId="821989882" sldId="258"/>
            <ac:spMk id="2" creationId="{1728578B-3B56-14CE-B9CA-2254E671874A}"/>
          </ac:spMkLst>
        </pc:spChg>
        <pc:spChg chg="mod">
          <ac:chgData name="Sládeček David" userId="S::sladecek@hradebni.cz::474d93f0-3a32-49cc-b837-47806091b590" providerId="AD" clId="Web-{0C88A175-0E9F-E0DB-71DF-ACAA98AFC257}" dt="2026-09-16T18:53:32.586" v="54" actId="14100"/>
          <ac:spMkLst>
            <pc:docMk/>
            <pc:sldMk cId="821989882" sldId="258"/>
            <ac:spMk id="3" creationId="{93760656-B54D-56BD-AA19-AD1ECDE5CE36}"/>
          </ac:spMkLst>
        </pc:spChg>
        <pc:picChg chg="del">
          <ac:chgData name="Sládeček David" userId="S::sladecek@hradebni.cz::474d93f0-3a32-49cc-b837-47806091b590" providerId="AD" clId="Web-{0C88A175-0E9F-E0DB-71DF-ACAA98AFC257}" dt="2026-09-16T18:53:01.803" v="49"/>
          <ac:picMkLst>
            <pc:docMk/>
            <pc:sldMk cId="821989882" sldId="258"/>
            <ac:picMk id="7" creationId="{88393F1A-5B3B-9807-1545-B99B6099BC23}"/>
          </ac:picMkLst>
        </pc:picChg>
        <pc:picChg chg="add mod">
          <ac:chgData name="Sládeček David" userId="S::sladecek@hradebni.cz::474d93f0-3a32-49cc-b837-47806091b590" providerId="AD" clId="Web-{0C88A175-0E9F-E0DB-71DF-ACAA98AFC257}" dt="2026-09-16T18:53:23.007" v="52" actId="1076"/>
          <ac:picMkLst>
            <pc:docMk/>
            <pc:sldMk cId="821989882" sldId="258"/>
            <ac:picMk id="8" creationId="{ADC83211-54D3-584F-B8CE-A53CE3F2040F}"/>
          </ac:picMkLst>
        </pc:picChg>
      </pc:sldChg>
      <pc:sldChg chg="addSp delSp modSp">
        <pc:chgData name="Sládeček David" userId="S::sladecek@hradebni.cz::474d93f0-3a32-49cc-b837-47806091b590" providerId="AD" clId="Web-{0C88A175-0E9F-E0DB-71DF-ACAA98AFC257}" dt="2026-09-16T18:55:30.856" v="137" actId="20577"/>
        <pc:sldMkLst>
          <pc:docMk/>
          <pc:sldMk cId="3040167792" sldId="259"/>
        </pc:sldMkLst>
        <pc:spChg chg="mod">
          <ac:chgData name="Sládeček David" userId="S::sladecek@hradebni.cz::474d93f0-3a32-49cc-b837-47806091b590" providerId="AD" clId="Web-{0C88A175-0E9F-E0DB-71DF-ACAA98AFC257}" dt="2026-09-16T18:54:02.806" v="62" actId="20577"/>
          <ac:spMkLst>
            <pc:docMk/>
            <pc:sldMk cId="3040167792" sldId="259"/>
            <ac:spMk id="2" creationId="{4ABA1FC3-1C58-7253-D327-E2FAA2533DBB}"/>
          </ac:spMkLst>
        </pc:spChg>
        <pc:spChg chg="mod">
          <ac:chgData name="Sládeček David" userId="S::sladecek@hradebni.cz::474d93f0-3a32-49cc-b837-47806091b590" providerId="AD" clId="Web-{0C88A175-0E9F-E0DB-71DF-ACAA98AFC257}" dt="2026-09-16T18:55:30.856" v="137" actId="20577"/>
          <ac:spMkLst>
            <pc:docMk/>
            <pc:sldMk cId="3040167792" sldId="259"/>
            <ac:spMk id="3" creationId="{A876B5EC-F529-7FF6-8385-353CF4E35C19}"/>
          </ac:spMkLst>
        </pc:spChg>
        <pc:picChg chg="del">
          <ac:chgData name="Sládeček David" userId="S::sladecek@hradebni.cz::474d93f0-3a32-49cc-b837-47806091b590" providerId="AD" clId="Web-{0C88A175-0E9F-E0DB-71DF-ACAA98AFC257}" dt="2026-09-16T18:53:46.321" v="58"/>
          <ac:picMkLst>
            <pc:docMk/>
            <pc:sldMk cId="3040167792" sldId="259"/>
            <ac:picMk id="7" creationId="{11E87CFA-3D55-D196-3312-96CC4181B858}"/>
          </ac:picMkLst>
        </pc:picChg>
        <pc:picChg chg="add mod">
          <ac:chgData name="Sládeček David" userId="S::sladecek@hradebni.cz::474d93f0-3a32-49cc-b837-47806091b590" providerId="AD" clId="Web-{0C88A175-0E9F-E0DB-71DF-ACAA98AFC257}" dt="2026-09-16T18:55:25.121" v="135" actId="1076"/>
          <ac:picMkLst>
            <pc:docMk/>
            <pc:sldMk cId="3040167792" sldId="259"/>
            <ac:picMk id="8" creationId="{4C9DFD50-36EE-A47B-9124-85F6A6407111}"/>
          </ac:picMkLst>
        </pc:picChg>
      </pc:sldChg>
      <pc:sldChg chg="delSp modSp">
        <pc:chgData name="Sládeček David" userId="S::sladecek@hradebni.cz::474d93f0-3a32-49cc-b837-47806091b590" providerId="AD" clId="Web-{0C88A175-0E9F-E0DB-71DF-ACAA98AFC257}" dt="2026-09-16T18:57:45.814" v="282" actId="20577"/>
        <pc:sldMkLst>
          <pc:docMk/>
          <pc:sldMk cId="1810819698" sldId="260"/>
        </pc:sldMkLst>
        <pc:spChg chg="mod">
          <ac:chgData name="Sládeček David" userId="S::sladecek@hradebni.cz::474d93f0-3a32-49cc-b837-47806091b590" providerId="AD" clId="Web-{0C88A175-0E9F-E0DB-71DF-ACAA98AFC257}" dt="2026-09-16T18:55:57.232" v="140" actId="20577"/>
          <ac:spMkLst>
            <pc:docMk/>
            <pc:sldMk cId="1810819698" sldId="260"/>
            <ac:spMk id="2" creationId="{579120E7-94DA-FAF5-F041-9752F125A6EC}"/>
          </ac:spMkLst>
        </pc:spChg>
        <pc:spChg chg="mod">
          <ac:chgData name="Sládeček David" userId="S::sladecek@hradebni.cz::474d93f0-3a32-49cc-b837-47806091b590" providerId="AD" clId="Web-{0C88A175-0E9F-E0DB-71DF-ACAA98AFC257}" dt="2026-09-16T18:57:45.814" v="282" actId="20577"/>
          <ac:spMkLst>
            <pc:docMk/>
            <pc:sldMk cId="1810819698" sldId="260"/>
            <ac:spMk id="3" creationId="{8D5D57B8-3A6B-29F0-82BF-4D513B29A934}"/>
          </ac:spMkLst>
        </pc:spChg>
        <pc:picChg chg="del">
          <ac:chgData name="Sládeček David" userId="S::sladecek@hradebni.cz::474d93f0-3a32-49cc-b837-47806091b590" providerId="AD" clId="Web-{0C88A175-0E9F-E0DB-71DF-ACAA98AFC257}" dt="2026-09-16T18:55:46.872" v="138"/>
          <ac:picMkLst>
            <pc:docMk/>
            <pc:sldMk cId="1810819698" sldId="260"/>
            <ac:picMk id="8" creationId="{A04C3328-F63A-0D53-0701-2B0D9E84E61E}"/>
          </ac:picMkLst>
        </pc:picChg>
      </pc:sldChg>
      <pc:sldChg chg="delSp modSp">
        <pc:chgData name="Sládeček David" userId="S::sladecek@hradebni.cz::474d93f0-3a32-49cc-b837-47806091b590" providerId="AD" clId="Web-{0C88A175-0E9F-E0DB-71DF-ACAA98AFC257}" dt="2026-09-16T18:58:13.816" v="294" actId="20577"/>
        <pc:sldMkLst>
          <pc:docMk/>
          <pc:sldMk cId="2095829869" sldId="261"/>
        </pc:sldMkLst>
        <pc:spChg chg="mod">
          <ac:chgData name="Sládeček David" userId="S::sladecek@hradebni.cz::474d93f0-3a32-49cc-b837-47806091b590" providerId="AD" clId="Web-{0C88A175-0E9F-E0DB-71DF-ACAA98AFC257}" dt="2026-09-16T18:58:05.237" v="292" actId="20577"/>
          <ac:spMkLst>
            <pc:docMk/>
            <pc:sldMk cId="2095829869" sldId="261"/>
            <ac:spMk id="2" creationId="{F6E08C9D-94E4-4483-7146-C4D0E01042AA}"/>
          </ac:spMkLst>
        </pc:spChg>
        <pc:spChg chg="mod">
          <ac:chgData name="Sládeček David" userId="S::sladecek@hradebni.cz::474d93f0-3a32-49cc-b837-47806091b590" providerId="AD" clId="Web-{0C88A175-0E9F-E0DB-71DF-ACAA98AFC257}" dt="2026-09-16T18:58:13.816" v="294" actId="20577"/>
          <ac:spMkLst>
            <pc:docMk/>
            <pc:sldMk cId="2095829869" sldId="261"/>
            <ac:spMk id="3" creationId="{AFF2A140-2A8F-E671-A925-272F29CA6A4B}"/>
          </ac:spMkLst>
        </pc:spChg>
        <pc:picChg chg="del">
          <ac:chgData name="Sládeček David" userId="S::sladecek@hradebni.cz::474d93f0-3a32-49cc-b837-47806091b590" providerId="AD" clId="Web-{0C88A175-0E9F-E0DB-71DF-ACAA98AFC257}" dt="2026-09-16T18:57:47.252" v="283"/>
          <ac:picMkLst>
            <pc:docMk/>
            <pc:sldMk cId="2095829869" sldId="261"/>
            <ac:picMk id="8" creationId="{F3CB1FD4-F7CE-0814-AAAB-192BEC666060}"/>
          </ac:picMkLst>
        </pc:picChg>
      </pc:sldChg>
      <pc:sldChg chg="addSp delSp modSp">
        <pc:chgData name="Sládeček David" userId="S::sladecek@hradebni.cz::474d93f0-3a32-49cc-b837-47806091b590" providerId="AD" clId="Web-{0C88A175-0E9F-E0DB-71DF-ACAA98AFC257}" dt="2026-09-16T19:00:34.446" v="308"/>
        <pc:sldMkLst>
          <pc:docMk/>
          <pc:sldMk cId="2538314086" sldId="262"/>
        </pc:sldMkLst>
        <pc:spChg chg="mod">
          <ac:chgData name="Sládeček David" userId="S::sladecek@hradebni.cz::474d93f0-3a32-49cc-b837-47806091b590" providerId="AD" clId="Web-{0C88A175-0E9F-E0DB-71DF-ACAA98AFC257}" dt="2026-09-16T19:00:27.165" v="304" actId="20577"/>
          <ac:spMkLst>
            <pc:docMk/>
            <pc:sldMk cId="2538314086" sldId="262"/>
            <ac:spMk id="2" creationId="{2B2CA047-1C1D-84A3-046D-2A4E0992F860}"/>
          </ac:spMkLst>
        </pc:spChg>
        <pc:spChg chg="del mod">
          <ac:chgData name="Sládeček David" userId="S::sladecek@hradebni.cz::474d93f0-3a32-49cc-b837-47806091b590" providerId="AD" clId="Web-{0C88A175-0E9F-E0DB-71DF-ACAA98AFC257}" dt="2026-09-16T19:00:32.634" v="307"/>
          <ac:spMkLst>
            <pc:docMk/>
            <pc:sldMk cId="2538314086" sldId="262"/>
            <ac:spMk id="3" creationId="{3CC2B99F-B838-147A-2E41-BE2F9D0A11E3}"/>
          </ac:spMkLst>
        </pc:spChg>
        <pc:spChg chg="add del mod">
          <ac:chgData name="Sládeček David" userId="S::sladecek@hradebni.cz::474d93f0-3a32-49cc-b837-47806091b590" providerId="AD" clId="Web-{0C88A175-0E9F-E0DB-71DF-ACAA98AFC257}" dt="2026-09-16T19:00:34.446" v="308"/>
          <ac:spMkLst>
            <pc:docMk/>
            <pc:sldMk cId="2538314086" sldId="262"/>
            <ac:spMk id="9" creationId="{68A995B9-8D9B-D849-1F26-906211198E4E}"/>
          </ac:spMkLst>
        </pc:spChg>
        <pc:picChg chg="del">
          <ac:chgData name="Sládeček David" userId="S::sladecek@hradebni.cz::474d93f0-3a32-49cc-b837-47806091b590" providerId="AD" clId="Web-{0C88A175-0E9F-E0DB-71DF-ACAA98AFC257}" dt="2026-09-16T18:58:17.581" v="295"/>
          <ac:picMkLst>
            <pc:docMk/>
            <pc:sldMk cId="2538314086" sldId="262"/>
            <ac:picMk id="8" creationId="{64D1A572-BFF4-0666-AD2A-147403D934BD}"/>
          </ac:picMkLst>
        </pc:picChg>
        <pc:picChg chg="add mod ord">
          <ac:chgData name="Sládeček David" userId="S::sladecek@hradebni.cz::474d93f0-3a32-49cc-b837-47806091b590" providerId="AD" clId="Web-{0C88A175-0E9F-E0DB-71DF-ACAA98AFC257}" dt="2026-09-16T19:00:34.446" v="308"/>
          <ac:picMkLst>
            <pc:docMk/>
            <pc:sldMk cId="2538314086" sldId="262"/>
            <ac:picMk id="10" creationId="{E6DF4CC7-D5F1-50AB-0610-971A7D18B30E}"/>
          </ac:picMkLst>
        </pc:picChg>
      </pc:sldChg>
      <pc:sldChg chg="modSp new mod modClrScheme chgLayout">
        <pc:chgData name="Sládeček David" userId="S::sladecek@hradebni.cz::474d93f0-3a32-49cc-b837-47806091b590" providerId="AD" clId="Web-{0C88A175-0E9F-E0DB-71DF-ACAA98AFC257}" dt="2026-09-16T19:01:15.573" v="314"/>
        <pc:sldMkLst>
          <pc:docMk/>
          <pc:sldMk cId="1880143657" sldId="263"/>
        </pc:sldMkLst>
        <pc:spChg chg="mod">
          <ac:chgData name="Sládeček David" userId="S::sladecek@hradebni.cz::474d93f0-3a32-49cc-b837-47806091b590" providerId="AD" clId="Web-{0C88A175-0E9F-E0DB-71DF-ACAA98AFC257}" dt="2026-09-16T19:01:15.573" v="314"/>
          <ac:spMkLst>
            <pc:docMk/>
            <pc:sldMk cId="1880143657" sldId="263"/>
            <ac:spMk id="2" creationId="{5E551208-517D-1F3F-7B3E-19A146971F7B}"/>
          </ac:spMkLst>
        </pc:spChg>
        <pc:spChg chg="mod">
          <ac:chgData name="Sládeček David" userId="S::sladecek@hradebni.cz::474d93f0-3a32-49cc-b837-47806091b590" providerId="AD" clId="Web-{0C88A175-0E9F-E0DB-71DF-ACAA98AFC257}" dt="2026-09-16T19:01:15.573" v="314"/>
          <ac:spMkLst>
            <pc:docMk/>
            <pc:sldMk cId="1880143657" sldId="263"/>
            <ac:spMk id="3" creationId="{A8282BBF-79F1-4A80-2F5A-9DE8347E48B9}"/>
          </ac:spMkLst>
        </pc:spChg>
        <pc:spChg chg="mod ord">
          <ac:chgData name="Sládeček David" userId="S::sladecek@hradebni.cz::474d93f0-3a32-49cc-b837-47806091b590" providerId="AD" clId="Web-{0C88A175-0E9F-E0DB-71DF-ACAA98AFC257}" dt="2026-09-16T19:01:15.573" v="314"/>
          <ac:spMkLst>
            <pc:docMk/>
            <pc:sldMk cId="1880143657" sldId="263"/>
            <ac:spMk id="4" creationId="{2EA44114-B05A-A930-1CB0-676B7454AFA6}"/>
          </ac:spMkLst>
        </pc:spChg>
        <pc:spChg chg="mod">
          <ac:chgData name="Sládeček David" userId="S::sladecek@hradebni.cz::474d93f0-3a32-49cc-b837-47806091b590" providerId="AD" clId="Web-{0C88A175-0E9F-E0DB-71DF-ACAA98AFC257}" dt="2026-09-16T19:01:15.573" v="314"/>
          <ac:spMkLst>
            <pc:docMk/>
            <pc:sldMk cId="1880143657" sldId="263"/>
            <ac:spMk id="5" creationId="{D46AB482-153F-9A1C-A3C0-23D6ECD47BC1}"/>
          </ac:spMkLst>
        </pc:spChg>
        <pc:spChg chg="mod">
          <ac:chgData name="Sládeček David" userId="S::sladecek@hradebni.cz::474d93f0-3a32-49cc-b837-47806091b590" providerId="AD" clId="Web-{0C88A175-0E9F-E0DB-71DF-ACAA98AFC257}" dt="2026-09-16T19:01:15.573" v="314"/>
          <ac:spMkLst>
            <pc:docMk/>
            <pc:sldMk cId="1880143657" sldId="263"/>
            <ac:spMk id="6" creationId="{81BF5FB7-7DC8-936F-5103-C7C13DA3E2E4}"/>
          </ac:spMkLst>
        </pc:spChg>
      </pc:sldChg>
      <pc:sldChg chg="modSp new mod modClrScheme chgLayout">
        <pc:chgData name="Sládeček David" userId="S::sladecek@hradebni.cz::474d93f0-3a32-49cc-b837-47806091b590" providerId="AD" clId="Web-{0C88A175-0E9F-E0DB-71DF-ACAA98AFC257}" dt="2026-09-16T19:01:54.668" v="323" actId="20577"/>
        <pc:sldMkLst>
          <pc:docMk/>
          <pc:sldMk cId="4273144957" sldId="264"/>
        </pc:sldMkLst>
        <pc:spChg chg="mod ord">
          <ac:chgData name="Sládeček David" userId="S::sladecek@hradebni.cz::474d93f0-3a32-49cc-b837-47806091b590" providerId="AD" clId="Web-{0C88A175-0E9F-E0DB-71DF-ACAA98AFC257}" dt="2026-09-16T19:01:46.699" v="318" actId="20577"/>
          <ac:spMkLst>
            <pc:docMk/>
            <pc:sldMk cId="4273144957" sldId="264"/>
            <ac:spMk id="2" creationId="{CE864487-FB61-9A06-EE71-9796B3845B06}"/>
          </ac:spMkLst>
        </pc:spChg>
        <pc:spChg chg="mod ord">
          <ac:chgData name="Sládeček David" userId="S::sladecek@hradebni.cz::474d93f0-3a32-49cc-b837-47806091b590" providerId="AD" clId="Web-{0C88A175-0E9F-E0DB-71DF-ACAA98AFC257}" dt="2026-09-16T19:01:54.668" v="323" actId="20577"/>
          <ac:spMkLst>
            <pc:docMk/>
            <pc:sldMk cId="4273144957" sldId="264"/>
            <ac:spMk id="3" creationId="{2AE14C6F-923E-7BD6-C9FB-CAD365F7F675}"/>
          </ac:spMkLst>
        </pc:spChg>
        <pc:spChg chg="mod ord">
          <ac:chgData name="Sládeček David" userId="S::sladecek@hradebni.cz::474d93f0-3a32-49cc-b837-47806091b590" providerId="AD" clId="Web-{0C88A175-0E9F-E0DB-71DF-ACAA98AFC257}" dt="2026-09-16T19:01:27.354" v="316"/>
          <ac:spMkLst>
            <pc:docMk/>
            <pc:sldMk cId="4273144957" sldId="264"/>
            <ac:spMk id="4" creationId="{9DEB0AE2-B87E-4ABF-5935-ECD1183D9B1E}"/>
          </ac:spMkLst>
        </pc:spChg>
        <pc:spChg chg="mod ord">
          <ac:chgData name="Sládeček David" userId="S::sladecek@hradebni.cz::474d93f0-3a32-49cc-b837-47806091b590" providerId="AD" clId="Web-{0C88A175-0E9F-E0DB-71DF-ACAA98AFC257}" dt="2026-09-16T19:01:27.354" v="316"/>
          <ac:spMkLst>
            <pc:docMk/>
            <pc:sldMk cId="4273144957" sldId="264"/>
            <ac:spMk id="5" creationId="{BC6D50A0-8395-ACE8-42C9-5DEA363697F9}"/>
          </ac:spMkLst>
        </pc:spChg>
        <pc:spChg chg="mod ord">
          <ac:chgData name="Sládeček David" userId="S::sladecek@hradebni.cz::474d93f0-3a32-49cc-b837-47806091b590" providerId="AD" clId="Web-{0C88A175-0E9F-E0DB-71DF-ACAA98AFC257}" dt="2026-09-16T19:01:27.354" v="316"/>
          <ac:spMkLst>
            <pc:docMk/>
            <pc:sldMk cId="4273144957" sldId="264"/>
            <ac:spMk id="6" creationId="{01327AD2-99FC-853C-ACB8-E5AA5867F878}"/>
          </ac:spMkLst>
        </pc:spChg>
      </pc:sldChg>
      <pc:sldChg chg="modSp new">
        <pc:chgData name="Sládeček David" userId="S::sladecek@hradebni.cz::474d93f0-3a32-49cc-b837-47806091b590" providerId="AD" clId="Web-{0C88A175-0E9F-E0DB-71DF-ACAA98AFC257}" dt="2026-09-16T19:02:23.138" v="331" actId="20577"/>
        <pc:sldMkLst>
          <pc:docMk/>
          <pc:sldMk cId="3793573697" sldId="265"/>
        </pc:sldMkLst>
        <pc:spChg chg="mod">
          <ac:chgData name="Sládeček David" userId="S::sladecek@hradebni.cz::474d93f0-3a32-49cc-b837-47806091b590" providerId="AD" clId="Web-{0C88A175-0E9F-E0DB-71DF-ACAA98AFC257}" dt="2026-09-16T19:02:04.793" v="325" actId="20577"/>
          <ac:spMkLst>
            <pc:docMk/>
            <pc:sldMk cId="3793573697" sldId="265"/>
            <ac:spMk id="2" creationId="{4E4B2B01-39FB-B0DD-0BC6-FA9F123E1D61}"/>
          </ac:spMkLst>
        </pc:spChg>
        <pc:spChg chg="mod">
          <ac:chgData name="Sládeček David" userId="S::sladecek@hradebni.cz::474d93f0-3a32-49cc-b837-47806091b590" providerId="AD" clId="Web-{0C88A175-0E9F-E0DB-71DF-ACAA98AFC257}" dt="2026-09-16T19:02:23.138" v="331" actId="20577"/>
          <ac:spMkLst>
            <pc:docMk/>
            <pc:sldMk cId="3793573697" sldId="265"/>
            <ac:spMk id="3" creationId="{A3BF8059-6EA1-3755-A5A3-72B5647A87E5}"/>
          </ac:spMkLst>
        </pc:spChg>
      </pc:sldChg>
      <pc:sldChg chg="modSp new">
        <pc:chgData name="Sládeček David" userId="S::sladecek@hradebni.cz::474d93f0-3a32-49cc-b837-47806091b590" providerId="AD" clId="Web-{0C88A175-0E9F-E0DB-71DF-ACAA98AFC257}" dt="2026-09-16T19:02:45.998" v="338" actId="20577"/>
        <pc:sldMkLst>
          <pc:docMk/>
          <pc:sldMk cId="3217589152" sldId="266"/>
        </pc:sldMkLst>
        <pc:spChg chg="mod">
          <ac:chgData name="Sládeček David" userId="S::sladecek@hradebni.cz::474d93f0-3a32-49cc-b837-47806091b590" providerId="AD" clId="Web-{0C88A175-0E9F-E0DB-71DF-ACAA98AFC257}" dt="2026-09-16T19:02:45.998" v="338" actId="20577"/>
          <ac:spMkLst>
            <pc:docMk/>
            <pc:sldMk cId="3217589152" sldId="266"/>
            <ac:spMk id="2" creationId="{CC982811-D372-19CB-B1AF-BEB1EB3852EE}"/>
          </ac:spMkLst>
        </pc:spChg>
        <pc:spChg chg="mod">
          <ac:chgData name="Sládeček David" userId="S::sladecek@hradebni.cz::474d93f0-3a32-49cc-b837-47806091b590" providerId="AD" clId="Web-{0C88A175-0E9F-E0DB-71DF-ACAA98AFC257}" dt="2026-09-16T19:02:40.185" v="337" actId="20577"/>
          <ac:spMkLst>
            <pc:docMk/>
            <pc:sldMk cId="3217589152" sldId="266"/>
            <ac:spMk id="3" creationId="{737C641C-EB68-C236-6127-24F5D1602C80}"/>
          </ac:spMkLst>
        </pc:spChg>
      </pc:sldChg>
      <pc:sldChg chg="modSp new">
        <pc:chgData name="Sládeček David" userId="S::sladecek@hradebni.cz::474d93f0-3a32-49cc-b837-47806091b590" providerId="AD" clId="Web-{0C88A175-0E9F-E0DB-71DF-ACAA98AFC257}" dt="2026-09-16T19:03:09.155" v="346" actId="20577"/>
        <pc:sldMkLst>
          <pc:docMk/>
          <pc:sldMk cId="182190293" sldId="267"/>
        </pc:sldMkLst>
        <pc:spChg chg="mod">
          <ac:chgData name="Sládeček David" userId="S::sladecek@hradebni.cz::474d93f0-3a32-49cc-b837-47806091b590" providerId="AD" clId="Web-{0C88A175-0E9F-E0DB-71DF-ACAA98AFC257}" dt="2026-09-16T19:02:58.186" v="340" actId="20577"/>
          <ac:spMkLst>
            <pc:docMk/>
            <pc:sldMk cId="182190293" sldId="267"/>
            <ac:spMk id="2" creationId="{7D977317-5801-A165-AD44-1AE2FA263A23}"/>
          </ac:spMkLst>
        </pc:spChg>
        <pc:spChg chg="mod">
          <ac:chgData name="Sládeček David" userId="S::sladecek@hradebni.cz::474d93f0-3a32-49cc-b837-47806091b590" providerId="AD" clId="Web-{0C88A175-0E9F-E0DB-71DF-ACAA98AFC257}" dt="2026-09-16T19:03:09.155" v="346" actId="20577"/>
          <ac:spMkLst>
            <pc:docMk/>
            <pc:sldMk cId="182190293" sldId="267"/>
            <ac:spMk id="3" creationId="{C99C7CBD-B19F-FE62-F75A-ED262A052DAF}"/>
          </ac:spMkLst>
        </pc:spChg>
      </pc:sldChg>
      <pc:sldChg chg="modSp new">
        <pc:chgData name="Sládeček David" userId="S::sladecek@hradebni.cz::474d93f0-3a32-49cc-b837-47806091b590" providerId="AD" clId="Web-{0C88A175-0E9F-E0DB-71DF-ACAA98AFC257}" dt="2026-09-16T19:03:47.016" v="360" actId="20577"/>
        <pc:sldMkLst>
          <pc:docMk/>
          <pc:sldMk cId="2163266129" sldId="268"/>
        </pc:sldMkLst>
        <pc:spChg chg="mod">
          <ac:chgData name="Sládeček David" userId="S::sladecek@hradebni.cz::474d93f0-3a32-49cc-b837-47806091b590" providerId="AD" clId="Web-{0C88A175-0E9F-E0DB-71DF-ACAA98AFC257}" dt="2026-09-16T19:03:47.016" v="360" actId="20577"/>
          <ac:spMkLst>
            <pc:docMk/>
            <pc:sldMk cId="2163266129" sldId="268"/>
            <ac:spMk id="2" creationId="{F7412F42-F628-8137-6103-D220C5427C05}"/>
          </ac:spMkLst>
        </pc:spChg>
        <pc:spChg chg="mod">
          <ac:chgData name="Sládeček David" userId="S::sladecek@hradebni.cz::474d93f0-3a32-49cc-b837-47806091b590" providerId="AD" clId="Web-{0C88A175-0E9F-E0DB-71DF-ACAA98AFC257}" dt="2026-09-16T19:03:26.844" v="353" actId="20577"/>
          <ac:spMkLst>
            <pc:docMk/>
            <pc:sldMk cId="2163266129" sldId="268"/>
            <ac:spMk id="3" creationId="{4025B51C-7D6B-C28B-2DAA-B4DE773B62F3}"/>
          </ac:spMkLst>
        </pc:spChg>
      </pc:sldChg>
      <pc:sldChg chg="addSp delSp modSp new">
        <pc:chgData name="Sládeček David" userId="S::sladecek@hradebni.cz::474d93f0-3a32-49cc-b837-47806091b590" providerId="AD" clId="Web-{0C88A175-0E9F-E0DB-71DF-ACAA98AFC257}" dt="2026-09-16T19:03:57.767" v="376"/>
        <pc:sldMkLst>
          <pc:docMk/>
          <pc:sldMk cId="1240190941" sldId="269"/>
        </pc:sldMkLst>
        <pc:spChg chg="mod">
          <ac:chgData name="Sládeček David" userId="S::sladecek@hradebni.cz::474d93f0-3a32-49cc-b837-47806091b590" providerId="AD" clId="Web-{0C88A175-0E9F-E0DB-71DF-ACAA98AFC257}" dt="2026-09-16T19:03:55.563" v="375" actId="20577"/>
          <ac:spMkLst>
            <pc:docMk/>
            <pc:sldMk cId="1240190941" sldId="269"/>
            <ac:spMk id="2" creationId="{B2AEB382-3D1D-8AB6-5684-6E5E54C7CD82}"/>
          </ac:spMkLst>
        </pc:spChg>
        <pc:spChg chg="del">
          <ac:chgData name="Sládeček David" userId="S::sladecek@hradebni.cz::474d93f0-3a32-49cc-b837-47806091b590" providerId="AD" clId="Web-{0C88A175-0E9F-E0DB-71DF-ACAA98AFC257}" dt="2026-09-16T19:03:57.767" v="376"/>
          <ac:spMkLst>
            <pc:docMk/>
            <pc:sldMk cId="1240190941" sldId="269"/>
            <ac:spMk id="3" creationId="{CBD6B664-0872-C150-31E5-0F85D5569109}"/>
          </ac:spMkLst>
        </pc:spChg>
        <pc:picChg chg="add mod ord">
          <ac:chgData name="Sládeček David" userId="S::sladecek@hradebni.cz::474d93f0-3a32-49cc-b837-47806091b590" providerId="AD" clId="Web-{0C88A175-0E9F-E0DB-71DF-ACAA98AFC257}" dt="2026-09-16T19:03:57.767" v="376"/>
          <ac:picMkLst>
            <pc:docMk/>
            <pc:sldMk cId="1240190941" sldId="269"/>
            <ac:picMk id="7" creationId="{21D27B2C-F2F6-D622-2D21-D0D10643D4B1}"/>
          </ac:picMkLst>
        </pc:picChg>
      </pc:sldChg>
      <pc:sldChg chg="new del">
        <pc:chgData name="Sládeček David" userId="S::sladecek@hradebni.cz::474d93f0-3a32-49cc-b837-47806091b590" providerId="AD" clId="Web-{0C88A175-0E9F-E0DB-71DF-ACAA98AFC257}" dt="2026-09-16T19:04:25.486" v="378"/>
        <pc:sldMkLst>
          <pc:docMk/>
          <pc:sldMk cId="2646612000" sldId="270"/>
        </pc:sldMkLst>
      </pc:sldChg>
    </pc:docChg>
  </pc:docChgLst>
  <pc:docChgLst>
    <pc:chgData name="Sládeček David" userId="S::sladecek@hradebni.cz::474d93f0-3a32-49cc-b837-47806091b590" providerId="AD" clId="Web-{521C111D-4D70-D79E-0637-02842A7D365F}"/>
    <pc:docChg chg="mod addSld modSld addMainMaster delMainMaster">
      <pc:chgData name="Sládeček David" userId="S::sladecek@hradebni.cz::474d93f0-3a32-49cc-b837-47806091b590" providerId="AD" clId="Web-{521C111D-4D70-D79E-0637-02842A7D365F}" dt="2026-09-02T15:45:44.833" v="284" actId="20577"/>
      <pc:docMkLst>
        <pc:docMk/>
      </pc:docMkLst>
      <pc:sldChg chg="modSp mod modClrScheme chgLayout">
        <pc:chgData name="Sládeček David" userId="S::sladecek@hradebni.cz::474d93f0-3a32-49cc-b837-47806091b590" providerId="AD" clId="Web-{521C111D-4D70-D79E-0637-02842A7D365F}" dt="2026-09-02T06:40:48.565" v="16" actId="20577"/>
        <pc:sldMkLst>
          <pc:docMk/>
          <pc:sldMk cId="3799523001" sldId="256"/>
        </pc:sldMkLst>
        <pc:spChg chg="mod ord">
          <ac:chgData name="Sládeček David" userId="S::sladecek@hradebni.cz::474d93f0-3a32-49cc-b837-47806091b590" providerId="AD" clId="Web-{521C111D-4D70-D79E-0637-02842A7D365F}" dt="2026-09-02T06:40:42.081" v="6" actId="20577"/>
          <ac:spMkLst>
            <pc:docMk/>
            <pc:sldMk cId="3799523001" sldId="256"/>
            <ac:spMk id="2" creationId="{00000000-0000-0000-0000-000000000000}"/>
          </ac:spMkLst>
        </pc:spChg>
        <pc:spChg chg="mod ord">
          <ac:chgData name="Sládeček David" userId="S::sladecek@hradebni.cz::474d93f0-3a32-49cc-b837-47806091b590" providerId="AD" clId="Web-{521C111D-4D70-D79E-0637-02842A7D365F}" dt="2026-09-02T06:40:48.565" v="16" actId="20577"/>
          <ac:spMkLst>
            <pc:docMk/>
            <pc:sldMk cId="3799523001" sldId="256"/>
            <ac:spMk id="3" creationId="{00000000-0000-0000-0000-000000000000}"/>
          </ac:spMkLst>
        </pc:spChg>
      </pc:sldChg>
      <pc:sldChg chg="addSp modSp new mod modClrScheme chgLayout">
        <pc:chgData name="Sládeček David" userId="S::sladecek@hradebni.cz::474d93f0-3a32-49cc-b837-47806091b590" providerId="AD" clId="Web-{521C111D-4D70-D79E-0637-02842A7D365F}" dt="2026-09-02T15:40:25.892" v="268" actId="14100"/>
        <pc:sldMkLst>
          <pc:docMk/>
          <pc:sldMk cId="3264579588" sldId="257"/>
        </pc:sldMkLst>
        <pc:spChg chg="mod ord">
          <ac:chgData name="Sládeček David" userId="S::sladecek@hradebni.cz::474d93f0-3a32-49cc-b837-47806091b590" providerId="AD" clId="Web-{521C111D-4D70-D79E-0637-02842A7D365F}" dt="2026-09-02T07:10:00.337" v="31" actId="20577"/>
          <ac:spMkLst>
            <pc:docMk/>
            <pc:sldMk cId="3264579588" sldId="257"/>
            <ac:spMk id="2" creationId="{FD211D60-1435-BCF6-6F5D-1A31507B4E1E}"/>
          </ac:spMkLst>
        </pc:spChg>
        <pc:spChg chg="mod ord">
          <ac:chgData name="Sládeček David" userId="S::sladecek@hradebni.cz::474d93f0-3a32-49cc-b837-47806091b590" providerId="AD" clId="Web-{521C111D-4D70-D79E-0637-02842A7D365F}" dt="2026-09-02T15:40:25.892" v="268" actId="14100"/>
          <ac:spMkLst>
            <pc:docMk/>
            <pc:sldMk cId="3264579588" sldId="257"/>
            <ac:spMk id="3" creationId="{3FEDFD70-7467-F003-755E-645B76F56463}"/>
          </ac:spMkLst>
        </pc:spChg>
        <pc:spChg chg="mod ord">
          <ac:chgData name="Sládeček David" userId="S::sladecek@hradebni.cz::474d93f0-3a32-49cc-b837-47806091b590" providerId="AD" clId="Web-{521C111D-4D70-D79E-0637-02842A7D365F}" dt="2026-09-02T06:41:01.113" v="18"/>
          <ac:spMkLst>
            <pc:docMk/>
            <pc:sldMk cId="3264579588" sldId="257"/>
            <ac:spMk id="4" creationId="{10621BCF-D772-61A1-EF8D-D540F6A2D584}"/>
          </ac:spMkLst>
        </pc:spChg>
        <pc:spChg chg="mod ord">
          <ac:chgData name="Sládeček David" userId="S::sladecek@hradebni.cz::474d93f0-3a32-49cc-b837-47806091b590" providerId="AD" clId="Web-{521C111D-4D70-D79E-0637-02842A7D365F}" dt="2026-09-02T06:41:01.113" v="18"/>
          <ac:spMkLst>
            <pc:docMk/>
            <pc:sldMk cId="3264579588" sldId="257"/>
            <ac:spMk id="5" creationId="{CDC018DF-D9B0-BABC-2668-F672E462011C}"/>
          </ac:spMkLst>
        </pc:spChg>
        <pc:spChg chg="mod ord">
          <ac:chgData name="Sládeček David" userId="S::sladecek@hradebni.cz::474d93f0-3a32-49cc-b837-47806091b590" providerId="AD" clId="Web-{521C111D-4D70-D79E-0637-02842A7D365F}" dt="2026-09-02T06:41:01.113" v="18"/>
          <ac:spMkLst>
            <pc:docMk/>
            <pc:sldMk cId="3264579588" sldId="257"/>
            <ac:spMk id="6" creationId="{11864953-67EF-6158-DA8A-076EF52396F1}"/>
          </ac:spMkLst>
        </pc:spChg>
      </pc:sldChg>
      <pc:sldChg chg="addSp modSp new mod modClrScheme chgLayout">
        <pc:chgData name="Sládeček David" userId="S::sladecek@hradebni.cz::474d93f0-3a32-49cc-b837-47806091b590" providerId="AD" clId="Web-{521C111D-4D70-D79E-0637-02842A7D365F}" dt="2026-09-02T15:26:44.544" v="237" actId="20577"/>
        <pc:sldMkLst>
          <pc:docMk/>
          <pc:sldMk cId="821989882" sldId="258"/>
        </pc:sldMkLst>
        <pc:spChg chg="mod">
          <ac:chgData name="Sládeček David" userId="S::sladecek@hradebni.cz::474d93f0-3a32-49cc-b837-47806091b590" providerId="AD" clId="Web-{521C111D-4D70-D79E-0637-02842A7D365F}" dt="2026-09-02T15:26:39.606" v="235"/>
          <ac:spMkLst>
            <pc:docMk/>
            <pc:sldMk cId="821989882" sldId="258"/>
            <ac:spMk id="2" creationId="{1728578B-3B56-14CE-B9CA-2254E671874A}"/>
          </ac:spMkLst>
        </pc:spChg>
        <pc:spChg chg="mod">
          <ac:chgData name="Sládeček David" userId="S::sladecek@hradebni.cz::474d93f0-3a32-49cc-b837-47806091b590" providerId="AD" clId="Web-{521C111D-4D70-D79E-0637-02842A7D365F}" dt="2026-09-02T15:26:44.544" v="237" actId="20577"/>
          <ac:spMkLst>
            <pc:docMk/>
            <pc:sldMk cId="821989882" sldId="258"/>
            <ac:spMk id="3" creationId="{93760656-B54D-56BD-AA19-AD1ECDE5CE36}"/>
          </ac:spMkLst>
        </pc:spChg>
        <pc:spChg chg="mod">
          <ac:chgData name="Sládeček David" userId="S::sladecek@hradebni.cz::474d93f0-3a32-49cc-b837-47806091b590" providerId="AD" clId="Web-{521C111D-4D70-D79E-0637-02842A7D365F}" dt="2026-09-02T15:26:39.606" v="235"/>
          <ac:spMkLst>
            <pc:docMk/>
            <pc:sldMk cId="821989882" sldId="258"/>
            <ac:spMk id="4" creationId="{EDBAA698-1C29-8012-D98E-04BFA2A2FF94}"/>
          </ac:spMkLst>
        </pc:spChg>
        <pc:spChg chg="mod">
          <ac:chgData name="Sládeček David" userId="S::sladecek@hradebni.cz::474d93f0-3a32-49cc-b837-47806091b590" providerId="AD" clId="Web-{521C111D-4D70-D79E-0637-02842A7D365F}" dt="2026-09-02T15:26:39.606" v="235"/>
          <ac:spMkLst>
            <pc:docMk/>
            <pc:sldMk cId="821989882" sldId="258"/>
            <ac:spMk id="5" creationId="{6B4E7299-8E23-6A90-7045-9EECA08146D2}"/>
          </ac:spMkLst>
        </pc:spChg>
        <pc:spChg chg="mod">
          <ac:chgData name="Sládeček David" userId="S::sladecek@hradebni.cz::474d93f0-3a32-49cc-b837-47806091b590" providerId="AD" clId="Web-{521C111D-4D70-D79E-0637-02842A7D365F}" dt="2026-09-02T15:26:39.606" v="235"/>
          <ac:spMkLst>
            <pc:docMk/>
            <pc:sldMk cId="821989882" sldId="258"/>
            <ac:spMk id="6" creationId="{3E6E4798-4B51-1DE9-56ED-63833E89956A}"/>
          </ac:spMkLst>
        </pc:spChg>
      </pc:sldChg>
      <pc:sldChg chg="addSp modSp new mod modClrScheme chgLayout">
        <pc:chgData name="Sládeček David" userId="S::sladecek@hradebni.cz::474d93f0-3a32-49cc-b837-47806091b590" providerId="AD" clId="Web-{521C111D-4D70-D79E-0637-02842A7D365F}" dt="2026-09-02T15:43:36.238" v="278" actId="20577"/>
        <pc:sldMkLst>
          <pc:docMk/>
          <pc:sldMk cId="3040167792" sldId="259"/>
        </pc:sldMkLst>
        <pc:spChg chg="mod">
          <ac:chgData name="Sládeček David" userId="S::sladecek@hradebni.cz::474d93f0-3a32-49cc-b837-47806091b590" providerId="AD" clId="Web-{521C111D-4D70-D79E-0637-02842A7D365F}" dt="2026-09-02T15:26:58.310" v="240"/>
          <ac:spMkLst>
            <pc:docMk/>
            <pc:sldMk cId="3040167792" sldId="259"/>
            <ac:spMk id="2" creationId="{4ABA1FC3-1C58-7253-D327-E2FAA2533DBB}"/>
          </ac:spMkLst>
        </pc:spChg>
        <pc:spChg chg="mod">
          <ac:chgData name="Sládeček David" userId="S::sladecek@hradebni.cz::474d93f0-3a32-49cc-b837-47806091b590" providerId="AD" clId="Web-{521C111D-4D70-D79E-0637-02842A7D365F}" dt="2026-09-02T15:43:36.238" v="278" actId="20577"/>
          <ac:spMkLst>
            <pc:docMk/>
            <pc:sldMk cId="3040167792" sldId="259"/>
            <ac:spMk id="3" creationId="{A876B5EC-F529-7FF6-8385-353CF4E35C19}"/>
          </ac:spMkLst>
        </pc:spChg>
        <pc:spChg chg="mod">
          <ac:chgData name="Sládeček David" userId="S::sladecek@hradebni.cz::474d93f0-3a32-49cc-b837-47806091b590" providerId="AD" clId="Web-{521C111D-4D70-D79E-0637-02842A7D365F}" dt="2026-09-02T15:26:58.310" v="240"/>
          <ac:spMkLst>
            <pc:docMk/>
            <pc:sldMk cId="3040167792" sldId="259"/>
            <ac:spMk id="4" creationId="{14A8CAA7-640E-7D4C-88C9-B3BA7D6ECE2F}"/>
          </ac:spMkLst>
        </pc:spChg>
        <pc:spChg chg="mod">
          <ac:chgData name="Sládeček David" userId="S::sladecek@hradebni.cz::474d93f0-3a32-49cc-b837-47806091b590" providerId="AD" clId="Web-{521C111D-4D70-D79E-0637-02842A7D365F}" dt="2026-09-02T15:26:58.310" v="240"/>
          <ac:spMkLst>
            <pc:docMk/>
            <pc:sldMk cId="3040167792" sldId="259"/>
            <ac:spMk id="5" creationId="{A6799FC6-5720-343A-725C-991D53302E8D}"/>
          </ac:spMkLst>
        </pc:spChg>
        <pc:spChg chg="mod">
          <ac:chgData name="Sládeček David" userId="S::sladecek@hradebni.cz::474d93f0-3a32-49cc-b837-47806091b590" providerId="AD" clId="Web-{521C111D-4D70-D79E-0637-02842A7D365F}" dt="2026-09-02T15:26:58.310" v="240"/>
          <ac:spMkLst>
            <pc:docMk/>
            <pc:sldMk cId="3040167792" sldId="259"/>
            <ac:spMk id="6" creationId="{EDD3A153-05FE-82D1-1235-483E6417A44E}"/>
          </ac:spMkLst>
        </pc:spChg>
      </pc:sldChg>
      <pc:sldChg chg="addSp delSp modSp new">
        <pc:chgData name="Sládeček David" userId="S::sladecek@hradebni.cz::474d93f0-3a32-49cc-b837-47806091b590" providerId="AD" clId="Web-{521C111D-4D70-D79E-0637-02842A7D365F}" dt="2026-09-02T15:27:23.857" v="251" actId="1076"/>
        <pc:sldMkLst>
          <pc:docMk/>
          <pc:sldMk cId="1810819698" sldId="260"/>
        </pc:sldMkLst>
        <pc:spChg chg="mod">
          <ac:chgData name="Sládeček David" userId="S::sladecek@hradebni.cz::474d93f0-3a32-49cc-b837-47806091b590" providerId="AD" clId="Web-{521C111D-4D70-D79E-0637-02842A7D365F}" dt="2026-09-02T14:59:15.335" v="129" actId="20577"/>
          <ac:spMkLst>
            <pc:docMk/>
            <pc:sldMk cId="1810819698" sldId="260"/>
            <ac:spMk id="2" creationId="{579120E7-94DA-FAF5-F041-9752F125A6EC}"/>
          </ac:spMkLst>
        </pc:spChg>
        <pc:spChg chg="mod">
          <ac:chgData name="Sládeček David" userId="S::sladecek@hradebni.cz::474d93f0-3a32-49cc-b837-47806091b590" providerId="AD" clId="Web-{521C111D-4D70-D79E-0637-02842A7D365F}" dt="2026-09-02T15:27:17.232" v="248" actId="20577"/>
          <ac:spMkLst>
            <pc:docMk/>
            <pc:sldMk cId="1810819698" sldId="260"/>
            <ac:spMk id="3" creationId="{8D5D57B8-3A6B-29F0-82BF-4D513B29A934}"/>
          </ac:spMkLst>
        </pc:spChg>
      </pc:sldChg>
      <pc:sldChg chg="addSp delSp modSp new">
        <pc:chgData name="Sládeček David" userId="S::sladecek@hradebni.cz::474d93f0-3a32-49cc-b837-47806091b590" providerId="AD" clId="Web-{521C111D-4D70-D79E-0637-02842A7D365F}" dt="2026-09-02T15:45:44.833" v="284" actId="20577"/>
        <pc:sldMkLst>
          <pc:docMk/>
          <pc:sldMk cId="2095829869" sldId="261"/>
        </pc:sldMkLst>
        <pc:spChg chg="mod">
          <ac:chgData name="Sládeček David" userId="S::sladecek@hradebni.cz::474d93f0-3a32-49cc-b837-47806091b590" providerId="AD" clId="Web-{521C111D-4D70-D79E-0637-02842A7D365F}" dt="2026-09-02T15:01:00.054" v="139" actId="20577"/>
          <ac:spMkLst>
            <pc:docMk/>
            <pc:sldMk cId="2095829869" sldId="261"/>
            <ac:spMk id="2" creationId="{F6E08C9D-94E4-4483-7146-C4D0E01042AA}"/>
          </ac:spMkLst>
        </pc:spChg>
        <pc:spChg chg="mod">
          <ac:chgData name="Sládeček David" userId="S::sladecek@hradebni.cz::474d93f0-3a32-49cc-b837-47806091b590" providerId="AD" clId="Web-{521C111D-4D70-D79E-0637-02842A7D365F}" dt="2026-09-02T15:45:44.833" v="284" actId="20577"/>
          <ac:spMkLst>
            <pc:docMk/>
            <pc:sldMk cId="2095829869" sldId="261"/>
            <ac:spMk id="3" creationId="{AFF2A140-2A8F-E671-A925-272F29CA6A4B}"/>
          </ac:spMkLst>
        </pc:spChg>
      </pc:sldChg>
      <pc:sldChg chg="addSp delSp modSp new">
        <pc:chgData name="Sládeček David" userId="S::sladecek@hradebni.cz::474d93f0-3a32-49cc-b837-47806091b590" providerId="AD" clId="Web-{521C111D-4D70-D79E-0637-02842A7D365F}" dt="2026-09-02T15:27:56.029" v="267" actId="1076"/>
        <pc:sldMkLst>
          <pc:docMk/>
          <pc:sldMk cId="2538314086" sldId="262"/>
        </pc:sldMkLst>
        <pc:spChg chg="mod">
          <ac:chgData name="Sládeček David" userId="S::sladecek@hradebni.cz::474d93f0-3a32-49cc-b837-47806091b590" providerId="AD" clId="Web-{521C111D-4D70-D79E-0637-02842A7D365F}" dt="2026-09-02T15:02:22.612" v="155" actId="20577"/>
          <ac:spMkLst>
            <pc:docMk/>
            <pc:sldMk cId="2538314086" sldId="262"/>
            <ac:spMk id="2" creationId="{2B2CA047-1C1D-84A3-046D-2A4E0992F860}"/>
          </ac:spMkLst>
        </pc:spChg>
      </pc:sldChg>
      <pc:sldMasterChg chg="add addSldLayout modSldLayout">
        <pc:chgData name="Sládeček David" userId="S::sladecek@hradebni.cz::474d93f0-3a32-49cc-b837-47806091b590" providerId="AD" clId="Web-{521C111D-4D70-D79E-0637-02842A7D365F}" dt="2026-09-02T06:40:33.299" v="0"/>
        <pc:sldMasterMkLst>
          <pc:docMk/>
          <pc:sldMasterMk cId="2521728132" sldId="2147483660"/>
        </pc:sldMasterMkLst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562197486" sldId="2147483661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829717346" sldId="2147483662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4015553435" sldId="2147483663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985237142" sldId="2147483664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3441442092" sldId="2147483665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2962988189" sldId="2147483666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043878768" sldId="2147483667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953435988" sldId="2147483668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632132696" sldId="2147483669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467700883" sldId="2147483670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659819569" sldId="2147483671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825786332" sldId="2147483672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992563024" sldId="2147483673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791630447" sldId="2147483674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2422703172" sldId="2147483675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2177092961" sldId="2147483676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2533528947" sldId="2147483677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467539201" sldId="2147483678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2717268718" sldId="2147483679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3593941705" sldId="2147483680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75890747" sldId="2147483681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2568202794" sldId="2147483682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3279954665" sldId="2147483683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597907765" sldId="2147483684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2670664765" sldId="2147483685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3999544592" sldId="2147483686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3016640296" sldId="2147483687"/>
          </pc:sldLayoutMkLst>
        </pc:sldLayoutChg>
        <pc:sldLayoutChg chg="add mod replId">
          <pc:chgData name="Sládeček David" userId="S::sladecek@hradebni.cz::474d93f0-3a32-49cc-b837-47806091b590" providerId="AD" clId="Web-{521C111D-4D70-D79E-0637-02842A7D365F}" dt="2026-09-02T06:40:33.299" v="0"/>
          <pc:sldLayoutMkLst>
            <pc:docMk/>
            <pc:sldMasterMk cId="2521728132" sldId="2147483660"/>
            <pc:sldLayoutMk cId="120653805" sldId="2147483688"/>
          </pc:sldLayoutMkLst>
        </pc:sldLayoutChg>
      </pc:sldMasterChg>
    </pc:docChg>
  </pc:docChgLst>
  <pc:docChgLst>
    <pc:chgData name="Sládeček David" userId="S::sladecek@hradebni.cz::474d93f0-3a32-49cc-b837-47806091b590" providerId="AD" clId="Web-{62B2CD2F-4117-FC7D-F5D6-7ECDE9A81173}"/>
    <pc:docChg chg="modSld">
      <pc:chgData name="Sládeček David" userId="S::sladecek@hradebni.cz::474d93f0-3a32-49cc-b837-47806091b590" providerId="AD" clId="Web-{62B2CD2F-4117-FC7D-F5D6-7ECDE9A81173}" dt="2026-09-16T19:21:14.777" v="63" actId="20577"/>
      <pc:docMkLst>
        <pc:docMk/>
      </pc:docMkLst>
      <pc:sldChg chg="modSp">
        <pc:chgData name="Sládeček David" userId="S::sladecek@hradebni.cz::474d93f0-3a32-49cc-b837-47806091b590" providerId="AD" clId="Web-{62B2CD2F-4117-FC7D-F5D6-7ECDE9A81173}" dt="2026-09-16T19:17:36.471" v="15" actId="20577"/>
        <pc:sldMkLst>
          <pc:docMk/>
          <pc:sldMk cId="3264579588" sldId="257"/>
        </pc:sldMkLst>
        <pc:spChg chg="mod">
          <ac:chgData name="Sládeček David" userId="S::sladecek@hradebni.cz::474d93f0-3a32-49cc-b837-47806091b590" providerId="AD" clId="Web-{62B2CD2F-4117-FC7D-F5D6-7ECDE9A81173}" dt="2026-09-16T19:17:36.471" v="15" actId="20577"/>
          <ac:spMkLst>
            <pc:docMk/>
            <pc:sldMk cId="3264579588" sldId="257"/>
            <ac:spMk id="3" creationId="{3FEDFD70-7467-F003-755E-645B76F56463}"/>
          </ac:spMkLst>
        </pc:spChg>
      </pc:sldChg>
      <pc:sldChg chg="modSp">
        <pc:chgData name="Sládeček David" userId="S::sladecek@hradebni.cz::474d93f0-3a32-49cc-b837-47806091b590" providerId="AD" clId="Web-{62B2CD2F-4117-FC7D-F5D6-7ECDE9A81173}" dt="2026-09-16T19:19:08.054" v="20" actId="20577"/>
        <pc:sldMkLst>
          <pc:docMk/>
          <pc:sldMk cId="2095829869" sldId="261"/>
        </pc:sldMkLst>
        <pc:spChg chg="mod">
          <ac:chgData name="Sládeček David" userId="S::sladecek@hradebni.cz::474d93f0-3a32-49cc-b837-47806091b590" providerId="AD" clId="Web-{62B2CD2F-4117-FC7D-F5D6-7ECDE9A81173}" dt="2026-09-16T19:19:08.054" v="20" actId="20577"/>
          <ac:spMkLst>
            <pc:docMk/>
            <pc:sldMk cId="2095829869" sldId="261"/>
            <ac:spMk id="3" creationId="{AFF2A140-2A8F-E671-A925-272F29CA6A4B}"/>
          </ac:spMkLst>
        </pc:spChg>
      </pc:sldChg>
      <pc:sldChg chg="modSp">
        <pc:chgData name="Sládeček David" userId="S::sladecek@hradebni.cz::474d93f0-3a32-49cc-b837-47806091b590" providerId="AD" clId="Web-{62B2CD2F-4117-FC7D-F5D6-7ECDE9A81173}" dt="2026-09-16T19:20:28.213" v="26" actId="20577"/>
        <pc:sldMkLst>
          <pc:docMk/>
          <pc:sldMk cId="4273144957" sldId="264"/>
        </pc:sldMkLst>
        <pc:spChg chg="mod">
          <ac:chgData name="Sládeček David" userId="S::sladecek@hradebni.cz::474d93f0-3a32-49cc-b837-47806091b590" providerId="AD" clId="Web-{62B2CD2F-4117-FC7D-F5D6-7ECDE9A81173}" dt="2026-09-16T19:20:28.213" v="26" actId="20577"/>
          <ac:spMkLst>
            <pc:docMk/>
            <pc:sldMk cId="4273144957" sldId="264"/>
            <ac:spMk id="3" creationId="{2AE14C6F-923E-7BD6-C9FB-CAD365F7F675}"/>
          </ac:spMkLst>
        </pc:spChg>
      </pc:sldChg>
      <pc:sldChg chg="modSp">
        <pc:chgData name="Sládeček David" userId="S::sladecek@hradebni.cz::474d93f0-3a32-49cc-b837-47806091b590" providerId="AD" clId="Web-{62B2CD2F-4117-FC7D-F5D6-7ECDE9A81173}" dt="2026-09-16T19:21:14.777" v="63" actId="20577"/>
        <pc:sldMkLst>
          <pc:docMk/>
          <pc:sldMk cId="2163266129" sldId="268"/>
        </pc:sldMkLst>
        <pc:spChg chg="mod">
          <ac:chgData name="Sládeček David" userId="S::sladecek@hradebni.cz::474d93f0-3a32-49cc-b837-47806091b590" providerId="AD" clId="Web-{62B2CD2F-4117-FC7D-F5D6-7ECDE9A81173}" dt="2026-09-16T19:21:14.777" v="63" actId="20577"/>
          <ac:spMkLst>
            <pc:docMk/>
            <pc:sldMk cId="2163266129" sldId="268"/>
            <ac:spMk id="3" creationId="{4025B51C-7D6B-C28B-2DAA-B4DE773B62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16.09.2026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Prezentace, přednes, rétorika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Digitální a mediální gramotnost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1D60-1435-BCF6-6F5D-1A31507B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PROČ NA VIZUÁLNÍ STRÁNCE </a:t>
            </a:r>
            <a:r>
              <a:rPr lang="en-US" dirty="0" err="1">
                <a:ea typeface="+mj-lt"/>
                <a:cs typeface="+mj-lt"/>
              </a:rPr>
              <a:t>prezentace</a:t>
            </a:r>
            <a:r>
              <a:rPr lang="en-US" dirty="0">
                <a:ea typeface="+mj-lt"/>
                <a:cs typeface="+mj-lt"/>
              </a:rPr>
              <a:t> ZÁLEŽÍ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DFD70-7467-F003-755E-645B76F56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19864"/>
            <a:ext cx="10626953" cy="42151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Prezentace je vodítko pro mluvčího, ne dokument k přečtení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Přeplněný snímek odvádí pozornost od toho, co říkáte</a:t>
            </a:r>
            <a:endParaRPr lang="en-US" sz="1600"/>
          </a:p>
          <a:p>
            <a:r>
              <a:rPr lang="en-US" sz="2000" dirty="0">
                <a:ea typeface="+mn-lt"/>
                <a:cs typeface="+mn-lt"/>
              </a:rPr>
              <a:t>Diváci buď čtou, nebo poslouchají — dělat obojí najednou nejde</a:t>
            </a:r>
            <a:endParaRPr lang="en-US" sz="1600"/>
          </a:p>
          <a:p>
            <a:endParaRPr lang="en-US" sz="2000" dirty="0"/>
          </a:p>
          <a:p>
            <a:r>
              <a:rPr lang="en-US" sz="2000" i="1" dirty="0" err="1">
                <a:ea typeface="+mn-lt"/>
                <a:cs typeface="+mn-lt"/>
              </a:rPr>
              <a:t>Vzpomenete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si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na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prezentaci</a:t>
            </a:r>
            <a:r>
              <a:rPr lang="en-US" sz="2000" i="1" dirty="0">
                <a:ea typeface="+mn-lt"/>
                <a:cs typeface="+mn-lt"/>
              </a:rPr>
              <a:t>, u </a:t>
            </a:r>
            <a:r>
              <a:rPr lang="en-US" sz="2000" i="1" dirty="0" err="1">
                <a:ea typeface="+mn-lt"/>
                <a:cs typeface="+mn-lt"/>
              </a:rPr>
              <a:t>které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jste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přestali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poslouchat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mluvčího</a:t>
            </a:r>
            <a:r>
              <a:rPr lang="en-US" sz="2000" i="1" dirty="0">
                <a:ea typeface="+mn-lt"/>
                <a:cs typeface="+mn-lt"/>
              </a:rPr>
              <a:t>, </a:t>
            </a:r>
            <a:r>
              <a:rPr lang="en-US" sz="2000" i="1" dirty="0" err="1">
                <a:ea typeface="+mn-lt"/>
                <a:cs typeface="+mn-lt"/>
              </a:rPr>
              <a:t>protože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jste</a:t>
            </a:r>
            <a:r>
              <a:rPr lang="en-US" sz="2000" i="1" dirty="0">
                <a:ea typeface="+mn-lt"/>
                <a:cs typeface="+mn-lt"/>
              </a:rPr>
              <a:t> </a:t>
            </a:r>
            <a:r>
              <a:rPr lang="en-US" sz="2000" i="1" dirty="0" err="1">
                <a:ea typeface="+mn-lt"/>
                <a:cs typeface="+mn-lt"/>
              </a:rPr>
              <a:t>si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prohlíželi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snímek</a:t>
            </a:r>
            <a:r>
              <a:rPr lang="en-US" sz="2000" i="1" dirty="0">
                <a:ea typeface="+mn-lt"/>
                <a:cs typeface="+mn-lt"/>
              </a:rPr>
              <a:t>?</a:t>
            </a:r>
            <a:endParaRPr lang="en-US" sz="2000" i="1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018DF-D9B0-BABC-2668-F672E462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21BCF-D772-61A1-EF8D-D540F6A2D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7AE8-6DCA-47FD-8E00-F1B4A26D0D3F}" type="datetime1">
              <a:t>9/16/2026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64953-67EF-6158-DA8A-076EF5239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457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578B-3B56-14CE-B9CA-2254E671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</p:spPr>
        <p:txBody>
          <a:bodyPr anchor="b">
            <a:normAutofit/>
          </a:bodyPr>
          <a:lstStyle/>
          <a:p>
            <a:r>
              <a:rPr lang="en-US" dirty="0" err="1"/>
              <a:t>Pravidlo</a:t>
            </a:r>
            <a:r>
              <a:rPr lang="en-US" dirty="0"/>
              <a:t> 6 x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0656-B54D-56BD-AA19-AD1ECDE5C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33313"/>
            <a:ext cx="5628487" cy="40578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ea typeface="+mn-lt"/>
                <a:cs typeface="+mn-lt"/>
              </a:rPr>
              <a:t>Heuristika</a:t>
            </a:r>
            <a:r>
              <a:rPr lang="en-US" sz="2000" dirty="0">
                <a:ea typeface="+mn-lt"/>
                <a:cs typeface="+mn-lt"/>
              </a:rPr>
              <a:t>: max. 6 </a:t>
            </a:r>
            <a:r>
              <a:rPr lang="en-US" sz="2000" dirty="0" err="1">
                <a:ea typeface="+mn-lt"/>
                <a:cs typeface="+mn-lt"/>
              </a:rPr>
              <a:t>řádků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snímek</a:t>
            </a:r>
            <a:r>
              <a:rPr lang="en-US" sz="2000" dirty="0">
                <a:ea typeface="+mn-lt"/>
                <a:cs typeface="+mn-lt"/>
              </a:rPr>
              <a:t>, max. 6 </a:t>
            </a:r>
            <a:r>
              <a:rPr lang="en-US" sz="2000" dirty="0" err="1">
                <a:ea typeface="+mn-lt"/>
                <a:cs typeface="+mn-lt"/>
              </a:rPr>
              <a:t>slov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řádek</a:t>
            </a:r>
            <a:endParaRPr lang="en-US" sz="2000"/>
          </a:p>
          <a:p>
            <a:r>
              <a:rPr lang="en-US" sz="2000" dirty="0" err="1">
                <a:ea typeface="+mn-lt"/>
                <a:cs typeface="+mn-lt"/>
              </a:rPr>
              <a:t>Cíl</a:t>
            </a:r>
            <a:r>
              <a:rPr lang="en-US" sz="2000" dirty="0">
                <a:ea typeface="+mn-lt"/>
                <a:cs typeface="+mn-lt"/>
              </a:rPr>
              <a:t> — </a:t>
            </a:r>
            <a:r>
              <a:rPr lang="en-US" sz="2000" dirty="0" err="1">
                <a:ea typeface="+mn-lt"/>
                <a:cs typeface="+mn-lt"/>
              </a:rPr>
              <a:t>jedna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myšlenka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snímek</a:t>
            </a:r>
            <a:r>
              <a:rPr lang="en-US" sz="2000" dirty="0">
                <a:ea typeface="+mn-lt"/>
                <a:cs typeface="+mn-lt"/>
              </a:rPr>
              <a:t>, ne </a:t>
            </a:r>
            <a:r>
              <a:rPr lang="en-US" sz="2000" dirty="0" err="1">
                <a:ea typeface="+mn-lt"/>
                <a:cs typeface="+mn-lt"/>
              </a:rPr>
              <a:t>kompletní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zápis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Co se </a:t>
            </a:r>
            <a:r>
              <a:rPr lang="en-US" sz="2000" dirty="0" err="1">
                <a:ea typeface="+mn-lt"/>
                <a:cs typeface="+mn-lt"/>
              </a:rPr>
              <a:t>nevejde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patří</a:t>
            </a:r>
            <a:r>
              <a:rPr lang="en-US" sz="2000" dirty="0">
                <a:ea typeface="+mn-lt"/>
                <a:cs typeface="+mn-lt"/>
              </a:rPr>
              <a:t> do </a:t>
            </a:r>
            <a:r>
              <a:rPr lang="en-US" sz="2000" dirty="0" err="1">
                <a:ea typeface="+mn-lt"/>
                <a:cs typeface="+mn-lt"/>
              </a:rPr>
              <a:t>poznámek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mluvčího</a:t>
            </a:r>
            <a:r>
              <a:rPr lang="en-US" sz="2000" dirty="0">
                <a:ea typeface="+mn-lt"/>
                <a:cs typeface="+mn-lt"/>
              </a:rPr>
              <a:t>, ne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snímek</a:t>
            </a:r>
            <a:endParaRPr lang="en-US" sz="200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AA698-1C29-8012-D98E-04BFA2A2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E7299-8E23-6A90-7045-9EECA081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826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ACB067-3750-4314-9484-E067A6389BE5}" type="datetime1">
              <a:pPr>
                <a:spcAft>
                  <a:spcPts val="600"/>
                </a:spcAft>
              </a:pPr>
              <a:t>9/16/2026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E4798-4B51-1DE9-56ED-63833E89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3434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C83211-54D3-584F-B8CE-A53CE3F20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258" y="1091045"/>
            <a:ext cx="5215349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8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1FC3-1C58-7253-D327-E2FAA253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0047"/>
            <a:ext cx="4939005" cy="1166270"/>
          </a:xfrm>
        </p:spPr>
        <p:txBody>
          <a:bodyPr anchor="b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VIZUÁLNÍ HIERARCHIE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B5EC-F529-7FF6-8385-353CF4E35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29474"/>
            <a:ext cx="6688986" cy="39867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Oko </a:t>
            </a:r>
            <a:r>
              <a:rPr lang="en-US" sz="2000" dirty="0" err="1">
                <a:ea typeface="+mn-lt"/>
                <a:cs typeface="+mn-lt"/>
              </a:rPr>
              <a:t>jde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nejdřív</a:t>
            </a:r>
            <a:r>
              <a:rPr lang="en-US" sz="2000" dirty="0">
                <a:ea typeface="+mn-lt"/>
                <a:cs typeface="+mn-lt"/>
              </a:rPr>
              <a:t> po </a:t>
            </a:r>
            <a:r>
              <a:rPr lang="en-US" sz="2000" dirty="0" err="1">
                <a:ea typeface="+mn-lt"/>
                <a:cs typeface="+mn-lt"/>
              </a:rPr>
              <a:t>největším</a:t>
            </a:r>
            <a:r>
              <a:rPr lang="en-US" sz="2000" dirty="0">
                <a:ea typeface="+mn-lt"/>
                <a:cs typeface="+mn-lt"/>
              </a:rPr>
              <a:t> a </a:t>
            </a:r>
            <a:r>
              <a:rPr lang="en-US" sz="2000" dirty="0" err="1">
                <a:ea typeface="+mn-lt"/>
                <a:cs typeface="+mn-lt"/>
              </a:rPr>
              <a:t>nejkontrastnějším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prvku</a:t>
            </a:r>
            <a:endParaRPr lang="en-US" sz="2000" dirty="0"/>
          </a:p>
          <a:p>
            <a:r>
              <a:rPr lang="en-US" sz="2000" dirty="0" err="1">
                <a:ea typeface="+mn-lt"/>
                <a:cs typeface="+mn-lt"/>
              </a:rPr>
              <a:t>Velikost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barva</a:t>
            </a:r>
            <a:r>
              <a:rPr lang="en-US" sz="2000" dirty="0">
                <a:ea typeface="+mn-lt"/>
                <a:cs typeface="+mn-lt"/>
              </a:rPr>
              <a:t> a </a:t>
            </a:r>
            <a:r>
              <a:rPr lang="en-US" sz="2000" dirty="0" err="1">
                <a:ea typeface="+mn-lt"/>
                <a:cs typeface="+mn-lt"/>
              </a:rPr>
              <a:t>poloha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řídí</a:t>
            </a:r>
            <a:r>
              <a:rPr lang="en-US" sz="2000" dirty="0">
                <a:ea typeface="+mn-lt"/>
                <a:cs typeface="+mn-lt"/>
              </a:rPr>
              <a:t>, co </a:t>
            </a:r>
            <a:r>
              <a:rPr lang="en-US" sz="2000" dirty="0" err="1">
                <a:ea typeface="+mn-lt"/>
                <a:cs typeface="+mn-lt"/>
              </a:rPr>
              <a:t>divák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uvidí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jako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první</a:t>
            </a:r>
            <a:endParaRPr lang="en-US" sz="2000"/>
          </a:p>
          <a:p>
            <a:r>
              <a:rPr lang="en-US" sz="2000" dirty="0" err="1">
                <a:ea typeface="+mn-lt"/>
                <a:cs typeface="+mn-lt"/>
              </a:rPr>
              <a:t>Nejdůležitější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sdělení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patří</a:t>
            </a:r>
            <a:r>
              <a:rPr lang="en-US" sz="2000" dirty="0">
                <a:ea typeface="+mn-lt"/>
                <a:cs typeface="+mn-lt"/>
              </a:rPr>
              <a:t> tam, </a:t>
            </a:r>
            <a:r>
              <a:rPr lang="en-US" sz="2000" dirty="0" err="1">
                <a:ea typeface="+mn-lt"/>
                <a:cs typeface="+mn-lt"/>
              </a:rPr>
              <a:t>kam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padne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pohled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první</a:t>
            </a:r>
            <a:endParaRPr lang="en-US" sz="2000"/>
          </a:p>
          <a:p>
            <a:endParaRPr lang="en-US" sz="2000" dirty="0"/>
          </a:p>
          <a:p>
            <a:r>
              <a:rPr lang="en-US" sz="2000" i="1" dirty="0"/>
              <a:t>Kam </a:t>
            </a:r>
            <a:r>
              <a:rPr lang="en-US" sz="2000" i="1" dirty="0" err="1"/>
              <a:t>obvykle</a:t>
            </a:r>
            <a:r>
              <a:rPr lang="en-US" sz="2000" i="1" dirty="0"/>
              <a:t> </a:t>
            </a:r>
            <a:r>
              <a:rPr lang="en-US" sz="2000" i="1" dirty="0" err="1"/>
              <a:t>směřuje</a:t>
            </a:r>
            <a:r>
              <a:rPr lang="en-US" sz="2000" i="1" dirty="0"/>
              <a:t> </a:t>
            </a:r>
            <a:r>
              <a:rPr lang="en-US" sz="2000" i="1" dirty="0" err="1"/>
              <a:t>váš</a:t>
            </a:r>
            <a:r>
              <a:rPr lang="en-US" sz="2000" i="1" dirty="0"/>
              <a:t> </a:t>
            </a:r>
            <a:r>
              <a:rPr lang="en-US" sz="2000" i="1" dirty="0" err="1"/>
              <a:t>pohled</a:t>
            </a:r>
            <a:r>
              <a:rPr lang="en-US" sz="2000" i="1" dirty="0"/>
              <a:t> </a:t>
            </a:r>
            <a:r>
              <a:rPr lang="en-US" sz="2000" i="1" dirty="0" err="1"/>
              <a:t>na</a:t>
            </a:r>
            <a:r>
              <a:rPr lang="en-US" sz="2000" i="1" dirty="0"/>
              <a:t> </a:t>
            </a:r>
            <a:r>
              <a:rPr lang="en-US" sz="2000" i="1" dirty="0" err="1"/>
              <a:t>prezentaci</a:t>
            </a:r>
            <a:r>
              <a:rPr lang="en-US" sz="2000" i="1" dirty="0"/>
              <a:t>, </a:t>
            </a:r>
            <a:r>
              <a:rPr lang="en-US" sz="2000" i="1" dirty="0" err="1"/>
              <a:t>monitoru</a:t>
            </a:r>
            <a:r>
              <a:rPr lang="en-US" sz="2000" i="1" dirty="0"/>
              <a:t>, </a:t>
            </a:r>
            <a:r>
              <a:rPr lang="en-US" sz="2000" i="1" dirty="0" err="1"/>
              <a:t>webovce</a:t>
            </a:r>
            <a:r>
              <a:rPr lang="en-US" sz="2000" i="1" dirty="0"/>
              <a:t>, </a:t>
            </a:r>
            <a:r>
              <a:rPr lang="en-US" sz="2000" i="1" dirty="0" err="1"/>
              <a:t>na</a:t>
            </a:r>
            <a:r>
              <a:rPr lang="en-US" sz="2000" i="1" dirty="0"/>
              <a:t> </a:t>
            </a:r>
            <a:r>
              <a:rPr lang="en-US" sz="2000" i="1" dirty="0" err="1"/>
              <a:t>osobě</a:t>
            </a:r>
            <a:r>
              <a:rPr lang="en-US" sz="2000" i="1" dirty="0"/>
              <a:t>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8CAA7-640E-7D4C-88C9-B3BA7D6E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9DFD50-36EE-A47B-9124-85F6A6407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774" y="1329202"/>
            <a:ext cx="4212016" cy="377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6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120E7-94DA-FAF5-F041-9752F125A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BÍLÝ PROSTOR A KONZISTENCE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D57B8-3A6B-29F0-82BF-4D513B29A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Prázdné </a:t>
            </a:r>
            <a:r>
              <a:rPr lang="en-US" sz="2000" dirty="0" err="1">
                <a:ea typeface="+mn-lt"/>
                <a:cs typeface="+mn-lt"/>
              </a:rPr>
              <a:t>místo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plýtvání</a:t>
            </a:r>
            <a:r>
              <a:rPr lang="en-US" sz="2000" dirty="0">
                <a:ea typeface="+mn-lt"/>
                <a:cs typeface="+mn-lt"/>
              </a:rPr>
              <a:t> — je to </a:t>
            </a:r>
            <a:r>
              <a:rPr lang="en-US" sz="2000" dirty="0" err="1">
                <a:ea typeface="+mn-lt"/>
                <a:cs typeface="+mn-lt"/>
              </a:rPr>
              <a:t>odpočinek</a:t>
            </a:r>
            <a:r>
              <a:rPr lang="en-US" sz="2000" dirty="0">
                <a:ea typeface="+mn-lt"/>
                <a:cs typeface="+mn-lt"/>
              </a:rPr>
              <a:t> pro </a:t>
            </a:r>
            <a:r>
              <a:rPr lang="en-US" sz="2000" dirty="0" err="1">
                <a:ea typeface="+mn-lt"/>
                <a:cs typeface="+mn-lt"/>
              </a:rPr>
              <a:t>oko</a:t>
            </a:r>
            <a:endParaRPr lang="en-US" sz="2000" dirty="0" err="1"/>
          </a:p>
          <a:p>
            <a:r>
              <a:rPr lang="en-US" sz="2000" dirty="0" err="1">
                <a:ea typeface="+mn-lt"/>
                <a:cs typeface="+mn-lt"/>
              </a:rPr>
              <a:t>Stejné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písmo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barvy</a:t>
            </a:r>
            <a:r>
              <a:rPr lang="en-US" sz="2000" dirty="0">
                <a:ea typeface="+mn-lt"/>
                <a:cs typeface="+mn-lt"/>
              </a:rPr>
              <a:t> a </a:t>
            </a:r>
            <a:r>
              <a:rPr lang="en-US" sz="2000" dirty="0" err="1">
                <a:ea typeface="+mn-lt"/>
                <a:cs typeface="+mn-lt"/>
              </a:rPr>
              <a:t>zarovnání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napříč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všemi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snímky</a:t>
            </a:r>
            <a:endParaRPr lang="en-US" sz="2000" dirty="0" err="1"/>
          </a:p>
          <a:p>
            <a:r>
              <a:rPr lang="en-US" sz="2000" dirty="0" err="1">
                <a:ea typeface="+mn-lt"/>
                <a:cs typeface="+mn-lt"/>
              </a:rPr>
              <a:t>Šablona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jako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tahle</a:t>
            </a:r>
            <a:r>
              <a:rPr lang="en-US" sz="2000" dirty="0">
                <a:ea typeface="+mn-lt"/>
                <a:cs typeface="+mn-lt"/>
              </a:rPr>
              <a:t>) </a:t>
            </a:r>
            <a:r>
              <a:rPr lang="en-US" sz="2000" dirty="0" err="1">
                <a:ea typeface="+mn-lt"/>
                <a:cs typeface="+mn-lt"/>
              </a:rPr>
              <a:t>drží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konzistenci</a:t>
            </a:r>
            <a:r>
              <a:rPr lang="en-US" sz="2000" dirty="0">
                <a:ea typeface="+mn-lt"/>
                <a:cs typeface="+mn-lt"/>
              </a:rPr>
              <a:t> za </a:t>
            </a:r>
            <a:r>
              <a:rPr lang="en-US" sz="2000" dirty="0" err="1">
                <a:ea typeface="+mn-lt"/>
                <a:cs typeface="+mn-lt"/>
              </a:rPr>
              <a:t>vás</a:t>
            </a:r>
            <a:r>
              <a:rPr lang="en-US" sz="2000" dirty="0">
                <a:ea typeface="+mn-lt"/>
                <a:cs typeface="+mn-lt"/>
              </a:rPr>
              <a:t> — </a:t>
            </a:r>
            <a:r>
              <a:rPr lang="en-US" sz="2000" dirty="0" err="1">
                <a:ea typeface="+mn-lt"/>
                <a:cs typeface="+mn-lt"/>
              </a:rPr>
              <a:t>využijte</a:t>
            </a:r>
            <a:r>
              <a:rPr lang="en-US" sz="2000" dirty="0">
                <a:ea typeface="+mn-lt"/>
                <a:cs typeface="+mn-lt"/>
              </a:rPr>
              <a:t> ji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Pokud</a:t>
            </a:r>
            <a:r>
              <a:rPr lang="en-US" sz="2000" dirty="0"/>
              <a:t> je k </a:t>
            </a:r>
            <a:r>
              <a:rPr lang="en-US" sz="2000" dirty="0" err="1"/>
              <a:t>dispozici</a:t>
            </a:r>
            <a:r>
              <a:rPr lang="en-US" sz="2000" dirty="0"/>
              <a:t> </a:t>
            </a:r>
            <a:r>
              <a:rPr lang="en-US" sz="2000" dirty="0" err="1"/>
              <a:t>šablona</a:t>
            </a:r>
            <a:r>
              <a:rPr lang="en-US" sz="2000" dirty="0"/>
              <a:t> </a:t>
            </a:r>
            <a:r>
              <a:rPr lang="en-US" sz="2000" dirty="0" err="1"/>
              <a:t>dané</a:t>
            </a:r>
            <a:r>
              <a:rPr lang="en-US" sz="2000" dirty="0"/>
              <a:t> </a:t>
            </a:r>
            <a:r>
              <a:rPr lang="en-US" sz="2000" dirty="0" err="1"/>
              <a:t>instituce</a:t>
            </a:r>
            <a:r>
              <a:rPr lang="en-US" sz="2000" dirty="0"/>
              <a:t> - </a:t>
            </a:r>
            <a:r>
              <a:rPr lang="en-US" sz="2000" dirty="0" err="1"/>
              <a:t>škola</a:t>
            </a:r>
            <a:r>
              <a:rPr lang="en-US" sz="2000" dirty="0"/>
              <a:t>, </a:t>
            </a:r>
            <a:r>
              <a:rPr lang="en-US" sz="2000" dirty="0" err="1"/>
              <a:t>organizace</a:t>
            </a:r>
            <a:r>
              <a:rPr lang="en-US" sz="2000" dirty="0"/>
              <a:t>, </a:t>
            </a:r>
            <a:r>
              <a:rPr lang="en-US" sz="2000" dirty="0" err="1"/>
              <a:t>firma</a:t>
            </a:r>
            <a:r>
              <a:rPr lang="en-US" sz="2000" dirty="0"/>
              <a:t>, …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/>
              <a:t>JASNÁ VOLBA ČÍSLO JEDNA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EDA25-A2FE-E9B2-12AA-C2C91A1C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24CE5-F09D-6948-0D6C-0A103E24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E058-5E2F-44CE-A776-EDA0BC91AA99}" type="datetime1"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76FF2-94BA-F7A8-35A8-C7402A98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81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8C9D-94E4-4483-7146-C4D0E010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OBRÁZEK MÍSTO ODSTAVCE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2A140-2A8F-E671-A925-272F29CA6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18176"/>
            <a:ext cx="10006690" cy="4216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Graf, fotka nebo ikona řekne někdy víc než tři řádky textu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Obrázek by měl nahrazovat text, ne ho jen doplňovat vedle sebe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Text zůstává tam, kde záleží na přesném znění — čísla, citace, definice</a:t>
            </a:r>
            <a:endParaRPr lang="en-US" sz="2000" dirty="0"/>
          </a:p>
          <a:p>
            <a:endParaRPr lang="en-US" sz="2000" dirty="0"/>
          </a:p>
          <a:p>
            <a:r>
              <a:rPr lang="en-US" sz="2000" i="1" dirty="0" err="1">
                <a:ea typeface="+mn-lt"/>
                <a:cs typeface="+mn-lt"/>
              </a:rPr>
              <a:t>Napadá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vás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situace</a:t>
            </a:r>
            <a:r>
              <a:rPr lang="en-US" sz="2000" i="1" dirty="0">
                <a:ea typeface="+mn-lt"/>
                <a:cs typeface="+mn-lt"/>
              </a:rPr>
              <a:t>, </a:t>
            </a:r>
            <a:r>
              <a:rPr lang="en-US" sz="2000" i="1" dirty="0" err="1">
                <a:ea typeface="+mn-lt"/>
                <a:cs typeface="+mn-lt"/>
              </a:rPr>
              <a:t>kdy</a:t>
            </a:r>
            <a:r>
              <a:rPr lang="en-US" sz="2000" i="1" dirty="0">
                <a:ea typeface="+mn-lt"/>
                <a:cs typeface="+mn-lt"/>
              </a:rPr>
              <a:t> je </a:t>
            </a:r>
            <a:r>
              <a:rPr lang="en-US" sz="2000" i="1" dirty="0" err="1">
                <a:ea typeface="+mn-lt"/>
                <a:cs typeface="+mn-lt"/>
              </a:rPr>
              <a:t>naopak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lepší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nechat</a:t>
            </a:r>
            <a:r>
              <a:rPr lang="en-US" sz="2000" i="1" dirty="0">
                <a:ea typeface="+mn-lt"/>
                <a:cs typeface="+mn-lt"/>
              </a:rPr>
              <a:t> text a </a:t>
            </a:r>
            <a:r>
              <a:rPr lang="en-US" sz="2000" i="1" dirty="0" err="1">
                <a:ea typeface="+mn-lt"/>
                <a:cs typeface="+mn-lt"/>
              </a:rPr>
              <a:t>obrázek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nepoužít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vůbec</a:t>
            </a:r>
            <a:r>
              <a:rPr lang="en-US" sz="2000" i="1" dirty="0">
                <a:ea typeface="+mn-lt"/>
                <a:cs typeface="+mn-lt"/>
              </a:rPr>
              <a:t>?</a:t>
            </a:r>
          </a:p>
          <a:p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608F9-3BF1-BF0F-F962-6C1CB37B7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6128F-F573-C280-8738-B261834C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A79A4-ED28-4AB8-AC38-EC8B23DF98CB}" type="datetime1"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BEBFD-3B6C-824F-8BEC-050E2DF1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82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A047-1C1D-84A3-046D-2A4E0992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TYPICKÉ CHYBY V NÁRVHU PREZENTACE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666A4-DDDE-1B1D-B827-87CBB10D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012C4-87A4-9FFE-F3D5-E35298AC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3A1B8-69CC-405D-A5EB-9717D0F250BD}" type="datetime1"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B9746-1D28-B387-EF7C-BF71A369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7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6DF4CC7-D5F1-50AB-0610-971A7D18B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986" y="1885834"/>
            <a:ext cx="10981137" cy="389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14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1208-517D-1F3F-7B3E-19A146971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/>
          <a:p>
            <a:r>
              <a:rPr lang="en-US"/>
              <a:t>PŘEDNES A ŘEČNICTVÍ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2BBF-79F1-4A80-2F5A-9DE8347E4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Snímky </a:t>
            </a:r>
            <a:r>
              <a:rPr lang="en-US" err="1"/>
              <a:t>jsou</a:t>
            </a:r>
            <a:r>
              <a:rPr lang="en-US"/>
              <a:t> </a:t>
            </a:r>
            <a:r>
              <a:rPr lang="en-US" err="1"/>
              <a:t>jen</a:t>
            </a:r>
            <a:r>
              <a:rPr lang="en-US"/>
              <a:t> </a:t>
            </a:r>
            <a:r>
              <a:rPr lang="en-US" err="1"/>
              <a:t>půlka</a:t>
            </a:r>
            <a:r>
              <a:rPr lang="en-US"/>
              <a:t> </a:t>
            </a:r>
            <a:r>
              <a:rPr lang="en-US" err="1"/>
              <a:t>úspěchu</a:t>
            </a:r>
            <a:r>
              <a:rPr lang="en-US"/>
              <a:t> — </a:t>
            </a:r>
            <a:r>
              <a:rPr lang="en-US" err="1"/>
              <a:t>druhá</a:t>
            </a:r>
            <a:r>
              <a:rPr lang="en-US"/>
              <a:t> je to, jak je </a:t>
            </a:r>
            <a:r>
              <a:rPr lang="en-US" err="1"/>
              <a:t>odprezentujete</a:t>
            </a:r>
            <a:endParaRPr lang="en-US" dirty="0" err="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AB482-153F-9A1C-A3C0-23D6ECD47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826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38F78F7-B7B1-446A-AEEF-1B4390A80C93}" type="datetime1">
              <a:pPr>
                <a:spcAft>
                  <a:spcPts val="600"/>
                </a:spcAft>
              </a:pPr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A44114-B05A-A930-1CB0-676B7454A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5FB7-7DC8-936F-5103-C7C13DA3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3434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43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4487-FB61-9A06-EE71-9796B384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HLAS, TEMPO A PAUZY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14C6F-923E-7BD6-C9FB-CAD365F7F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Monotónní hlas uspává — mění tón podle důležitosti sdělení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Mluvte pomaleji, než se vám zdá přirozené — nervozita zrychluje tempo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Pauza před klíčovou myšlenkou ji zvýrazní víc než zvýšený hlas</a:t>
            </a:r>
          </a:p>
          <a:p>
            <a:endParaRPr lang="en-US" sz="2000" dirty="0"/>
          </a:p>
          <a:p>
            <a:r>
              <a:rPr lang="en-US" sz="2000" i="1" dirty="0" err="1">
                <a:ea typeface="+mn-lt"/>
                <a:cs typeface="+mn-lt"/>
              </a:rPr>
              <a:t>Zkuste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teď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nahlas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přečíst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jednu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větu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dvakrát</a:t>
            </a:r>
            <a:r>
              <a:rPr lang="en-US" sz="2000" i="1" dirty="0">
                <a:ea typeface="+mn-lt"/>
                <a:cs typeface="+mn-lt"/>
              </a:rPr>
              <a:t> – </a:t>
            </a:r>
            <a:r>
              <a:rPr lang="en-US" sz="2000" i="1" dirty="0" err="1">
                <a:ea typeface="+mn-lt"/>
                <a:cs typeface="+mn-lt"/>
              </a:rPr>
              <a:t>jednou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rychle</a:t>
            </a:r>
            <a:r>
              <a:rPr lang="en-US" sz="2000" i="1" dirty="0">
                <a:ea typeface="+mn-lt"/>
                <a:cs typeface="+mn-lt"/>
              </a:rPr>
              <a:t> a </a:t>
            </a:r>
            <a:r>
              <a:rPr lang="en-US" sz="2000" i="1" dirty="0" err="1">
                <a:ea typeface="+mn-lt"/>
                <a:cs typeface="+mn-lt"/>
              </a:rPr>
              <a:t>monotónně</a:t>
            </a:r>
            <a:r>
              <a:rPr lang="en-US" sz="2000" i="1" dirty="0">
                <a:ea typeface="+mn-lt"/>
                <a:cs typeface="+mn-lt"/>
              </a:rPr>
              <a:t>, </a:t>
            </a:r>
            <a:r>
              <a:rPr lang="en-US" sz="2000" i="1" dirty="0" err="1">
                <a:ea typeface="+mn-lt"/>
                <a:cs typeface="+mn-lt"/>
              </a:rPr>
              <a:t>podruhé</a:t>
            </a:r>
            <a:r>
              <a:rPr lang="en-US" sz="2000" i="1" dirty="0">
                <a:ea typeface="+mn-lt"/>
                <a:cs typeface="+mn-lt"/>
              </a:rPr>
              <a:t> s </a:t>
            </a:r>
            <a:r>
              <a:rPr lang="en-US" sz="2000" i="1" dirty="0" err="1">
                <a:ea typeface="+mn-lt"/>
                <a:cs typeface="+mn-lt"/>
              </a:rPr>
              <a:t>pauzou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před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klíčovým</a:t>
            </a:r>
            <a:r>
              <a:rPr lang="en-US" sz="2000" i="1" dirty="0">
                <a:ea typeface="+mn-lt"/>
                <a:cs typeface="+mn-lt"/>
              </a:rPr>
              <a:t> </a:t>
            </a:r>
            <a:r>
              <a:rPr lang="en-US" sz="2000" i="1" dirty="0" err="1">
                <a:ea typeface="+mn-lt"/>
                <a:cs typeface="+mn-lt"/>
              </a:rPr>
              <a:t>slovem</a:t>
            </a:r>
            <a:r>
              <a:rPr lang="en-US" sz="2000" i="1" dirty="0">
                <a:ea typeface="+mn-lt"/>
                <a:cs typeface="+mn-lt"/>
              </a:rPr>
              <a:t>. </a:t>
            </a:r>
            <a:r>
              <a:rPr lang="en-US" sz="2000" i="1" dirty="0" err="1">
                <a:ea typeface="+mn-lt"/>
                <a:cs typeface="+mn-lt"/>
              </a:rPr>
              <a:t>Jaký</a:t>
            </a:r>
            <a:r>
              <a:rPr lang="en-US" sz="2000" i="1" dirty="0">
                <a:ea typeface="+mn-lt"/>
                <a:cs typeface="+mn-lt"/>
              </a:rPr>
              <a:t> je v tom </a:t>
            </a:r>
            <a:r>
              <a:rPr lang="en-US" sz="2000" i="1" dirty="0" err="1">
                <a:ea typeface="+mn-lt"/>
                <a:cs typeface="+mn-lt"/>
              </a:rPr>
              <a:t>rozdíl</a:t>
            </a:r>
            <a:r>
              <a:rPr lang="en-US" sz="2000" i="1" dirty="0">
                <a:ea typeface="+mn-lt"/>
                <a:cs typeface="+mn-lt"/>
              </a:rPr>
              <a:t>?</a:t>
            </a:r>
            <a:endParaRPr lang="en-US" sz="2000" i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D50A0-8395-ACE8-42C9-5DEA3636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B0AE2-B87E-4ABF-5935-ECD1183D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518CE-AEED-415C-9417-D50ADD33E534}" type="datetime1">
              <a:t>9/16/2026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27AD2-99FC-853C-ACB8-E5AA5867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314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B2B01-39FB-B0DD-0BC6-FA9F123E1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ŘEČ TĚLA A OČNÍ KONTAKT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F8059-6EA1-3755-A5A3-72B5647A8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Otočení </a:t>
            </a:r>
            <a:r>
              <a:rPr lang="en-US" sz="2000" err="1"/>
              <a:t>zády</a:t>
            </a:r>
            <a:r>
              <a:rPr lang="en-US" sz="2000" dirty="0"/>
              <a:t> k </a:t>
            </a:r>
            <a:r>
              <a:rPr lang="en-US" sz="2000" err="1"/>
              <a:t>publiku</a:t>
            </a:r>
            <a:r>
              <a:rPr lang="en-US" sz="2000" dirty="0"/>
              <a:t> </a:t>
            </a:r>
            <a:r>
              <a:rPr lang="en-US" sz="2000" err="1"/>
              <a:t>kvůli</a:t>
            </a:r>
            <a:r>
              <a:rPr lang="en-US" sz="2000" dirty="0"/>
              <a:t> </a:t>
            </a:r>
            <a:r>
              <a:rPr lang="en-US" sz="2000" err="1"/>
              <a:t>čtení</a:t>
            </a:r>
            <a:r>
              <a:rPr lang="en-US" sz="2000" dirty="0"/>
              <a:t> ze </a:t>
            </a:r>
            <a:r>
              <a:rPr lang="en-US" sz="2000" err="1"/>
              <a:t>snímku</a:t>
            </a:r>
            <a:r>
              <a:rPr lang="en-US" sz="2000" dirty="0"/>
              <a:t> </a:t>
            </a:r>
            <a:r>
              <a:rPr lang="en-US" sz="2000" err="1"/>
              <a:t>ztrácí</a:t>
            </a:r>
            <a:r>
              <a:rPr lang="en-US" sz="2000" dirty="0"/>
              <a:t> </a:t>
            </a:r>
            <a:r>
              <a:rPr lang="en-US" sz="2000" err="1"/>
              <a:t>pozornost</a:t>
            </a:r>
            <a:r>
              <a:rPr lang="en-US" sz="2000" dirty="0"/>
              <a:t> </a:t>
            </a:r>
            <a:r>
              <a:rPr lang="en-US" sz="2000" err="1"/>
              <a:t>i</a:t>
            </a:r>
            <a:r>
              <a:rPr lang="en-US" sz="2000" dirty="0"/>
              <a:t> </a:t>
            </a:r>
            <a:r>
              <a:rPr lang="en-US" sz="2000" err="1"/>
              <a:t>důvěru</a:t>
            </a:r>
            <a:endParaRPr lang="en-US" sz="2000" dirty="0"/>
          </a:p>
          <a:p>
            <a:r>
              <a:rPr lang="en-US" sz="2000" err="1"/>
              <a:t>Oční</a:t>
            </a:r>
            <a:r>
              <a:rPr lang="en-US" sz="2000" dirty="0"/>
              <a:t> </a:t>
            </a:r>
            <a:r>
              <a:rPr lang="en-US" sz="2000" err="1"/>
              <a:t>kontakt</a:t>
            </a:r>
            <a:r>
              <a:rPr lang="en-US" sz="2000" dirty="0"/>
              <a:t> </a:t>
            </a:r>
            <a:r>
              <a:rPr lang="en-US" sz="2000" err="1"/>
              <a:t>střídavě</a:t>
            </a:r>
            <a:r>
              <a:rPr lang="en-US" sz="2000" dirty="0"/>
              <a:t> po </a:t>
            </a:r>
            <a:r>
              <a:rPr lang="en-US" sz="2000" err="1"/>
              <a:t>celé</a:t>
            </a:r>
            <a:r>
              <a:rPr lang="en-US" sz="2000" dirty="0"/>
              <a:t> </a:t>
            </a:r>
            <a:r>
              <a:rPr lang="en-US" sz="2000" err="1"/>
              <a:t>místnosti</a:t>
            </a:r>
            <a:r>
              <a:rPr lang="en-US" sz="2000" dirty="0"/>
              <a:t>, ne </a:t>
            </a:r>
            <a:r>
              <a:rPr lang="en-US" sz="2000" err="1"/>
              <a:t>jen</a:t>
            </a:r>
            <a:r>
              <a:rPr lang="en-US" sz="2000" dirty="0"/>
              <a:t> </a:t>
            </a:r>
            <a:r>
              <a:rPr lang="en-US" sz="2000" err="1"/>
              <a:t>na</a:t>
            </a:r>
            <a:r>
              <a:rPr lang="en-US" sz="2000" dirty="0"/>
              <a:t> </a:t>
            </a:r>
            <a:r>
              <a:rPr lang="en-US" sz="2000" err="1"/>
              <a:t>jednu</a:t>
            </a:r>
            <a:r>
              <a:rPr lang="en-US" sz="2000" dirty="0"/>
              <a:t> </a:t>
            </a:r>
            <a:r>
              <a:rPr lang="en-US" sz="2000" err="1"/>
              <a:t>osobu</a:t>
            </a:r>
            <a:endParaRPr lang="en-US" sz="2000" dirty="0"/>
          </a:p>
          <a:p>
            <a:r>
              <a:rPr lang="en-US" sz="2000" dirty="0"/>
              <a:t>Otevřený </a:t>
            </a:r>
            <a:r>
              <a:rPr lang="en-US" sz="2000" err="1"/>
              <a:t>postoj</a:t>
            </a:r>
            <a:r>
              <a:rPr lang="en-US" sz="2000" dirty="0"/>
              <a:t> a </a:t>
            </a:r>
            <a:r>
              <a:rPr lang="en-US" sz="2000" err="1"/>
              <a:t>přirozená</a:t>
            </a:r>
            <a:r>
              <a:rPr lang="en-US" sz="2000" dirty="0"/>
              <a:t> </a:t>
            </a:r>
            <a:r>
              <a:rPr lang="en-US" sz="2000" err="1"/>
              <a:t>gesta</a:t>
            </a:r>
            <a:r>
              <a:rPr lang="en-US" sz="2000" dirty="0"/>
              <a:t> — </a:t>
            </a:r>
            <a:r>
              <a:rPr lang="en-US" sz="2000" err="1"/>
              <a:t>ruce</a:t>
            </a:r>
            <a:r>
              <a:rPr lang="en-US" sz="2000" dirty="0"/>
              <a:t> v </a:t>
            </a:r>
            <a:r>
              <a:rPr lang="en-US" sz="2000" err="1"/>
              <a:t>kapsách</a:t>
            </a:r>
            <a:r>
              <a:rPr lang="en-US" sz="2000" dirty="0"/>
              <a:t> </a:t>
            </a:r>
            <a:r>
              <a:rPr lang="en-US" sz="2000" err="1"/>
              <a:t>nebo</a:t>
            </a:r>
            <a:r>
              <a:rPr lang="en-US" sz="2000" dirty="0"/>
              <a:t> za </a:t>
            </a:r>
            <a:r>
              <a:rPr lang="en-US" sz="2000" err="1"/>
              <a:t>zády</a:t>
            </a:r>
            <a:r>
              <a:rPr lang="en-US" sz="2000" dirty="0"/>
              <a:t> </a:t>
            </a:r>
            <a:r>
              <a:rPr lang="en-US" sz="2000" err="1"/>
              <a:t>rušit</a:t>
            </a:r>
            <a:r>
              <a:rPr lang="en-US" sz="2000" dirty="0"/>
              <a:t> </a:t>
            </a:r>
            <a:r>
              <a:rPr lang="en-US" sz="2000" err="1"/>
              <a:t>nemusí</a:t>
            </a:r>
            <a:r>
              <a:rPr lang="en-US" sz="2000" dirty="0"/>
              <a:t>, ale </a:t>
            </a:r>
            <a:r>
              <a:rPr lang="en-US" sz="2000" err="1"/>
              <a:t>často</a:t>
            </a:r>
            <a:r>
              <a:rPr lang="en-US" sz="2000" dirty="0"/>
              <a:t> </a:t>
            </a:r>
            <a:r>
              <a:rPr lang="en-US" sz="2000" err="1"/>
              <a:t>působí</a:t>
            </a:r>
            <a:r>
              <a:rPr lang="en-US" sz="2000" dirty="0"/>
              <a:t> </a:t>
            </a:r>
            <a:r>
              <a:rPr lang="en-US" sz="2000" err="1"/>
              <a:t>uzavřeně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C347D-44EA-44C0-95A8-6CC8F222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21F22-A1D1-1109-3DEB-4E1FFE759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1D87-FA9A-40F8-8E90-EBFDC3232815}" type="datetime1"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CF5B3-5842-F685-E740-FE19A3C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573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2811-D372-19CB-B1AF-BEB1EB38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PRÁCE S PUBLIKEM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C641C-EB68-C236-6127-24F5D1602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ea typeface="+mn-lt"/>
                <a:cs typeface="+mn-lt"/>
              </a:rPr>
              <a:t>Otázka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začátku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aktivuje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pozornost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dřív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než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padne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první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informace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Krátká </a:t>
            </a:r>
            <a:r>
              <a:rPr lang="en-US" sz="2000" dirty="0" err="1">
                <a:ea typeface="+mn-lt"/>
                <a:cs typeface="+mn-lt"/>
              </a:rPr>
              <a:t>interakce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zvednutí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ruky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rychlé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hlasování</a:t>
            </a:r>
            <a:r>
              <a:rPr lang="en-US" sz="2000" dirty="0">
                <a:ea typeface="+mn-lt"/>
                <a:cs typeface="+mn-lt"/>
              </a:rPr>
              <a:t>) </a:t>
            </a:r>
            <a:r>
              <a:rPr lang="en-US" sz="2000" dirty="0" err="1">
                <a:ea typeface="+mn-lt"/>
                <a:cs typeface="+mn-lt"/>
              </a:rPr>
              <a:t>uprostřed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udrží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pozornost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Ticho po </a:t>
            </a:r>
            <a:r>
              <a:rPr lang="en-US" sz="2000" dirty="0" err="1">
                <a:ea typeface="+mn-lt"/>
                <a:cs typeface="+mn-lt"/>
              </a:rPr>
              <a:t>klíčové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větě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trapné</a:t>
            </a:r>
            <a:r>
              <a:rPr lang="en-US" sz="2000" dirty="0">
                <a:ea typeface="+mn-lt"/>
                <a:cs typeface="+mn-lt"/>
              </a:rPr>
              <a:t> — je to </a:t>
            </a:r>
            <a:r>
              <a:rPr lang="en-US" sz="2000" dirty="0" err="1">
                <a:ea typeface="+mn-lt"/>
                <a:cs typeface="+mn-lt"/>
              </a:rPr>
              <a:t>prostor</a:t>
            </a:r>
            <a:r>
              <a:rPr lang="en-US" sz="2000" dirty="0">
                <a:ea typeface="+mn-lt"/>
                <a:cs typeface="+mn-lt"/>
              </a:rPr>
              <a:t>, aby </a:t>
            </a:r>
            <a:r>
              <a:rPr lang="en-US" sz="2000" dirty="0" err="1">
                <a:ea typeface="+mn-lt"/>
                <a:cs typeface="+mn-lt"/>
              </a:rPr>
              <a:t>si</a:t>
            </a:r>
            <a:r>
              <a:rPr lang="en-US" sz="2000" dirty="0">
                <a:ea typeface="+mn-lt"/>
                <a:cs typeface="+mn-lt"/>
              </a:rPr>
              <a:t> ji </a:t>
            </a:r>
            <a:r>
              <a:rPr lang="en-US" sz="2000" dirty="0" err="1">
                <a:ea typeface="+mn-lt"/>
                <a:cs typeface="+mn-lt"/>
              </a:rPr>
              <a:t>publikum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stihlo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uvědomit</a:t>
            </a:r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93334-13F8-E561-FE89-B5284A11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281E7-896F-74C3-FE5A-D152092C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A124-0A88-40BA-B29B-D4F756F5D5FC}" type="datetime1"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BC8AF-2BAF-4531-F1E2-22EB0CB4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589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7317-5801-A165-AD44-1AE2FA263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RÉTORICKÉ TECHNIKY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C7CBD-B19F-FE62-F75A-ED262A052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ea typeface="+mn-lt"/>
                <a:cs typeface="+mn-lt"/>
              </a:rPr>
              <a:t>Příběh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nebo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konkrétní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příklad</a:t>
            </a:r>
            <a:r>
              <a:rPr lang="en-US" sz="2000" dirty="0">
                <a:ea typeface="+mn-lt"/>
                <a:cs typeface="+mn-lt"/>
              </a:rPr>
              <a:t> se </a:t>
            </a:r>
            <a:r>
              <a:rPr lang="en-US" sz="2000" dirty="0" err="1">
                <a:ea typeface="+mn-lt"/>
                <a:cs typeface="+mn-lt"/>
              </a:rPr>
              <a:t>pamatuje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líp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než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obecné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tvrzení</a:t>
            </a:r>
            <a:endParaRPr lang="en-US" sz="2000"/>
          </a:p>
          <a:p>
            <a:r>
              <a:rPr lang="en-US" sz="2000" dirty="0" err="1">
                <a:ea typeface="+mn-lt"/>
                <a:cs typeface="+mn-lt"/>
              </a:rPr>
              <a:t>Kontrast</a:t>
            </a:r>
            <a:r>
              <a:rPr lang="en-US" sz="2000" dirty="0">
                <a:ea typeface="+mn-lt"/>
                <a:cs typeface="+mn-lt"/>
              </a:rPr>
              <a:t> („</a:t>
            </a:r>
            <a:r>
              <a:rPr lang="en-US" sz="2000" dirty="0" err="1">
                <a:ea typeface="+mn-lt"/>
                <a:cs typeface="+mn-lt"/>
              </a:rPr>
              <a:t>dřív</a:t>
            </a:r>
            <a:r>
              <a:rPr lang="en-US" sz="2000" dirty="0">
                <a:ea typeface="+mn-lt"/>
                <a:cs typeface="+mn-lt"/>
              </a:rPr>
              <a:t> X, </a:t>
            </a:r>
            <a:r>
              <a:rPr lang="en-US" sz="2000" dirty="0" err="1">
                <a:ea typeface="+mn-lt"/>
                <a:cs typeface="+mn-lt"/>
              </a:rPr>
              <a:t>dnes</a:t>
            </a:r>
            <a:r>
              <a:rPr lang="en-US" sz="2000" dirty="0">
                <a:ea typeface="+mn-lt"/>
                <a:cs typeface="+mn-lt"/>
              </a:rPr>
              <a:t> Y“) </a:t>
            </a:r>
            <a:r>
              <a:rPr lang="en-US" sz="2000" dirty="0" err="1">
                <a:ea typeface="+mn-lt"/>
                <a:cs typeface="+mn-lt"/>
              </a:rPr>
              <a:t>zvýrazní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změnu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nebo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problém</a:t>
            </a:r>
            <a:endParaRPr lang="en-US" sz="2000"/>
          </a:p>
          <a:p>
            <a:r>
              <a:rPr lang="en-US" sz="2000" dirty="0" err="1">
                <a:ea typeface="+mn-lt"/>
                <a:cs typeface="+mn-lt"/>
              </a:rPr>
              <a:t>Pravidlo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tří</a:t>
            </a:r>
            <a:r>
              <a:rPr lang="en-US" sz="2000" dirty="0">
                <a:ea typeface="+mn-lt"/>
                <a:cs typeface="+mn-lt"/>
              </a:rPr>
              <a:t> — </a:t>
            </a:r>
            <a:r>
              <a:rPr lang="en-US" sz="2000" dirty="0" err="1">
                <a:ea typeface="+mn-lt"/>
                <a:cs typeface="+mn-lt"/>
              </a:rPr>
              <a:t>tři</a:t>
            </a:r>
            <a:r>
              <a:rPr lang="en-US" sz="2000" dirty="0">
                <a:ea typeface="+mn-lt"/>
                <a:cs typeface="+mn-lt"/>
              </a:rPr>
              <a:t> body se </a:t>
            </a:r>
            <a:r>
              <a:rPr lang="en-US" sz="2000" dirty="0" err="1">
                <a:ea typeface="+mn-lt"/>
                <a:cs typeface="+mn-lt"/>
              </a:rPr>
              <a:t>pamatují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snáz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než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pět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nebo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sedm</a:t>
            </a:r>
            <a:endParaRPr lang="en-US" sz="2000"/>
          </a:p>
          <a:p>
            <a:r>
              <a:rPr lang="en-US" sz="2000" dirty="0" err="1">
                <a:ea typeface="+mn-lt"/>
                <a:cs typeface="+mn-lt"/>
              </a:rPr>
              <a:t>Řečnická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otázka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zapojí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publikum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když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nikdo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nahlas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neodpoví</a:t>
            </a:r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7D746-4D64-677F-3162-5C25C9B1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E2B6F-25C6-F486-EAB7-A3A0F54A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FC07-A30C-477D-8B95-BB2B84B77D63}" type="datetime1"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DDFB7-5B1E-67C4-2FE1-FF0C269A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90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2F42-F628-8137-6103-D220C542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ZVLÁDÁNÍ TRÉMY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5B51C-7D6B-C28B-2DAA-B4DE773B6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ea typeface="+mn-lt"/>
                <a:cs typeface="+mn-lt"/>
              </a:rPr>
              <a:t>Tréma</a:t>
            </a:r>
            <a:r>
              <a:rPr lang="en-US" sz="2000" dirty="0">
                <a:ea typeface="+mn-lt"/>
                <a:cs typeface="+mn-lt"/>
              </a:rPr>
              <a:t> je </a:t>
            </a:r>
            <a:r>
              <a:rPr lang="en-US" sz="2000" dirty="0" err="1">
                <a:ea typeface="+mn-lt"/>
                <a:cs typeface="+mn-lt"/>
              </a:rPr>
              <a:t>normální</a:t>
            </a:r>
            <a:r>
              <a:rPr lang="en-US" sz="2000" dirty="0">
                <a:ea typeface="+mn-lt"/>
                <a:cs typeface="+mn-lt"/>
              </a:rPr>
              <a:t> — </a:t>
            </a:r>
            <a:r>
              <a:rPr lang="en-US" sz="2000" dirty="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zkušení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řečníci</a:t>
            </a:r>
            <a:r>
              <a:rPr lang="en-US" sz="2000" dirty="0">
                <a:ea typeface="+mn-lt"/>
                <a:cs typeface="+mn-lt"/>
              </a:rPr>
              <a:t> ji </a:t>
            </a:r>
            <a:r>
              <a:rPr lang="en-US" sz="2000" dirty="0" err="1">
                <a:ea typeface="+mn-lt"/>
                <a:cs typeface="+mn-lt"/>
              </a:rPr>
              <a:t>cítí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jen</a:t>
            </a:r>
            <a:r>
              <a:rPr lang="en-US" sz="2000" dirty="0">
                <a:ea typeface="+mn-lt"/>
                <a:cs typeface="+mn-lt"/>
              </a:rPr>
              <a:t> to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nich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vidět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Pomáhá </a:t>
            </a:r>
            <a:r>
              <a:rPr lang="en-US" sz="2000" dirty="0" err="1">
                <a:ea typeface="+mn-lt"/>
                <a:cs typeface="+mn-lt"/>
              </a:rPr>
              <a:t>důkladná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příprava</a:t>
            </a:r>
            <a:r>
              <a:rPr lang="en-US" sz="2000" dirty="0">
                <a:ea typeface="+mn-lt"/>
                <a:cs typeface="+mn-lt"/>
              </a:rPr>
              <a:t> a </a:t>
            </a:r>
            <a:r>
              <a:rPr lang="en-US" sz="2000" dirty="0" err="1">
                <a:ea typeface="+mn-lt"/>
                <a:cs typeface="+mn-lt"/>
              </a:rPr>
              <a:t>alespoň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jeden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nácvik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nahlas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předem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Pár pomalých nádechů před začátkem zklidní hlas i tempo řeči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i="1" dirty="0"/>
              <a:t>S </a:t>
            </a:r>
            <a:r>
              <a:rPr lang="en-US" sz="2000" i="1" dirty="0" err="1"/>
              <a:t>čím</a:t>
            </a:r>
            <a:r>
              <a:rPr lang="en-US" sz="2000" i="1" dirty="0"/>
              <a:t> se </a:t>
            </a:r>
            <a:r>
              <a:rPr lang="en-US" sz="2000" i="1" dirty="0" err="1"/>
              <a:t>nejvíce</a:t>
            </a:r>
            <a:r>
              <a:rPr lang="en-US" sz="2000" i="1" dirty="0"/>
              <a:t> </a:t>
            </a:r>
            <a:r>
              <a:rPr lang="en-US" sz="2000" i="1" dirty="0" err="1"/>
              <a:t>potýkáte</a:t>
            </a:r>
            <a:r>
              <a:rPr lang="en-US" sz="2000" i="1" dirty="0"/>
              <a:t> </a:t>
            </a:r>
            <a:r>
              <a:rPr lang="en-US" sz="2000" i="1" dirty="0" err="1"/>
              <a:t>sami</a:t>
            </a:r>
            <a:r>
              <a:rPr lang="en-US" sz="2000" i="1" dirty="0"/>
              <a:t>? Jak s </a:t>
            </a:r>
            <a:r>
              <a:rPr lang="en-US" sz="2000" i="1" dirty="0" err="1"/>
              <a:t>tím</a:t>
            </a:r>
            <a:r>
              <a:rPr lang="en-US" sz="2000" i="1" dirty="0"/>
              <a:t> </a:t>
            </a:r>
            <a:r>
              <a:rPr lang="en-US" sz="2000" i="1" dirty="0" err="1"/>
              <a:t>pracujete</a:t>
            </a:r>
            <a:r>
              <a:rPr lang="en-US" sz="2000" i="1" dirty="0"/>
              <a:t>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1E454-6DF5-7776-9E7B-4FADFE3C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04C6A-886A-86B7-F912-2FE85B24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95A6-6664-43E7-B3B6-30B9263D1A9A}" type="datetime1"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24579-DD3C-1F37-8D3C-34CDB747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66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B382-3D1D-8AB6-5684-6E5E54C7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NEJČASTĚJŠÍ CHYBY V PŘEDNESU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D27B2C-F2F6-D622-2D21-D0D10643D4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986" y="1885834"/>
            <a:ext cx="10981137" cy="389955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661A3-C659-7458-4877-9295B7D4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D0A0B-F975-FE78-3645-11662E0B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85BC-8A88-4F25-B29C-4830BFEFE8EE}" type="datetime1"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2972C-57CC-A705-A27D-3DF545C5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190941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customXml/itemProps3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Orange Experience</vt:lpstr>
      <vt:lpstr>Prezentace, přednes, rétorika</vt:lpstr>
      <vt:lpstr>PROČ NA VIZUÁLNÍ STRÁNCE prezentace ZÁLEŽÍ?</vt:lpstr>
      <vt:lpstr>Pravidlo 6 x 6</vt:lpstr>
      <vt:lpstr>VIZUÁLNÍ HIERARCHIE</vt:lpstr>
      <vt:lpstr>BÍLÝ PROSTOR A KONZISTENCE</vt:lpstr>
      <vt:lpstr>OBRÁZEK MÍSTO ODSTAVCE</vt:lpstr>
      <vt:lpstr>TYPICKÉ CHYBY V NÁRVHU PREZENTACE</vt:lpstr>
      <vt:lpstr>PŘEDNES A ŘEČNICTVÍ</vt:lpstr>
      <vt:lpstr>HLAS, TEMPO A PAUZY</vt:lpstr>
      <vt:lpstr>ŘEČ TĚLA A OČNÍ KONTAKT</vt:lpstr>
      <vt:lpstr>PRÁCE S PUBLIKEM</vt:lpstr>
      <vt:lpstr>RÉTORICKÉ TECHNIKY</vt:lpstr>
      <vt:lpstr>ZVLÁDÁNÍ TRÉMY</vt:lpstr>
      <vt:lpstr>NEJČASTĚJŠÍ CHYBY V PŘEDNESU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181</cp:revision>
  <dcterms:created xsi:type="dcterms:W3CDTF">2026-09-02T06:40:14Z</dcterms:created>
  <dcterms:modified xsi:type="dcterms:W3CDTF">2026-09-16T19:21:14Z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